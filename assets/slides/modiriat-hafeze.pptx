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40"/>
  </p:notesMasterIdLst>
  <p:sldIdLst>
    <p:sldId id="300" r:id="rId2"/>
    <p:sldId id="256" r:id="rId3"/>
    <p:sldId id="297" r:id="rId4"/>
    <p:sldId id="258" r:id="rId5"/>
    <p:sldId id="259" r:id="rId6"/>
    <p:sldId id="260" r:id="rId7"/>
    <p:sldId id="298" r:id="rId8"/>
    <p:sldId id="302" r:id="rId9"/>
    <p:sldId id="299" r:id="rId10"/>
    <p:sldId id="301" r:id="rId11"/>
    <p:sldId id="263" r:id="rId12"/>
    <p:sldId id="303" r:id="rId13"/>
    <p:sldId id="305" r:id="rId14"/>
    <p:sldId id="304" r:id="rId15"/>
    <p:sldId id="306" r:id="rId16"/>
    <p:sldId id="307" r:id="rId17"/>
    <p:sldId id="308" r:id="rId18"/>
    <p:sldId id="309" r:id="rId19"/>
    <p:sldId id="329" r:id="rId20"/>
    <p:sldId id="330" r:id="rId21"/>
    <p:sldId id="331" r:id="rId22"/>
    <p:sldId id="310" r:id="rId23"/>
    <p:sldId id="311" r:id="rId24"/>
    <p:sldId id="313" r:id="rId25"/>
    <p:sldId id="316" r:id="rId26"/>
    <p:sldId id="322" r:id="rId27"/>
    <p:sldId id="317" r:id="rId28"/>
    <p:sldId id="318" r:id="rId29"/>
    <p:sldId id="319" r:id="rId30"/>
    <p:sldId id="320" r:id="rId31"/>
    <p:sldId id="314" r:id="rId32"/>
    <p:sldId id="315" r:id="rId33"/>
    <p:sldId id="324" r:id="rId34"/>
    <p:sldId id="323" r:id="rId35"/>
    <p:sldId id="325" r:id="rId36"/>
    <p:sldId id="332" r:id="rId37"/>
    <p:sldId id="326" r:id="rId38"/>
    <p:sldId id="328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6FEF20-7680-3923-E561-7F5BEBABF2DC}" name="Jara Molinos Fernández" initials="JMF" userId="S::jmolinos@freepikco.onmicrosoft.com::819debff-5354-45ae-8453-86143136ddec" providerId="AD"/>
  <p188:author id="{E9C53AC0-F940-C062-B9D5-39D78EA4783E}" name="Manuel León Sánchez" initials="MLS" userId="S::mleon@freepikco.onmicrosoft.com::687f66f5-f43f-41a9-ac21-b6d6310773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86AD"/>
    <a:srgbClr val="797979"/>
    <a:srgbClr val="A195E2"/>
    <a:srgbClr val="D9C4E8"/>
    <a:srgbClr val="998CD0"/>
    <a:srgbClr val="AD9EE3"/>
    <a:srgbClr val="2376C1"/>
    <a:srgbClr val="247BC9"/>
    <a:srgbClr val="100921"/>
    <a:srgbClr val="FF7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46" autoAdjust="0"/>
    <p:restoredTop sz="94309" autoAdjust="0"/>
  </p:normalViewPr>
  <p:slideViewPr>
    <p:cSldViewPr snapToGrid="0" showGuides="1">
      <p:cViewPr>
        <p:scale>
          <a:sx n="98" d="100"/>
          <a:sy n="98" d="100"/>
        </p:scale>
        <p:origin x="1992" y="1208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6.xml"/><Relationship Id="rId3" Type="http://schemas.openxmlformats.org/officeDocument/2006/relationships/slide" Target="slides/slide31.xml"/><Relationship Id="rId7" Type="http://schemas.openxmlformats.org/officeDocument/2006/relationships/slide" Target="slides/slide35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34.xml"/><Relationship Id="rId5" Type="http://schemas.openxmlformats.org/officeDocument/2006/relationships/slide" Target="slides/slide33.xml"/><Relationship Id="rId10" Type="http://schemas.openxmlformats.org/officeDocument/2006/relationships/slide" Target="slides/slide38.xml"/><Relationship Id="rId4" Type="http://schemas.openxmlformats.org/officeDocument/2006/relationships/slide" Target="slides/slide32.xml"/><Relationship Id="rId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BF641-E87C-4868-AE4A-7668A05F95D8}" type="datetimeFigureOut">
              <a:rPr lang="es-ES" smtClean="0"/>
              <a:t>8/12/23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4F5AA-3CC3-485B-8229-2F3C9DC4706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762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6041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1280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503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00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233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1732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107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560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6644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5385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8842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30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7771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4F5AA-3CC3-485B-8229-2F3C9DC47067}" type="slidenum">
              <a:rPr lang="es-ES" smtClean="0"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440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4A8FEC2-FECF-91B5-FF3D-1D5D4AE240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68780" y="720241"/>
            <a:ext cx="5806440" cy="2848865"/>
          </a:xfrm>
        </p:spPr>
        <p:txBody>
          <a:bodyPr anchor="b">
            <a:noAutofit/>
          </a:bodyPr>
          <a:lstStyle>
            <a:lvl1pPr algn="ctr">
              <a:defRPr sz="9000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D569B72-51DC-BE58-9871-32C9EA830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4355" y="3617490"/>
            <a:ext cx="2475290" cy="52909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Manrope Medium" pitchFamily="2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300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001A8A-891E-D2AE-FE4D-AB857A222E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6078" y="1741336"/>
            <a:ext cx="3591845" cy="2325085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9000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7D85608-CD86-DB54-886E-5B0C1DCC94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5468" y="3942677"/>
            <a:ext cx="2473065" cy="52909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Manrope Medium" pitchFamily="2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FEA4E8-678D-4279-BA7C-4E624B9ABE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016973" y="916611"/>
            <a:ext cx="3110054" cy="615714"/>
          </a:xfrm>
        </p:spPr>
        <p:txBody>
          <a:bodyPr anchor="ctr">
            <a:noAutofit/>
          </a:bodyPr>
          <a:lstStyle>
            <a:lvl1pPr marL="0" indent="0" algn="ctr">
              <a:buNone/>
              <a:defRPr sz="50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539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dy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68819" y="2169042"/>
            <a:ext cx="6606362" cy="242200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B21134-96A1-CABC-DEB1-9780239101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16372" y="552452"/>
            <a:ext cx="4111256" cy="1158014"/>
          </a:xfrm>
        </p:spPr>
        <p:txBody>
          <a:bodyPr anchor="t">
            <a:noAutofit/>
          </a:bodyPr>
          <a:lstStyle>
            <a:lvl1pPr algn="ctr">
              <a:lnSpc>
                <a:spcPct val="80000"/>
              </a:lnSpc>
              <a:defRPr sz="5400" b="1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5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 descr="Icono&#10;&#10;Descripción generada automáticamente">
            <a:extLst>
              <a:ext uri="{FF2B5EF4-FFF2-40B4-BE49-F238E27FC236}">
                <a16:creationId xmlns:a16="http://schemas.microsoft.com/office/drawing/2014/main" id="{3C7939A1-0E92-74B6-5DFE-69AB56B171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45" t="24064" r="2121" b="27803"/>
          <a:stretch/>
        </p:blipFill>
        <p:spPr>
          <a:xfrm flipH="1" flipV="1">
            <a:off x="7475359" y="-228601"/>
            <a:ext cx="1851519" cy="1657995"/>
          </a:xfrm>
          <a:prstGeom prst="rect">
            <a:avLst/>
          </a:prstGeom>
        </p:spPr>
      </p:pic>
      <p:pic>
        <p:nvPicPr>
          <p:cNvPr id="2" name="Imagen 1" descr="Forma&#10;&#10;Descripción generada automáticamente">
            <a:extLst>
              <a:ext uri="{FF2B5EF4-FFF2-40B4-BE49-F238E27FC236}">
                <a16:creationId xmlns:a16="http://schemas.microsoft.com/office/drawing/2014/main" id="{48A88EED-AAAA-00FF-48A0-D45831195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flipH="1">
            <a:off x="-913013" y="679493"/>
            <a:ext cx="2286955" cy="1134961"/>
          </a:xfrm>
          <a:prstGeom prst="rect">
            <a:avLst/>
          </a:prstGeom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5FB7142-D816-1946-DC3C-197B447D1A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07" t="37085" r="2754" b="15750"/>
          <a:stretch/>
        </p:blipFill>
        <p:spPr>
          <a:xfrm flipH="1" flipV="1">
            <a:off x="8416774" y="-91441"/>
            <a:ext cx="910105" cy="867295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AE5A8C9C-274D-AFF7-7E9F-EC21A56F25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31" t="26660" r="-1628" b="28084"/>
          <a:stretch/>
        </p:blipFill>
        <p:spPr>
          <a:xfrm>
            <a:off x="-265176" y="4334468"/>
            <a:ext cx="2031631" cy="950763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BD6EBA5-A69D-AA95-B0EF-CB2A280E091E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2736273" y="552452"/>
            <a:ext cx="3671454" cy="1158014"/>
          </a:xfrm>
        </p:spPr>
        <p:txBody>
          <a:bodyPr anchor="t">
            <a:noAutofit/>
          </a:bodyPr>
          <a:lstStyle>
            <a:lvl1pPr algn="ctr">
              <a:lnSpc>
                <a:spcPct val="80000"/>
              </a:lnSpc>
              <a:defRPr sz="5400" b="1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FDD306B-4B15-65F7-AA39-8D3BC6EA0A8E}"/>
              </a:ext>
            </a:extLst>
          </p:cNvPr>
          <p:cNvSpPr>
            <a:spLocks noGrp="1"/>
          </p:cNvSpPr>
          <p:nvPr userDrawn="1">
            <p:ph type="body" idx="24" hasCustomPrompt="1"/>
          </p:nvPr>
        </p:nvSpPr>
        <p:spPr>
          <a:xfrm>
            <a:off x="1547842" y="3508882"/>
            <a:ext cx="2690611" cy="859759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2643C61-59B4-A58F-A228-D9F7D6EB82E9}"/>
              </a:ext>
            </a:extLst>
          </p:cNvPr>
          <p:cNvSpPr>
            <a:spLocks noGrp="1"/>
          </p:cNvSpPr>
          <p:nvPr userDrawn="1">
            <p:ph type="body" idx="26" hasCustomPrompt="1"/>
          </p:nvPr>
        </p:nvSpPr>
        <p:spPr>
          <a:xfrm>
            <a:off x="1547842" y="3162296"/>
            <a:ext cx="2690611" cy="392481"/>
          </a:xfrm>
        </p:spPr>
        <p:txBody>
          <a:bodyPr anchor="b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93377C4-7D1C-7B6A-FAC4-B70137765F5B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4887825" y="3508882"/>
            <a:ext cx="2690611" cy="859759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E4FCE2E-88A9-25FA-BAD7-80A6B75AD5DF}"/>
              </a:ext>
            </a:extLst>
          </p:cNvPr>
          <p:cNvSpPr>
            <a:spLocks noGrp="1"/>
          </p:cNvSpPr>
          <p:nvPr userDrawn="1">
            <p:ph type="body" idx="29" hasCustomPrompt="1"/>
          </p:nvPr>
        </p:nvSpPr>
        <p:spPr>
          <a:xfrm>
            <a:off x="4887825" y="3162296"/>
            <a:ext cx="2690611" cy="392481"/>
          </a:xfrm>
        </p:spPr>
        <p:txBody>
          <a:bodyPr anchor="b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9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3.95062E-6 L 0.07136 0.00062 " pathEditMode="relative" rAng="0" ptsTypes="AA">
                                          <p:cBhvr>
                                            <p:cTn id="6" dur="5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11111E-6 1.97531E-6 L 0.00677 -0.0179 " pathEditMode="relative" rAng="0" ptsTypes="AA">
                                          <p:cBhvr>
                                            <p:cTn id="8" dur="2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30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0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 3.33333E-6 L 0.00538 -0.0105 " pathEditMode="relative" rAng="0" ptsTypes="AA">
                                          <p:cBhvr>
                                            <p:cTn id="12" dur="4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" y="-52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0.01545 0.01203 L 1.94444E-6 3.45679E-6 " pathEditMode="relative" rAng="0" ptsTypes="AA" p14:bounceEnd="5091">
                                          <p:cBhvr>
                                            <p:cTn id="16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64" y="-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3.95062E-6 L 0.07136 0.00062 " pathEditMode="relative" rAng="0" ptsTypes="AA">
                                          <p:cBhvr>
                                            <p:cTn id="6" dur="5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11111E-6 1.97531E-6 L 0.00677 -0.0179 " pathEditMode="relative" rAng="0" ptsTypes="AA">
                                          <p:cBhvr>
                                            <p:cTn id="8" dur="2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30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0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 3.33333E-6 L 0.00538 -0.0105 " pathEditMode="relative" rAng="0" ptsTypes="AA">
                                          <p:cBhvr>
                                            <p:cTn id="12" dur="4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" y="-52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0.01545 0.01203 L 1.94444E-6 3.45679E-6 " pathEditMode="relative" rAng="0" ptsTypes="AA">
                                          <p:cBhvr>
                                            <p:cTn id="16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64" y="-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959601-4BE1-E5E5-A7F9-E129DDA7AE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21685" y="552451"/>
            <a:ext cx="3700630" cy="1158014"/>
          </a:xfrm>
        </p:spPr>
        <p:txBody>
          <a:bodyPr anchor="t">
            <a:noAutofit/>
          </a:bodyPr>
          <a:lstStyle>
            <a:lvl1pPr algn="ctr">
              <a:lnSpc>
                <a:spcPct val="80000"/>
              </a:lnSpc>
              <a:defRPr sz="5400" b="1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81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F7DF3-02F3-41BF-A060-159BA21B5D0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3900" y="2086672"/>
            <a:ext cx="4224183" cy="227017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6EF09D-EFA4-B663-E5F4-CF64F187C1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3899" y="552451"/>
            <a:ext cx="4224183" cy="1158014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1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E8F6C4-D890-F98C-8754-CB0360F01D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17376" y="2072069"/>
            <a:ext cx="1768556" cy="1753044"/>
          </a:xfrm>
          <a:prstGeom prst="ellipse">
            <a:avLst/>
          </a:prstGeo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746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int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809043F-2CB1-4697-ADC0-1A4B5CEE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7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description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Forma&#10;&#10;Descripción generada automáticamente">
            <a:extLst>
              <a:ext uri="{FF2B5EF4-FFF2-40B4-BE49-F238E27FC236}">
                <a16:creationId xmlns:a16="http://schemas.microsoft.com/office/drawing/2014/main" id="{175104E1-FF75-F03A-4E72-E4AD26F7E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761" b="12346"/>
          <a:stretch/>
        </p:blipFill>
        <p:spPr>
          <a:xfrm rot="10800000" flipH="1" flipV="1">
            <a:off x="7454375" y="423185"/>
            <a:ext cx="2293129" cy="1134961"/>
          </a:xfrm>
          <a:prstGeom prst="rect">
            <a:avLst/>
          </a:prstGeom>
        </p:spPr>
      </p:pic>
      <p:pic>
        <p:nvPicPr>
          <p:cNvPr id="10" name="Imagen 9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F6B481E3-3B9D-3FF3-6616-2306490D9B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15216" r="41135" b="20031"/>
          <a:stretch/>
        </p:blipFill>
        <p:spPr>
          <a:xfrm rot="10800000" flipH="1" flipV="1">
            <a:off x="4315968" y="2124636"/>
            <a:ext cx="5065776" cy="318802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9051F0E-F8D2-B290-5ECB-737621E7077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3901" y="3556751"/>
            <a:ext cx="2919632" cy="84512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BEFE41-2B4A-7DEB-7A96-9694689131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3899" y="800978"/>
            <a:ext cx="3429887" cy="2734785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5400" b="1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Marcador de posición de imagen 9">
            <a:extLst>
              <a:ext uri="{FF2B5EF4-FFF2-40B4-BE49-F238E27FC236}">
                <a16:creationId xmlns:a16="http://schemas.microsoft.com/office/drawing/2014/main" id="{3AF2FBCA-206D-E060-CA0A-D0D1F42A73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85466">
            <a:off x="5181490" y="680791"/>
            <a:ext cx="3001482" cy="3759733"/>
          </a:xfrm>
          <a:prstGeom prst="roundRect">
            <a:avLst>
              <a:gd name="adj" fmla="val 9934"/>
            </a:avLst>
          </a:prstGeom>
        </p:spPr>
      </p:sp>
    </p:spTree>
    <p:extLst>
      <p:ext uri="{BB962C8B-B14F-4D97-AF65-F5344CB8AC3E}">
        <p14:creationId xmlns:p14="http://schemas.microsoft.com/office/powerpoint/2010/main" val="163580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66667E-6 0.00123 L 0.01337 0.03056 " pathEditMode="relative" rAng="0" ptsTypes="AA" p14:bounceEnd="5091">
                                          <p:cBhvr>
                                            <p:cTn id="6" dur="6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8" dur="3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-2.59259E-6 L 0.07135 0.00062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66667E-6 0.00123 L 0.01337 0.03056 " pathEditMode="relative" rAng="0" ptsTypes="AA">
                                          <p:cBhvr>
                                            <p:cTn id="6" dur="6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8" dur="3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-2.59259E-6 L 0.07135 0.00062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844151"/>
            <a:ext cx="7696199" cy="746899"/>
          </a:xfrm>
        </p:spPr>
        <p:txBody>
          <a:bodyPr anchor="b">
            <a:no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437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38118C-7525-42C5-83E9-64911118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93BF9AB-B16E-A26A-BFF2-D1279E11B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2850609"/>
            <a:ext cx="7696200" cy="49570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148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3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4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4884DA22-FB37-CC61-F72B-C346C0937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t="37162" r="83888" b="19636"/>
          <a:stretch/>
        </p:blipFill>
        <p:spPr>
          <a:xfrm rot="21136873" flipH="1" flipV="1">
            <a:off x="-138113" y="-105914"/>
            <a:ext cx="1724025" cy="2786969"/>
          </a:xfrm>
          <a:prstGeom prst="rect">
            <a:avLst/>
          </a:prstGeom>
        </p:spPr>
      </p:pic>
      <p:pic>
        <p:nvPicPr>
          <p:cNvPr id="46" name="Imagen 45" descr="Icono&#10;&#10;Descripción generada automáticamente">
            <a:extLst>
              <a:ext uri="{FF2B5EF4-FFF2-40B4-BE49-F238E27FC236}">
                <a16:creationId xmlns:a16="http://schemas.microsoft.com/office/drawing/2014/main" id="{070C2179-2569-3F3C-30CC-D4370B0E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8" t="24065" r="2121" b="37755"/>
          <a:stretch/>
        </p:blipFill>
        <p:spPr>
          <a:xfrm flipV="1">
            <a:off x="-38900" y="-32369"/>
            <a:ext cx="1009571" cy="802102"/>
          </a:xfrm>
          <a:prstGeom prst="rect">
            <a:avLst/>
          </a:prstGeom>
        </p:spPr>
      </p:pic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A0FDA114-D61F-53ED-3494-7437E1759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585017" y="4318687"/>
            <a:ext cx="1097627" cy="5447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CC3FA0-1A96-8F10-353E-13501EB5A5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98202" y="552452"/>
            <a:ext cx="2947596" cy="1158014"/>
          </a:xfrm>
        </p:spPr>
        <p:txBody>
          <a:bodyPr anchor="t">
            <a:noAutofit/>
          </a:bodyPr>
          <a:lstStyle>
            <a:lvl1pPr algn="ctr">
              <a:lnSpc>
                <a:spcPct val="80000"/>
              </a:lnSpc>
              <a:defRPr sz="5400" b="1">
                <a:latin typeface="Staatliche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EB6436-7B2F-4CF4-A7B3-637707BBD7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85456" y="2784207"/>
            <a:ext cx="2343653" cy="51332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F2CB4-854C-4A2D-8E5A-AE2CAEDF36C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79732" y="2548107"/>
            <a:ext cx="1299925" cy="749420"/>
          </a:xfrm>
        </p:spPr>
        <p:txBody>
          <a:bodyPr anchor="ctr">
            <a:noAutofit/>
          </a:bodyPr>
          <a:lstStyle>
            <a:lvl1pPr marL="0" indent="0" algn="r">
              <a:buNone/>
              <a:defRPr sz="9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2445460-6BB8-4584-BBAD-2A746E4E886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185456" y="2437620"/>
            <a:ext cx="2343653" cy="392481"/>
          </a:xfrm>
        </p:spPr>
        <p:txBody>
          <a:bodyPr anchor="b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FE7B5AEF-C08F-9D9A-49D3-910C9A50612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955397" y="2784207"/>
            <a:ext cx="2343653" cy="51332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E8BE305-AD7E-F4F6-AA38-4181064113A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643874" y="2548107"/>
            <a:ext cx="1305724" cy="749420"/>
          </a:xfrm>
        </p:spPr>
        <p:txBody>
          <a:bodyPr anchor="ctr">
            <a:noAutofit/>
          </a:bodyPr>
          <a:lstStyle>
            <a:lvl1pPr marL="0" indent="0" algn="r">
              <a:buNone/>
              <a:defRPr sz="9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9D2C4A4-11EF-352D-1148-EBCE026093D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955397" y="2437620"/>
            <a:ext cx="2343653" cy="392481"/>
          </a:xfrm>
        </p:spPr>
        <p:txBody>
          <a:bodyPr anchor="b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6F84C1D4-2515-5DA2-CB33-5461C84DE5E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185456" y="3986598"/>
            <a:ext cx="2343653" cy="51332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17137BC-B422-7845-F0F2-7CCD734F646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79732" y="3750498"/>
            <a:ext cx="1299925" cy="749420"/>
          </a:xfrm>
        </p:spPr>
        <p:txBody>
          <a:bodyPr anchor="ctr">
            <a:noAutofit/>
          </a:bodyPr>
          <a:lstStyle>
            <a:lvl1pPr marL="0" indent="0" algn="r">
              <a:buNone/>
              <a:defRPr sz="9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00947E3-9F4B-64B2-9013-1D106AEA008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2185456" y="3640011"/>
            <a:ext cx="2343653" cy="392481"/>
          </a:xfrm>
        </p:spPr>
        <p:txBody>
          <a:bodyPr anchor="b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DF544F3-CE43-61D9-C801-6E5C95CC7000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55397" y="3986598"/>
            <a:ext cx="2343653" cy="51332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F1D6513-B55D-B47F-93D1-0BE186DA35BD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643874" y="3750498"/>
            <a:ext cx="1305724" cy="749420"/>
          </a:xfrm>
        </p:spPr>
        <p:txBody>
          <a:bodyPr anchor="ctr">
            <a:noAutofit/>
          </a:bodyPr>
          <a:lstStyle>
            <a:lvl1pPr marL="0" indent="0" algn="r">
              <a:buNone/>
              <a:defRPr sz="9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E5B9A0DA-7F92-F155-EF5F-FA6BFFCEB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55397" y="3640011"/>
            <a:ext cx="2343653" cy="392481"/>
          </a:xfrm>
        </p:spPr>
        <p:txBody>
          <a:bodyPr anchor="b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Staatliches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3" name="Imagen 42" descr="Forma&#10;&#10;Descripción generada automáticamente">
            <a:extLst>
              <a:ext uri="{FF2B5EF4-FFF2-40B4-BE49-F238E27FC236}">
                <a16:creationId xmlns:a16="http://schemas.microsoft.com/office/drawing/2014/main" id="{858ADF4B-6A25-92E3-75CC-B385023F4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flipV="1">
            <a:off x="7422300" y="252920"/>
            <a:ext cx="2286955" cy="1134961"/>
          </a:xfrm>
          <a:prstGeom prst="rect">
            <a:avLst/>
          </a:prstGeom>
        </p:spPr>
      </p:pic>
      <p:pic>
        <p:nvPicPr>
          <p:cNvPr id="44" name="Imagen 4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D1F444CB-35F5-219C-08E9-25DEC4C233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1" t="37086" r="2754" b="19907"/>
          <a:stretch/>
        </p:blipFill>
        <p:spPr>
          <a:xfrm flipH="1">
            <a:off x="8197664" y="4107437"/>
            <a:ext cx="946335" cy="102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7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-4.93827E-6 L -0.0099 -0.02777 " pathEditMode="relative" rAng="0" ptsTypes="AA">
                                          <p:cBhvr>
                                            <p:cTn id="6" dur="2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3" y="-13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8" dur="6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33333E-6 1.35802E-6 L -8.33333E-7 -3.08642E-6 " pathEditMode="relative" rAng="0" ptsTypes="AA">
                                          <p:cBhvr>
                                            <p:cTn id="10" dur="4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34" y="95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2" dur="3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89 -2.59259E-6 L -0.0349 -2.59259E-6 " pathEditMode="relative" rAng="0" ptsTypes="AA">
                                          <p:cBhvr>
                                            <p:cTn id="14" dur="4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7.40741E-7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3.20988E-6 L 0.01667 0.01697 " pathEditMode="relative" rAng="0" ptsTypes="AA" p14:bounceEnd="5091">
                                          <p:cBhvr>
                                            <p:cTn id="18" dur="6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3" y="83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3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-4.93827E-6 L -0.0099 -0.02777 " pathEditMode="relative" rAng="0" ptsTypes="AA">
                                          <p:cBhvr>
                                            <p:cTn id="6" dur="2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3" y="-13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8" dur="6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33333E-6 1.35802E-6 L -8.33333E-7 -3.08642E-6 " pathEditMode="relative" rAng="0" ptsTypes="AA">
                                          <p:cBhvr>
                                            <p:cTn id="10" dur="4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34" y="95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2" dur="3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89 -2.59259E-6 L -0.0349 -2.59259E-6 " pathEditMode="relative" rAng="0" ptsTypes="AA">
                                          <p:cBhvr>
                                            <p:cTn id="14" dur="4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7.40741E-7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3.20988E-6 L 0.01667 0.01697 " pathEditMode="relative" rAng="0" ptsTypes="AA">
                                          <p:cBhvr>
                                            <p:cTn id="18" dur="6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3" y="83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3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04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5" r:id="rId3"/>
    <p:sldLayoutId id="2147483667" r:id="rId4"/>
    <p:sldLayoutId id="2147483669" r:id="rId5"/>
    <p:sldLayoutId id="2147483676" r:id="rId6"/>
    <p:sldLayoutId id="2147483658" r:id="rId7"/>
    <p:sldLayoutId id="2147483671" r:id="rId8"/>
    <p:sldLayoutId id="2147483672" r:id="rId9"/>
    <p:sldLayoutId id="2147483659" r:id="rId10"/>
    <p:sldLayoutId id="2147483670" r:id="rId11"/>
    <p:sldLayoutId id="214748367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Staatliches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Manrope Medium" pitchFamily="2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nrope Medium" pitchFamily="2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anrope Medium" pitchFamily="2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anrope Medium" pitchFamily="2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anrope Medium" pitchFamily="2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1.jpg"/><Relationship Id="rId7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94891" y="3405721"/>
            <a:ext cx="2286955" cy="1134961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190695" y="2185692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6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C9551F7-1CC2-17DA-E795-426C995C9B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0" t="16723" r="2754" b="16297"/>
          <a:stretch/>
        </p:blipFill>
        <p:spPr>
          <a:xfrm>
            <a:off x="-190695" y="3418758"/>
            <a:ext cx="3276213" cy="1719481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FBB2D7DD-F93E-8C14-FD55-F8D608F6BC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8" t="24065" r="2121" b="29834"/>
          <a:stretch/>
        </p:blipFill>
        <p:spPr>
          <a:xfrm>
            <a:off x="-150974" y="4224775"/>
            <a:ext cx="2023578" cy="968518"/>
          </a:xfrm>
          <a:prstGeom prst="rect">
            <a:avLst/>
          </a:prstGeom>
        </p:spPr>
      </p:pic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5278125" y="2117665"/>
            <a:ext cx="4093228" cy="3100152"/>
          </a:xfrm>
          <a:prstGeom prst="rect">
            <a:avLst/>
          </a:prstGeom>
        </p:spPr>
      </p:pic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A2D65546-0E04-829A-2C66-1EFA7456FC6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3" t="3625" r="32257" b="25757"/>
          <a:stretch/>
        </p:blipFill>
        <p:spPr>
          <a:xfrm>
            <a:off x="6602778" y="2974287"/>
            <a:ext cx="2876218" cy="2720365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120EC8C9-E192-543B-41C9-9EE6E8E2567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" t="25327" r="75928" b="24553"/>
          <a:stretch/>
        </p:blipFill>
        <p:spPr>
          <a:xfrm>
            <a:off x="8040887" y="3844844"/>
            <a:ext cx="1129668" cy="1426196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8202470" y="1179535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>
            <a:off x="-386660" y="-719544"/>
            <a:ext cx="2759858" cy="2736884"/>
          </a:xfrm>
          <a:prstGeom prst="rect">
            <a:avLst/>
          </a:prstGeom>
          <a:noFill/>
        </p:spPr>
      </p:pic>
      <p:pic>
        <p:nvPicPr>
          <p:cNvPr id="21" name="Imagen 20" descr="Imagen que contiene Forma&#10;&#10;Descripción generada automáticamente">
            <a:extLst>
              <a:ext uri="{FF2B5EF4-FFF2-40B4-BE49-F238E27FC236}">
                <a16:creationId xmlns:a16="http://schemas.microsoft.com/office/drawing/2014/main" id="{632DD628-04C5-CA87-E1EE-559AE69DA89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-2500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7535551" y="-340449"/>
            <a:ext cx="1835802" cy="1824428"/>
          </a:xfrm>
          <a:prstGeom prst="rect">
            <a:avLst/>
          </a:prstGeom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671495" y="1353532"/>
            <a:ext cx="471505" cy="451627"/>
          </a:xfrm>
          <a:prstGeom prst="rect">
            <a:avLst/>
          </a:prstGeom>
        </p:spPr>
      </p:pic>
      <p:pic>
        <p:nvPicPr>
          <p:cNvPr id="44" name="Imagen 43" descr="Icono&#10;&#10;Descripción generada automáticamente">
            <a:extLst>
              <a:ext uri="{FF2B5EF4-FFF2-40B4-BE49-F238E27FC236}">
                <a16:creationId xmlns:a16="http://schemas.microsoft.com/office/drawing/2014/main" id="{EEEBC7D9-ECC0-D71D-C3CB-0DE8581C005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8232" r="2400" b="10923"/>
          <a:stretch/>
        </p:blipFill>
        <p:spPr>
          <a:xfrm>
            <a:off x="990357" y="4461104"/>
            <a:ext cx="1550866" cy="756713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6654649" y="2968931"/>
            <a:ext cx="801545" cy="79924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13F0AC-B550-3E46-82C0-107DCEE76FF0}"/>
              </a:ext>
            </a:extLst>
          </p:cNvPr>
          <p:cNvSpPr txBox="1"/>
          <p:nvPr/>
        </p:nvSpPr>
        <p:spPr>
          <a:xfrm>
            <a:off x="3250139" y="2004281"/>
            <a:ext cx="29787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6600" dirty="0">
                <a:latin typeface="Lalezar" pitchFamily="2" charset="-78"/>
                <a:cs typeface="Lalezar" pitchFamily="2" charset="-78"/>
              </a:rPr>
              <a:t>به نام خدا</a:t>
            </a:r>
            <a:endParaRPr lang="en-US" sz="66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2213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1.23457E-6 L -0.03489 1.2345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11111E-6 L 0.00035 0.05031 " pathEditMode="relative" rAng="0" ptsTypes="AA">
                                          <p:cBhvr>
                                            <p:cTn id="10" dur="5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-4.5679E-6 L 0.00034 0.05031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1.7284E-6 L 0.00035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6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66667E-6 0.00124 L 0.01337 0.03056 " pathEditMode="relative" rAng="0" ptsTypes="AA" p14:bounceEnd="5091">
                                          <p:cBhvr>
                                            <p:cTn id="18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1337 0.03056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4 L 0.01336 0.03056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8" dur="9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3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1 L 0.00191 0.05155 " pathEditMode="relative" rAng="0" ptsTypes="AA">
                                          <p:cBhvr>
                                            <p:cTn id="3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3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36" dur="4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38" dur="6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40" dur="2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2" dur="9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44" dur="32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4444E-6 -0.00185 L 4.44444E-6 0.03766 " pathEditMode="relative" rAng="0" ptsTypes="AA">
                                          <p:cBhvr>
                                            <p:cTn id="46" dur="5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1.23457E-6 L -0.03489 1.2345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11111E-6 L 0.00035 0.05031 " pathEditMode="relative" rAng="0" ptsTypes="AA">
                                          <p:cBhvr>
                                            <p:cTn id="10" dur="5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-4.5679E-6 L 0.00034 0.05031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1.7284E-6 L 0.00035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66667E-6 0.00124 L 0.01337 0.03056 " pathEditMode="relative" rAng="0" ptsTypes="AA">
                                          <p:cBhvr>
                                            <p:cTn id="18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1337 0.03056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4 L 0.01336 0.03056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8" dur="9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3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1 L 0.00191 0.05155 " pathEditMode="relative" rAng="0" ptsTypes="AA">
                                          <p:cBhvr>
                                            <p:cTn id="3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36" dur="4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8" dur="6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40" dur="2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2" dur="9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44" dur="32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4444E-6 -0.00185 L 4.44444E-6 0.03766 " pathEditMode="relative" rAng="0" ptsTypes="AA">
                                          <p:cBhvr>
                                            <p:cTn id="46" dur="5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94891" y="3405721"/>
            <a:ext cx="2286955" cy="1134961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460218" y="2218097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6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C9551F7-1CC2-17DA-E795-426C995C9B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0" t="16723" r="2754" b="16297"/>
          <a:stretch/>
        </p:blipFill>
        <p:spPr>
          <a:xfrm>
            <a:off x="-278361" y="3485385"/>
            <a:ext cx="3276213" cy="1719481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FBB2D7DD-F93E-8C14-FD55-F8D608F6BC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8" t="24065" r="2121" b="29834"/>
          <a:stretch/>
        </p:blipFill>
        <p:spPr>
          <a:xfrm>
            <a:off x="-278360" y="4334470"/>
            <a:ext cx="2023578" cy="968518"/>
          </a:xfrm>
          <a:prstGeom prst="rect">
            <a:avLst/>
          </a:prstGeom>
        </p:spPr>
      </p:pic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5241272" y="2218713"/>
            <a:ext cx="4093228" cy="3100152"/>
          </a:xfrm>
          <a:prstGeom prst="rect">
            <a:avLst/>
          </a:prstGeom>
        </p:spPr>
      </p:pic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A2D65546-0E04-829A-2C66-1EFA7456FC6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3" t="3625" r="32257" b="25757"/>
          <a:stretch/>
        </p:blipFill>
        <p:spPr>
          <a:xfrm>
            <a:off x="7182577" y="3375447"/>
            <a:ext cx="2239784" cy="2118417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120EC8C9-E192-543B-41C9-9EE6E8E2567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" t="25327" r="75928" b="24553"/>
          <a:stretch/>
        </p:blipFill>
        <p:spPr>
          <a:xfrm>
            <a:off x="8292693" y="3830850"/>
            <a:ext cx="1129668" cy="1426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2545" y="1741385"/>
            <a:ext cx="5778910" cy="1124885"/>
          </a:xfrm>
        </p:spPr>
        <p:txBody>
          <a:bodyPr anchor="b"/>
          <a:lstStyle/>
          <a:p>
            <a:pPr>
              <a:lnSpc>
                <a:spcPct val="80000"/>
              </a:lnSpc>
            </a:pPr>
            <a:r>
              <a:rPr lang="fa-IR" sz="7200" dirty="0">
                <a:latin typeface="Lalezar" pitchFamily="2" charset="-78"/>
                <a:cs typeface="Lalezar" pitchFamily="2" charset="-78"/>
              </a:rPr>
              <a:t>مدیریت حافظه</a:t>
            </a:r>
            <a:endParaRPr lang="en-US" sz="72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0CBEA-0FC4-4517-9DF7-3E1CB1F77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563" y="3522743"/>
            <a:ext cx="3252254" cy="529090"/>
          </a:xfrm>
        </p:spPr>
        <p:txBody>
          <a:bodyPr>
            <a:noAutofit/>
          </a:bodyPr>
          <a:lstStyle/>
          <a:p>
            <a:r>
              <a:rPr lang="fa-IR" sz="1400" dirty="0">
                <a:latin typeface="Lalezar" pitchFamily="2" charset="-78"/>
                <a:cs typeface="Lalezar" pitchFamily="2" charset="-78"/>
              </a:rPr>
              <a:t>بنی </a:t>
            </a:r>
            <a:r>
              <a:rPr lang="fa-IR" sz="1400" dirty="0" err="1">
                <a:latin typeface="Lalezar" pitchFamily="2" charset="-78"/>
                <a:cs typeface="Lalezar" pitchFamily="2" charset="-78"/>
              </a:rPr>
              <a:t>طبا</a:t>
            </a:r>
            <a:r>
              <a:rPr lang="fa-IR" sz="1400" dirty="0">
                <a:latin typeface="Lalezar" pitchFamily="2" charset="-78"/>
                <a:cs typeface="Lalezar" pitchFamily="2" charset="-78"/>
              </a:rPr>
              <a:t> ، احمدی ، شجاعی کیان ، رحمتی</a:t>
            </a:r>
            <a:endParaRPr lang="en-US" sz="14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8202470" y="1179535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>
            <a:off x="-1262910" y="-1437473"/>
            <a:ext cx="2759858" cy="2736884"/>
          </a:xfrm>
          <a:prstGeom prst="rect">
            <a:avLst/>
          </a:prstGeom>
          <a:noFill/>
        </p:spPr>
      </p:pic>
      <p:pic>
        <p:nvPicPr>
          <p:cNvPr id="21" name="Imagen 20" descr="Imagen que contiene Forma&#10;&#10;Descripción generada automáticamente">
            <a:extLst>
              <a:ext uri="{FF2B5EF4-FFF2-40B4-BE49-F238E27FC236}">
                <a16:creationId xmlns:a16="http://schemas.microsoft.com/office/drawing/2014/main" id="{632DD628-04C5-CA87-E1EE-559AE69DA89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-2500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6658133" y="-1084670"/>
            <a:ext cx="1835802" cy="1824428"/>
          </a:xfrm>
          <a:prstGeom prst="rect">
            <a:avLst/>
          </a:prstGeom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671495" y="1353532"/>
            <a:ext cx="471505" cy="451627"/>
          </a:xfrm>
          <a:prstGeom prst="rect">
            <a:avLst/>
          </a:prstGeom>
        </p:spPr>
      </p:pic>
      <p:pic>
        <p:nvPicPr>
          <p:cNvPr id="44" name="Imagen 43" descr="Icono&#10;&#10;Descripción generada automáticamente">
            <a:extLst>
              <a:ext uri="{FF2B5EF4-FFF2-40B4-BE49-F238E27FC236}">
                <a16:creationId xmlns:a16="http://schemas.microsoft.com/office/drawing/2014/main" id="{EEEBC7D9-ECC0-D71D-C3CB-0DE8581C005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8232" r="2400" b="10923"/>
          <a:stretch/>
        </p:blipFill>
        <p:spPr>
          <a:xfrm>
            <a:off x="736095" y="4533677"/>
            <a:ext cx="1550866" cy="756713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6949405" y="3605748"/>
            <a:ext cx="801545" cy="7992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C86524-8795-9D49-99C3-5F51944B29B6}"/>
              </a:ext>
            </a:extLst>
          </p:cNvPr>
          <p:cNvSpPr txBox="1"/>
          <p:nvPr/>
        </p:nvSpPr>
        <p:spPr>
          <a:xfrm>
            <a:off x="4133369" y="3834701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1200" dirty="0">
                <a:solidFill>
                  <a:schemeClr val="tx2"/>
                </a:solidFill>
                <a:latin typeface="Lalezar" pitchFamily="2" charset="-78"/>
                <a:cs typeface="Lalezar" pitchFamily="2" charset="-78"/>
              </a:rPr>
              <a:t>استاد باقری</a:t>
            </a:r>
            <a:endParaRPr lang="en-US" sz="1200" dirty="0">
              <a:solidFill>
                <a:schemeClr val="tx2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CE3B8-BE1F-AE4A-80FD-319A4A0B6489}"/>
              </a:ext>
            </a:extLst>
          </p:cNvPr>
          <p:cNvSpPr txBox="1"/>
          <p:nvPr/>
        </p:nvSpPr>
        <p:spPr>
          <a:xfrm>
            <a:off x="4185515" y="256686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Lalezar" pitchFamily="2" charset="-78"/>
                <a:cs typeface="Lalezar" pitchFamily="2" charset="-78"/>
              </a:rPr>
              <a:t>ف</a:t>
            </a:r>
            <a:r>
              <a:rPr lang="fa-IR" dirty="0" err="1">
                <a:solidFill>
                  <a:schemeClr val="bg2"/>
                </a:solidFill>
                <a:latin typeface="Lalezar" pitchFamily="2" charset="-78"/>
                <a:cs typeface="Lalezar" pitchFamily="2" charset="-78"/>
              </a:rPr>
              <a:t>صل</a:t>
            </a:r>
            <a:r>
              <a:rPr lang="fa-IR" dirty="0">
                <a:solidFill>
                  <a:schemeClr val="bg2"/>
                </a:solidFill>
                <a:latin typeface="Lalezar" pitchFamily="2" charset="-78"/>
                <a:cs typeface="Lalezar" pitchFamily="2" charset="-78"/>
              </a:rPr>
              <a:t> ۱۰</a:t>
            </a:r>
            <a:endParaRPr lang="en-US" dirty="0">
              <a:solidFill>
                <a:schemeClr val="bg2"/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2242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1.23457E-6 L -0.03489 1.2345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3.33333E-6 L 0.00035 0.05031 " pathEditMode="relative" rAng="0" ptsTypes="AA">
                                          <p:cBhvr>
                                            <p:cTn id="10" dur="5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2.09877E-6 L 0.00035 0.05031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33333E-6 -4.93827E-7 L 0.00035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82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6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38889E-6 0.00123 L 0.01337 0.03055 " pathEditMode="relative" rAng="0" ptsTypes="AA" p14:bounceEnd="5091">
                                          <p:cBhvr>
                                            <p:cTn id="18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5E-6 0.00123 L 0.01337 0.03055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61111E-6 0.00124 L 0.01336 0.03056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8" dur="9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3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3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3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36" dur="4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38" dur="6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40" dur="2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2" dur="9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44" dur="32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-0.00185 L 2.22222E-6 0.03765 " pathEditMode="relative" rAng="0" ptsTypes="AA">
                                          <p:cBhvr>
                                            <p:cTn id="46" dur="5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6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2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11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1.23457E-6 L -0.03489 1.2345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3.33333E-6 L 0.00035 0.05031 " pathEditMode="relative" rAng="0" ptsTypes="AA">
                                          <p:cBhvr>
                                            <p:cTn id="10" dur="5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2.09877E-6 L 0.00035 0.05031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33333E-6 -4.93827E-7 L 0.00035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82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38889E-6 0.00123 L 0.01337 0.03055 " pathEditMode="relative" rAng="0" ptsTypes="AA">
                                          <p:cBhvr>
                                            <p:cTn id="18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5E-6 0.00123 L 0.01337 0.03055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61111E-6 0.00124 L 0.01336 0.03056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8" dur="9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3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3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36" dur="4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8" dur="6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40" dur="2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2" dur="9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44" dur="32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-0.00185 L 2.22222E-6 0.03765 " pathEditMode="relative" rAng="0" ptsTypes="AA">
                                          <p:cBhvr>
                                            <p:cTn id="46" dur="5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6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2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11" grpId="0"/>
          <p:bldP spid="14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rgbClr val="A498E2"/>
            </a:gs>
            <a:gs pos="40992">
              <a:srgbClr val="AC9FE4"/>
            </a:gs>
            <a:gs pos="42000">
              <a:srgbClr val="AC9FE4"/>
            </a:gs>
            <a:gs pos="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C976-C306-BE4A-B1F6-C7B358ECA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6077" y="446048"/>
            <a:ext cx="3591845" cy="1668909"/>
          </a:xfrm>
        </p:spPr>
        <p:txBody>
          <a:bodyPr/>
          <a:lstStyle/>
          <a:p>
            <a:pPr algn="ctr" defTabSz="685800" rtl="1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fa-IR" sz="4400" dirty="0">
                <a:latin typeface="Lalezar" pitchFamily="2" charset="-78"/>
                <a:cs typeface="Lalezar" pitchFamily="2" charset="-78"/>
              </a:rPr>
              <a:t>نفر اول</a:t>
            </a:r>
            <a:endParaRPr lang="en-US" sz="4400" dirty="0"/>
          </a:p>
        </p:txBody>
      </p:sp>
      <p:pic>
        <p:nvPicPr>
          <p:cNvPr id="5" name="Imagen 14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A5F84EF3-B7A7-2D40-9AAB-EF0D4854EC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17969043">
            <a:off x="-822486" y="3633055"/>
            <a:ext cx="2477967" cy="1102610"/>
          </a:xfrm>
          <a:prstGeom prst="rect">
            <a:avLst/>
          </a:prstGeom>
        </p:spPr>
      </p:pic>
      <p:pic>
        <p:nvPicPr>
          <p:cNvPr id="6" name="Imagen 19" descr="Icono&#10;&#10;Descripción generada automáticamente">
            <a:extLst>
              <a:ext uri="{FF2B5EF4-FFF2-40B4-BE49-F238E27FC236}">
                <a16:creationId xmlns:a16="http://schemas.microsoft.com/office/drawing/2014/main" id="{250461B7-A4F4-124F-A0CF-E58FD0522A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20639185">
            <a:off x="-354108" y="4382203"/>
            <a:ext cx="1955286" cy="866325"/>
          </a:xfrm>
          <a:prstGeom prst="rect">
            <a:avLst/>
          </a:prstGeom>
        </p:spPr>
      </p:pic>
      <p:pic>
        <p:nvPicPr>
          <p:cNvPr id="7" name="Imagen 20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A1F809E3-8E84-D144-945C-57FDF200BF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980564" y="3614794"/>
            <a:ext cx="471505" cy="451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768D67-517C-9540-B4E6-512BC02DC764}"/>
              </a:ext>
            </a:extLst>
          </p:cNvPr>
          <p:cNvSpPr txBox="1"/>
          <p:nvPr/>
        </p:nvSpPr>
        <p:spPr>
          <a:xfrm>
            <a:off x="6957043" y="2326659"/>
            <a:ext cx="1847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endParaRPr lang="en-US" sz="6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7D5CF-6978-9046-8B0E-6E38FDA058E7}"/>
              </a:ext>
            </a:extLst>
          </p:cNvPr>
          <p:cNvSpPr txBox="1"/>
          <p:nvPr/>
        </p:nvSpPr>
        <p:spPr>
          <a:xfrm>
            <a:off x="1710317" y="2234326"/>
            <a:ext cx="572336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457200" rtl="1" eaLnBrk="1" latinLnBrk="0" hangingPunct="1"/>
            <a:r>
              <a:rPr lang="fa-IR" sz="6600" dirty="0">
                <a:latin typeface="Lalezar" pitchFamily="2" charset="-78"/>
                <a:cs typeface="Lalezar" pitchFamily="2" charset="-78"/>
              </a:rPr>
              <a:t>سید پارسا بنی </a:t>
            </a:r>
            <a:r>
              <a:rPr lang="fa-IR" sz="6600" dirty="0" err="1">
                <a:latin typeface="Lalezar" pitchFamily="2" charset="-78"/>
                <a:cs typeface="Lalezar" pitchFamily="2" charset="-78"/>
              </a:rPr>
              <a:t>طباء</a:t>
            </a:r>
            <a:endParaRPr lang="en-US" sz="66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9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4DF29A-F8F8-EB46-9BC5-70D7BC3C866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8537574" y="4520148"/>
            <a:ext cx="801545" cy="79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10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8000" decel="9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6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8000" decel="9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0.00185 L 3.88889E-6 0.03765 " pathEditMode="relative" rAng="0" ptsTypes="AA">
                                      <p:cBhvr>
                                        <p:cTn id="8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7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accel="8000" decel="9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10" dur="2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8000" decel="9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00185 L 8.33333E-7 0.03766 " pathEditMode="relative" rAng="0" ptsTypes="AA">
                                      <p:cBhvr>
                                        <p:cTn id="12" dur="2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7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22222E-6 L 0.00035 0.05031 " pathEditMode="relative" rAng="0" ptsTypes="AA">
                                      <p:cBhvr>
                                        <p:cTn id="14" dur="2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1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19000" decel="19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48148E-6 L 0.00035 0.05031 " pathEditMode="relative" rAng="0" ptsTypes="AA">
                                      <p:cBhvr>
                                        <p:cTn id="22" dur="3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AD8DF-7D23-45C7-BCC3-90B63A7C0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فهرست مطالب</a:t>
            </a:r>
            <a:br>
              <a:rPr lang="fa-IR" dirty="0">
                <a:latin typeface="Lalezar" pitchFamily="2" charset="-78"/>
                <a:cs typeface="Lalezar" pitchFamily="2" charset="-78"/>
              </a:rPr>
            </a:br>
            <a:endParaRPr lang="en-US" dirty="0"/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D5E26916-7F3B-BEAB-0511-C65D3D2F300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A6B2A40-59D6-3D0F-7E54-18650D8F85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4110" y="2881884"/>
            <a:ext cx="2202563" cy="392481"/>
          </a:xfrm>
        </p:spPr>
        <p:txBody>
          <a:bodyPr/>
          <a:lstStyle/>
          <a:p>
            <a:r>
              <a:rPr lang="fa-IR" sz="2800" dirty="0">
                <a:latin typeface="Lalezar" pitchFamily="2" charset="-78"/>
                <a:cs typeface="Lalezar" pitchFamily="2" charset="-78"/>
              </a:rPr>
              <a:t>عناصری که به حافظه نیاز دارند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C3820936-0AE4-D37D-0A49-8665A47B8FA8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372ACB73-1EEA-7A77-34CA-9B47D63D4F77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2807739" y="3819326"/>
            <a:ext cx="1299925" cy="749420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A30B459-3EC0-B6A4-B99B-A87BA115852B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4040758" y="4249542"/>
            <a:ext cx="2060795" cy="392481"/>
          </a:xfrm>
        </p:spPr>
        <p:txBody>
          <a:bodyPr/>
          <a:lstStyle/>
          <a:p>
            <a:r>
              <a:rPr lang="en-US" dirty="0" err="1">
                <a:latin typeface="Lalezar" pitchFamily="2" charset="-78"/>
                <a:cs typeface="Lalezar" pitchFamily="2" charset="-78"/>
              </a:rPr>
              <a:t>م</a:t>
            </a:r>
            <a:r>
              <a:rPr lang="fa-IR" dirty="0" err="1">
                <a:latin typeface="Lalezar" pitchFamily="2" charset="-78"/>
                <a:cs typeface="Lalezar" pitchFamily="2" charset="-78"/>
              </a:rPr>
              <a:t>دیریت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حافظه ایستا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F035AD5-85F8-884B-6B0E-E6B87D66897D}"/>
              </a:ext>
            </a:extLst>
          </p:cNvPr>
          <p:cNvGrpSpPr/>
          <p:nvPr/>
        </p:nvGrpSpPr>
        <p:grpSpPr>
          <a:xfrm>
            <a:off x="534432" y="918216"/>
            <a:ext cx="7930332" cy="779096"/>
            <a:chOff x="400539" y="905062"/>
            <a:chExt cx="8198117" cy="805404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5B77E4B7-0F24-AC14-5CE2-67CF0CC9FA63}"/>
                </a:ext>
              </a:extLst>
            </p:cNvPr>
            <p:cNvSpPr/>
            <p:nvPr/>
          </p:nvSpPr>
          <p:spPr>
            <a:xfrm>
              <a:off x="730437" y="1624888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C64B76C5-D4BF-899A-4C94-8BDF2E1487B6}"/>
                </a:ext>
              </a:extLst>
            </p:cNvPr>
            <p:cNvSpPr/>
            <p:nvPr/>
          </p:nvSpPr>
          <p:spPr>
            <a:xfrm>
              <a:off x="400539" y="1082027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F86804F-3376-8490-AD49-33AE12D7D417}"/>
                </a:ext>
              </a:extLst>
            </p:cNvPr>
            <p:cNvSpPr/>
            <p:nvPr/>
          </p:nvSpPr>
          <p:spPr>
            <a:xfrm>
              <a:off x="8047335" y="905062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8C5A5FE4-ED7E-0EEC-4114-41C560842EA9}"/>
                </a:ext>
              </a:extLst>
            </p:cNvPr>
            <p:cNvSpPr/>
            <p:nvPr/>
          </p:nvSpPr>
          <p:spPr>
            <a:xfrm>
              <a:off x="8446256" y="1314726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6B84C2C2-AAFF-58FA-C5CB-7EC8EA793ADC}"/>
                </a:ext>
              </a:extLst>
            </p:cNvPr>
            <p:cNvSpPr/>
            <p:nvPr/>
          </p:nvSpPr>
          <p:spPr>
            <a:xfrm>
              <a:off x="1302787" y="911824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Marcador de texto 24">
            <a:extLst>
              <a:ext uri="{FF2B5EF4-FFF2-40B4-BE49-F238E27FC236}">
                <a16:creationId xmlns:a16="http://schemas.microsoft.com/office/drawing/2014/main" id="{3D2D3E69-2AD3-8541-AD0C-C3DD036F28F4}"/>
              </a:ext>
            </a:extLst>
          </p:cNvPr>
          <p:cNvSpPr txBox="1">
            <a:spLocks/>
          </p:cNvSpPr>
          <p:nvPr/>
        </p:nvSpPr>
        <p:spPr>
          <a:xfrm>
            <a:off x="5920616" y="2103464"/>
            <a:ext cx="2343652" cy="1363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Staatliches" pitchFamily="2" charset="0"/>
                <a:ea typeface="+mn-ea"/>
                <a:cs typeface="Arial" panose="020B0604020202020204" pitchFamily="34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sz="2800" dirty="0">
                <a:latin typeface="Lalezar" pitchFamily="2" charset="-78"/>
                <a:cs typeface="Lalezar" pitchFamily="2" charset="-78"/>
              </a:rPr>
              <a:t>مدیریت حافظه تحت کنترل برنامه </a:t>
            </a:r>
            <a:r>
              <a:rPr lang="fa-IR" sz="2800" dirty="0" err="1">
                <a:latin typeface="Lalezar" pitchFamily="2" charset="-78"/>
                <a:cs typeface="Lalezar" pitchFamily="2" charset="-78"/>
              </a:rPr>
              <a:t>نویس</a:t>
            </a:r>
            <a:r>
              <a:rPr lang="fa-IR" sz="2800" dirty="0">
                <a:latin typeface="Lalezar" pitchFamily="2" charset="-78"/>
                <a:cs typeface="Lalezar" pitchFamily="2" charset="-78"/>
              </a:rPr>
              <a:t> و سیستم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6" name="Imagen 14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B77FC89A-58CE-284F-A0D1-5D4B807C58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17969043">
            <a:off x="-952386" y="2757611"/>
            <a:ext cx="2477967" cy="1102610"/>
          </a:xfrm>
          <a:prstGeom prst="rect">
            <a:avLst/>
          </a:prstGeom>
        </p:spPr>
      </p:pic>
      <p:pic>
        <p:nvPicPr>
          <p:cNvPr id="17" name="Imagen 19" descr="Icono&#10;&#10;Descripción generada automáticamente">
            <a:extLst>
              <a:ext uri="{FF2B5EF4-FFF2-40B4-BE49-F238E27FC236}">
                <a16:creationId xmlns:a16="http://schemas.microsoft.com/office/drawing/2014/main" id="{112269E9-E6C1-784F-BE92-63C113B696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20639185">
            <a:off x="-507150" y="3835234"/>
            <a:ext cx="1955286" cy="86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0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" dur="16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2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2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2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93889E-18 -0.00185 L 6.93889E-18 0.03765 " pathEditMode="relative" rAng="0" ptsTypes="AA">
                                          <p:cBhvr>
                                            <p:cTn id="31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33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0.00185 L 1.11111E-6 0.03765 " pathEditMode="relative" rAng="0" ptsTypes="AA">
                                          <p:cBhvr>
                                            <p:cTn id="35" dur="27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24" grpId="0"/>
          <p:bldP spid="25" grpId="0"/>
          <p:bldP spid="36" grpId="0"/>
          <p:bldP spid="39" grpId="0"/>
          <p:bldP spid="40" grpId="0"/>
          <p:bldP spid="2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" dur="16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2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2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2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93889E-18 -0.00185 L 6.93889E-18 0.03765 " pathEditMode="relative" rAng="0" ptsTypes="AA">
                                          <p:cBhvr>
                                            <p:cTn id="31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33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0.00185 L 1.11111E-6 0.03765 " pathEditMode="relative" rAng="0" ptsTypes="AA">
                                          <p:cBhvr>
                                            <p:cTn id="35" dur="27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24" grpId="0"/>
          <p:bldP spid="25" grpId="0"/>
          <p:bldP spid="36" grpId="0"/>
          <p:bldP spid="39" grpId="0"/>
          <p:bldP spid="40" grpId="0"/>
          <p:bldP spid="29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rma&#10;&#10;Descripción generada automáticamente">
            <a:extLst>
              <a:ext uri="{FF2B5EF4-FFF2-40B4-BE49-F238E27FC236}">
                <a16:creationId xmlns:a16="http://schemas.microsoft.com/office/drawing/2014/main" id="{F2C40DD3-0FB4-7083-371E-27079241DA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8" t="11190" r="47314" b="12346"/>
          <a:stretch/>
        </p:blipFill>
        <p:spPr>
          <a:xfrm>
            <a:off x="7920953" y="2717322"/>
            <a:ext cx="1223046" cy="1134961"/>
          </a:xfrm>
          <a:prstGeom prst="rect">
            <a:avLst/>
          </a:prstGeom>
        </p:spPr>
      </p:pic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78444BCE-AC51-0EBF-1E27-A44A5DE82F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8" t="16723" r="2754" b="16966"/>
          <a:stretch/>
        </p:blipFill>
        <p:spPr>
          <a:xfrm flipV="1">
            <a:off x="-171449" y="-68580"/>
            <a:ext cx="3283602" cy="1702336"/>
          </a:xfrm>
          <a:prstGeom prst="rect">
            <a:avLst/>
          </a:prstGeom>
        </p:spPr>
      </p:pic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FC5252B5-042A-050D-A4A9-CE2C7BFE62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03" t="24065" r="2121" b="27656"/>
          <a:stretch/>
        </p:blipFill>
        <p:spPr>
          <a:xfrm flipV="1">
            <a:off x="-156282" y="-215983"/>
            <a:ext cx="1832919" cy="1014256"/>
          </a:xfrm>
          <a:prstGeom prst="rect">
            <a:avLst/>
          </a:prstGeom>
        </p:spPr>
      </p:pic>
      <p:pic>
        <p:nvPicPr>
          <p:cNvPr id="7" name="Imagen 6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5EACE198-8088-997F-FD46-02F8E53370E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t="39961" r="62780" b="21464"/>
          <a:stretch/>
        </p:blipFill>
        <p:spPr>
          <a:xfrm>
            <a:off x="6150106" y="3393003"/>
            <a:ext cx="3163425" cy="1899213"/>
          </a:xfrm>
          <a:prstGeom prst="rect">
            <a:avLst/>
          </a:prstGeom>
        </p:spPr>
      </p:pic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B5CD2A73-C90A-A1B8-BED4-05152A69158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5" r="53804" b="34414"/>
          <a:stretch/>
        </p:blipFill>
        <p:spPr>
          <a:xfrm>
            <a:off x="6752508" y="3284803"/>
            <a:ext cx="2463658" cy="185869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DD147-0A38-4E87-9D9A-1D9976EF1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4851" y="1094542"/>
            <a:ext cx="3888837" cy="2325085"/>
          </a:xfrm>
        </p:spPr>
        <p:txBody>
          <a:bodyPr/>
          <a:lstStyle/>
          <a:p>
            <a:r>
              <a:rPr lang="fa-IR" sz="4800" dirty="0">
                <a:latin typeface="Lalezar" pitchFamily="2" charset="-78"/>
                <a:cs typeface="Lalezar" pitchFamily="2" charset="-78"/>
              </a:rPr>
              <a:t>عناصری که به حافظه نیاز دارند</a:t>
            </a:r>
            <a:endParaRPr lang="en-US" sz="4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961B-AA6F-44A9-9907-E12FC2E32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258" y="3393003"/>
            <a:ext cx="2473065" cy="529090"/>
          </a:xfrm>
        </p:spPr>
        <p:txBody>
          <a:bodyPr>
            <a:noAutofit/>
          </a:bodyPr>
          <a:lstStyle/>
          <a:p>
            <a: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fa-IR" b="1" dirty="0">
                <a:cs typeface="AL BAYAN PLAIN" pitchFamily="2" charset="-78"/>
              </a:rPr>
              <a:t>شروعی بر شناخت حافظه</a:t>
            </a:r>
            <a:endParaRPr lang="en-US" b="1" dirty="0">
              <a:solidFill>
                <a:schemeClr val="tx1"/>
              </a:solidFill>
              <a:cs typeface="AL BAYAN PLAIN" pitchFamily="2" charset="-78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D68E61-016F-4F06-8E47-3BB96B0309F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51485" y="1430583"/>
            <a:ext cx="3110054" cy="615714"/>
          </a:xfrm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8800" dirty="0"/>
              <a:t>01</a:t>
            </a:r>
          </a:p>
        </p:txBody>
      </p:sp>
      <p:pic>
        <p:nvPicPr>
          <p:cNvPr id="15" name="Imagen 14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41E0F4B5-83D5-81F9-D16E-BFEC6113F8C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17969043">
            <a:off x="-789033" y="3688811"/>
            <a:ext cx="2477967" cy="1102610"/>
          </a:xfrm>
          <a:prstGeom prst="rect">
            <a:avLst/>
          </a:prstGeom>
        </p:spPr>
      </p:pic>
      <p:pic>
        <p:nvPicPr>
          <p:cNvPr id="17" name="Imagen 16" descr="Círculo&#10;&#10;Descripción generada automáticamente">
            <a:extLst>
              <a:ext uri="{FF2B5EF4-FFF2-40B4-BE49-F238E27FC236}">
                <a16:creationId xmlns:a16="http://schemas.microsoft.com/office/drawing/2014/main" id="{80D10D1F-A34B-F59E-0925-BDA9E197E11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341488" y="1076751"/>
            <a:ext cx="801545" cy="799242"/>
          </a:xfrm>
          <a:prstGeom prst="rect">
            <a:avLst/>
          </a:prstGeom>
        </p:spPr>
      </p:pic>
      <p:pic>
        <p:nvPicPr>
          <p:cNvPr id="19" name="Imagen 18" descr="Imagen que contiene Forma&#10;&#10;Descripción generada automáticamente">
            <a:extLst>
              <a:ext uri="{FF2B5EF4-FFF2-40B4-BE49-F238E27FC236}">
                <a16:creationId xmlns:a16="http://schemas.microsoft.com/office/drawing/2014/main" id="{C7F49B56-7AD9-FD06-4831-7F0F265D5FD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7382585" y="-1151886"/>
            <a:ext cx="2300037" cy="2285787"/>
          </a:xfrm>
          <a:prstGeom prst="rect">
            <a:avLst/>
          </a:prstGeom>
        </p:spPr>
      </p:pic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F95500FF-5F15-A707-A8B0-D6BB4B4CF0D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20639185">
            <a:off x="-354108" y="4382203"/>
            <a:ext cx="1955286" cy="866325"/>
          </a:xfrm>
          <a:prstGeom prst="rect">
            <a:avLst/>
          </a:prstGeom>
        </p:spPr>
      </p:pic>
      <p:pic>
        <p:nvPicPr>
          <p:cNvPr id="21" name="Imagen 20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5BEF0C80-96ED-ACA3-1509-73CBAD54B15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980564" y="3614794"/>
            <a:ext cx="471505" cy="451627"/>
          </a:xfrm>
          <a:prstGeom prst="rect">
            <a:avLst/>
          </a:prstGeom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112AC5FB-292F-AF20-3273-D5F7C2185005}"/>
              </a:ext>
            </a:extLst>
          </p:cNvPr>
          <p:cNvSpPr/>
          <p:nvPr/>
        </p:nvSpPr>
        <p:spPr>
          <a:xfrm>
            <a:off x="13407807" y="4655444"/>
            <a:ext cx="81089" cy="810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8168F1AF-FF19-5CE0-ACFA-FC1FAEC94904}"/>
              </a:ext>
            </a:extLst>
          </p:cNvPr>
          <p:cNvGrpSpPr/>
          <p:nvPr/>
        </p:nvGrpSpPr>
        <p:grpSpPr>
          <a:xfrm>
            <a:off x="479578" y="1325239"/>
            <a:ext cx="7725988" cy="3135952"/>
            <a:chOff x="353635" y="1274118"/>
            <a:chExt cx="7977874" cy="323819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13A0A0C-768A-103F-9788-31DBF077BFF4}"/>
                </a:ext>
              </a:extLst>
            </p:cNvPr>
            <p:cNvSpPr/>
            <p:nvPr/>
          </p:nvSpPr>
          <p:spPr>
            <a:xfrm>
              <a:off x="353635" y="2349689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D7E544-DC0C-C77B-8580-CAE9813CF86B}"/>
                </a:ext>
              </a:extLst>
            </p:cNvPr>
            <p:cNvSpPr/>
            <p:nvPr/>
          </p:nvSpPr>
          <p:spPr>
            <a:xfrm>
              <a:off x="1338442" y="2358303"/>
              <a:ext cx="81089" cy="810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060FA3F-4E9E-249A-5455-536C4A71EDFC}"/>
                </a:ext>
              </a:extLst>
            </p:cNvPr>
            <p:cNvSpPr/>
            <p:nvPr/>
          </p:nvSpPr>
          <p:spPr>
            <a:xfrm>
              <a:off x="1498925" y="1274118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43307E2-2F1E-6FD3-F1B1-9D1DD0C21CD9}"/>
                </a:ext>
              </a:extLst>
            </p:cNvPr>
            <p:cNvSpPr/>
            <p:nvPr/>
          </p:nvSpPr>
          <p:spPr>
            <a:xfrm>
              <a:off x="1639948" y="2631744"/>
              <a:ext cx="85578" cy="8557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8422F606-6846-2810-C0AA-DCDE5A4FC325}"/>
                </a:ext>
              </a:extLst>
            </p:cNvPr>
            <p:cNvSpPr/>
            <p:nvPr/>
          </p:nvSpPr>
          <p:spPr>
            <a:xfrm>
              <a:off x="7106255" y="1700791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7567F1F1-DB0D-5FC5-18D4-19A9916A379B}"/>
                </a:ext>
              </a:extLst>
            </p:cNvPr>
            <p:cNvSpPr/>
            <p:nvPr/>
          </p:nvSpPr>
          <p:spPr>
            <a:xfrm>
              <a:off x="7604339" y="386647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5FB70843-6506-4AD3-0AEC-754F6F42C3DF}"/>
                </a:ext>
              </a:extLst>
            </p:cNvPr>
            <p:cNvSpPr/>
            <p:nvPr/>
          </p:nvSpPr>
          <p:spPr>
            <a:xfrm>
              <a:off x="7756739" y="2510730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FF43F78-8087-7207-A9F4-F0530FFFBDF6}"/>
                </a:ext>
              </a:extLst>
            </p:cNvPr>
            <p:cNvSpPr/>
            <p:nvPr/>
          </p:nvSpPr>
          <p:spPr>
            <a:xfrm>
              <a:off x="8245931" y="1556293"/>
              <a:ext cx="85578" cy="8557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34D7C7C-0EA5-1847-6DEC-93E82047218F}"/>
                </a:ext>
              </a:extLst>
            </p:cNvPr>
            <p:cNvSpPr/>
            <p:nvPr/>
          </p:nvSpPr>
          <p:spPr>
            <a:xfrm>
              <a:off x="1868805" y="4431222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65964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-4.07407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33333E-6 -4.93827E-7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82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0000" decel="10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14" dur="5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0.00124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3 L 0.01337 0.03055 " pathEditMode="relative" rAng="0" ptsTypes="AA" p14:bounceEnd="5091">
                                          <p:cBhvr>
                                            <p:cTn id="20" dur="3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8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-1.48148E-6 L 0.00677 -0.0179 " pathEditMode="relative" rAng="0" ptsTypes="AA">
                                          <p:cBhvr>
                                            <p:cTn id="24" dur="2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30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6" dur="6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-4.93827E-7 L 0.00539 -0.01049 " pathEditMode="relative" rAng="0" ptsTypes="AA">
                                          <p:cBhvr>
                                            <p:cTn id="28" dur="4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" y="-52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30" dur="3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32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-0.00185 L 2.22222E-6 0.03765 " pathEditMode="relative" rAng="0" ptsTypes="AA">
                                          <p:cBhvr>
                                            <p:cTn id="34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36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0.00185 L 8.33333E-7 0.03766 " pathEditMode="relative" rAng="0" ptsTypes="AA">
                                          <p:cBhvr>
                                            <p:cTn id="38" dur="2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2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16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2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-4.07407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33333E-6 -4.93827E-7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82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0000" decel="10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14" dur="5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0.00124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3 L 0.01337 0.03055 " pathEditMode="relative" rAng="0" ptsTypes="AA">
                                          <p:cBhvr>
                                            <p:cTn id="20" dur="3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8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-1.48148E-6 L 0.00677 -0.0179 " pathEditMode="relative" rAng="0" ptsTypes="AA">
                                          <p:cBhvr>
                                            <p:cTn id="24" dur="2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30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6" dur="6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-4.93827E-7 L 0.00539 -0.01049 " pathEditMode="relative" rAng="0" ptsTypes="AA">
                                          <p:cBhvr>
                                            <p:cTn id="28" dur="4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" y="-52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0" dur="3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32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-0.00185 L 2.22222E-6 0.03765 " pathEditMode="relative" rAng="0" ptsTypes="AA">
                                          <p:cBhvr>
                                            <p:cTn id="34" dur="4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36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0.00185 L 8.33333E-7 0.03766 " pathEditMode="relative" rAng="0" ptsTypes="AA">
                                          <p:cBhvr>
                                            <p:cTn id="38" dur="2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2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16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2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8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7454375" y="1142984"/>
            <a:ext cx="2297486" cy="1134961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16200000">
            <a:off x="6260796" y="599457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16200000">
            <a:off x="7296355" y="-24866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16200000">
            <a:off x="7980309" y="-378887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7019410" y="3137766"/>
            <a:ext cx="1395910" cy="1387261"/>
          </a:xfrm>
          <a:prstGeom prst="rect">
            <a:avLst/>
          </a:prstGeom>
        </p:spPr>
      </p:pic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FB32CF01-3B95-DA83-BCFF-7F4124AE76C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1207" r="22900" b="4213"/>
          <a:stretch/>
        </p:blipFill>
        <p:spPr>
          <a:xfrm rot="5400000" flipH="1" flipV="1">
            <a:off x="5041915" y="1600304"/>
            <a:ext cx="2703580" cy="2708726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153A5D8-3B98-4BE7-8334-478BB8EE0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479" y="446685"/>
            <a:ext cx="4224183" cy="1158014"/>
          </a:xfrm>
        </p:spPr>
        <p:txBody>
          <a:bodyPr/>
          <a:lstStyle/>
          <a:p>
            <a:pPr algn="ctr"/>
            <a:r>
              <a:rPr lang="fa-IR" sz="2400" dirty="0">
                <a:latin typeface="Lalezar" pitchFamily="2" charset="-78"/>
                <a:cs typeface="Lalezar" pitchFamily="2" charset="-78"/>
              </a:rPr>
              <a:t>برنامه </a:t>
            </a:r>
            <a:r>
              <a:rPr lang="fa-IR" sz="2400" dirty="0" err="1">
                <a:latin typeface="Lalezar" pitchFamily="2" charset="-78"/>
                <a:cs typeface="Lalezar" pitchFamily="2" charset="-78"/>
              </a:rPr>
              <a:t>نویس</a:t>
            </a:r>
            <a:r>
              <a:rPr lang="fa-IR" sz="2400" dirty="0">
                <a:latin typeface="Lalezar" pitchFamily="2" charset="-78"/>
                <a:cs typeface="Lalezar" pitchFamily="2" charset="-78"/>
              </a:rPr>
              <a:t> تمایل دارد مدیریت حافظه را برحسب حافظه </a:t>
            </a:r>
            <a:r>
              <a:rPr lang="fa-IR" sz="2400" dirty="0" err="1">
                <a:latin typeface="Lalezar" pitchFamily="2" charset="-78"/>
                <a:cs typeface="Lalezar" pitchFamily="2" charset="-78"/>
              </a:rPr>
              <a:t>ی</a:t>
            </a:r>
            <a:r>
              <a:rPr lang="fa-IR" sz="2400" dirty="0">
                <a:latin typeface="Lalezar" pitchFamily="2" charset="-78"/>
                <a:cs typeface="Lalezar" pitchFamily="2" charset="-78"/>
              </a:rPr>
              <a:t> داده ها و برنامه های ترجمه شده ببیند</a:t>
            </a:r>
            <a:endParaRPr lang="en-US" sz="24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8B0BD868-7DC3-3F06-AC46-18A2210004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5" r="23615"/>
          <a:stretch/>
        </p:blipFill>
        <p:spPr>
          <a:xfrm>
            <a:off x="5396689" y="2007954"/>
            <a:ext cx="1982095" cy="1964710"/>
          </a:xfr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5126014" y="750978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625637" y="1285109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Freeform 9">
            <a:extLst>
              <a:ext uri="{FF2B5EF4-FFF2-40B4-BE49-F238E27FC236}">
                <a16:creationId xmlns:a16="http://schemas.microsoft.com/office/drawing/2014/main" id="{CD50B495-3A64-5B4C-8032-F488D1724C5B}"/>
              </a:ext>
            </a:extLst>
          </p:cNvPr>
          <p:cNvSpPr/>
          <p:nvPr/>
        </p:nvSpPr>
        <p:spPr>
          <a:xfrm>
            <a:off x="732703" y="1032583"/>
            <a:ext cx="432483" cy="580068"/>
          </a:xfrm>
          <a:custGeom>
            <a:avLst/>
            <a:gdLst>
              <a:gd name="connsiteX0" fmla="*/ 535575 w 535575"/>
              <a:gd name="connsiteY0" fmla="*/ 0 h 1425251"/>
              <a:gd name="connsiteX1" fmla="*/ 317 w 535575"/>
              <a:gd name="connsiteY1" fmla="*/ 814039 h 1425251"/>
              <a:gd name="connsiteX2" fmla="*/ 457517 w 535575"/>
              <a:gd name="connsiteY2" fmla="*/ 1371600 h 1425251"/>
              <a:gd name="connsiteX3" fmla="*/ 479819 w 535575"/>
              <a:gd name="connsiteY3" fmla="*/ 1371600 h 1425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5575" h="1425251">
                <a:moveTo>
                  <a:pt x="535575" y="0"/>
                </a:moveTo>
                <a:cubicBezTo>
                  <a:pt x="274451" y="292719"/>
                  <a:pt x="13327" y="585439"/>
                  <a:pt x="317" y="814039"/>
                </a:cubicBezTo>
                <a:cubicBezTo>
                  <a:pt x="-12693" y="1042639"/>
                  <a:pt x="377600" y="1278673"/>
                  <a:pt x="457517" y="1371600"/>
                </a:cubicBezTo>
                <a:cubicBezTo>
                  <a:pt x="537434" y="1464527"/>
                  <a:pt x="508626" y="1418063"/>
                  <a:pt x="479819" y="1371600"/>
                </a:cubicBez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E52E06-DCD9-664A-B069-C75089D86E86}"/>
              </a:ext>
            </a:extLst>
          </p:cNvPr>
          <p:cNvCxnSpPr>
            <a:cxnSpLocks/>
          </p:cNvCxnSpPr>
          <p:nvPr/>
        </p:nvCxnSpPr>
        <p:spPr>
          <a:xfrm flipH="1">
            <a:off x="1196991" y="1033643"/>
            <a:ext cx="15031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F4A503C-2B7C-AC42-ABC5-E8235DD874C7}"/>
              </a:ext>
            </a:extLst>
          </p:cNvPr>
          <p:cNvSpPr txBox="1">
            <a:spLocks/>
          </p:cNvSpPr>
          <p:nvPr/>
        </p:nvSpPr>
        <p:spPr>
          <a:xfrm>
            <a:off x="788101" y="2353721"/>
            <a:ext cx="4134678" cy="615714"/>
          </a:xfrm>
          <a:prstGeom prst="ellipse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a-IR" sz="1800" dirty="0">
                <a:solidFill>
                  <a:srgbClr val="7030A0"/>
                </a:solidFill>
                <a:latin typeface="Lalezar" pitchFamily="2" charset="-78"/>
                <a:cs typeface="Lalezar" pitchFamily="2" charset="-78"/>
              </a:rPr>
              <a:t>برنامه های زمان اجرای سیستم</a:t>
            </a:r>
            <a:endParaRPr lang="en-US" sz="1800" dirty="0">
              <a:solidFill>
                <a:srgbClr val="7030A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9D958634-A5B5-B24D-8AB3-345887556479}"/>
              </a:ext>
            </a:extLst>
          </p:cNvPr>
          <p:cNvSpPr txBox="1">
            <a:spLocks/>
          </p:cNvSpPr>
          <p:nvPr/>
        </p:nvSpPr>
        <p:spPr>
          <a:xfrm>
            <a:off x="2600417" y="3146212"/>
            <a:ext cx="3110054" cy="615714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anrope Medium" pitchFamily="2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 sz="8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5A78F2-AECB-2F49-8C2B-27EC370442E1}"/>
              </a:ext>
            </a:extLst>
          </p:cNvPr>
          <p:cNvSpPr txBox="1"/>
          <p:nvPr/>
        </p:nvSpPr>
        <p:spPr>
          <a:xfrm>
            <a:off x="1977341" y="222298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err="1">
                <a:latin typeface="Lalezar" pitchFamily="2" charset="-78"/>
                <a:cs typeface="Lalezar" pitchFamily="2" charset="-78"/>
              </a:rPr>
              <a:t>سگمنت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کدها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E29473-3CC4-8C43-9C0D-E2BB52DBE154}"/>
              </a:ext>
            </a:extLst>
          </p:cNvPr>
          <p:cNvSpPr txBox="1"/>
          <p:nvPr/>
        </p:nvSpPr>
        <p:spPr>
          <a:xfrm>
            <a:off x="812156" y="2741753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latin typeface="Lalezar" pitchFamily="2" charset="-78"/>
                <a:cs typeface="Lalezar" pitchFamily="2" charset="-78"/>
              </a:rPr>
              <a:t>ساختمان</a:t>
            </a:r>
            <a:r>
              <a:rPr lang="en-US" dirty="0">
                <a:latin typeface="Lalezar" pitchFamily="2" charset="-78"/>
                <a:cs typeface="Lalezar" pitchFamily="2" charset="-78"/>
              </a:rPr>
              <a:t> 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داده های تعریف شده توسط کاربر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7E0DA8-1BAD-5643-B5C9-FE8199E9B8A1}"/>
              </a:ext>
            </a:extLst>
          </p:cNvPr>
          <p:cNvSpPr txBox="1"/>
          <p:nvPr/>
        </p:nvSpPr>
        <p:spPr>
          <a:xfrm>
            <a:off x="1640299" y="2995959"/>
            <a:ext cx="4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solidFill>
                  <a:srgbClr val="7030A0"/>
                </a:solidFill>
                <a:latin typeface="Lalezar" pitchFamily="2" charset="-78"/>
                <a:cs typeface="Lalezar" pitchFamily="2" charset="-78"/>
              </a:rPr>
              <a:t>نقاط برگشت زیر برنامه ها</a:t>
            </a:r>
            <a:endParaRPr lang="en-US" dirty="0">
              <a:solidFill>
                <a:srgbClr val="7030A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4D63E-0EC1-9247-B5C4-B44305327402}"/>
              </a:ext>
            </a:extLst>
          </p:cNvPr>
          <p:cNvSpPr txBox="1"/>
          <p:nvPr/>
        </p:nvSpPr>
        <p:spPr>
          <a:xfrm>
            <a:off x="1300356" y="3245773"/>
            <a:ext cx="4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حافظه های موقت در ارزیابی عبارت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9624F3-4967-3C4A-806C-F7DA2A715791}"/>
              </a:ext>
            </a:extLst>
          </p:cNvPr>
          <p:cNvSpPr txBox="1"/>
          <p:nvPr/>
        </p:nvSpPr>
        <p:spPr>
          <a:xfrm>
            <a:off x="1145237" y="3527004"/>
            <a:ext cx="4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solidFill>
                  <a:srgbClr val="7030A0"/>
                </a:solidFill>
                <a:latin typeface="Lalezar" pitchFamily="2" charset="-78"/>
                <a:cs typeface="Lalezar" pitchFamily="2" charset="-78"/>
              </a:rPr>
              <a:t>حافظه های موقت برای انتقال پارامتر ها</a:t>
            </a:r>
            <a:endParaRPr lang="en-US" dirty="0">
              <a:solidFill>
                <a:srgbClr val="7030A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C6B0BB-03FA-FB40-892A-49FDF0801514}"/>
              </a:ext>
            </a:extLst>
          </p:cNvPr>
          <p:cNvSpPr txBox="1"/>
          <p:nvPr/>
        </p:nvSpPr>
        <p:spPr>
          <a:xfrm>
            <a:off x="1717785" y="3825973"/>
            <a:ext cx="4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 err="1">
                <a:latin typeface="Lalezar" pitchFamily="2" charset="-78"/>
                <a:cs typeface="Lalezar" pitchFamily="2" charset="-78"/>
              </a:rPr>
              <a:t>بافرهای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ورودی / خروجی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A47A95-CB72-FA43-B82B-62FD58074D15}"/>
              </a:ext>
            </a:extLst>
          </p:cNvPr>
          <p:cNvSpPr txBox="1"/>
          <p:nvPr/>
        </p:nvSpPr>
        <p:spPr>
          <a:xfrm>
            <a:off x="1030368" y="1512351"/>
            <a:ext cx="343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1" eaLnBrk="1" latinLnBrk="0" hangingPunct="1"/>
            <a:r>
              <a:rPr lang="fa-IR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lezar" pitchFamily="2" charset="-78"/>
                <a:cs typeface="Lalezar" pitchFamily="2" charset="-78"/>
              </a:rPr>
              <a:t> عناصر داده و برنامه </a:t>
            </a:r>
            <a:r>
              <a:rPr lang="fa-IR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lezar" pitchFamily="2" charset="-78"/>
                <a:cs typeface="Lalezar" pitchFamily="2" charset="-78"/>
              </a:rPr>
              <a:t>هایی</a:t>
            </a:r>
            <a:r>
              <a:rPr lang="fa-IR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lezar" pitchFamily="2" charset="-78"/>
                <a:cs typeface="Lalezar" pitchFamily="2" charset="-78"/>
              </a:rPr>
              <a:t> که در حین اجرای  برنامه به حافظه </a:t>
            </a:r>
            <a:r>
              <a:rPr lang="fa-IR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lezar" pitchFamily="2" charset="-78"/>
                <a:cs typeface="Lalezar" pitchFamily="2" charset="-78"/>
              </a:rPr>
              <a:t>احتیاح</a:t>
            </a:r>
            <a:r>
              <a:rPr lang="fa-IR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lezar" pitchFamily="2" charset="-78"/>
                <a:cs typeface="Lalezar" pitchFamily="2" charset="-78"/>
              </a:rPr>
              <a:t> دارند :      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9B3663-3A5B-254F-A874-9DCD232F9362}"/>
              </a:ext>
            </a:extLst>
          </p:cNvPr>
          <p:cNvSpPr txBox="1"/>
          <p:nvPr/>
        </p:nvSpPr>
        <p:spPr>
          <a:xfrm>
            <a:off x="1764295" y="4115357"/>
            <a:ext cx="4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solidFill>
                  <a:srgbClr val="7030A0"/>
                </a:solidFill>
                <a:latin typeface="Lalezar" pitchFamily="2" charset="-78"/>
                <a:cs typeface="Lalezar" pitchFamily="2" charset="-78"/>
              </a:rPr>
              <a:t>داده های خراب سیستم</a:t>
            </a:r>
            <a:endParaRPr lang="en-US" dirty="0">
              <a:solidFill>
                <a:srgbClr val="7030A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31F4D3-30CE-7149-8CDB-E2C0C67238E2}"/>
              </a:ext>
            </a:extLst>
          </p:cNvPr>
          <p:cNvSpPr txBox="1"/>
          <p:nvPr/>
        </p:nvSpPr>
        <p:spPr>
          <a:xfrm>
            <a:off x="1165186" y="4421267"/>
            <a:ext cx="487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عملیات درج و حذف اجزای ساختمان داده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6788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3.08642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7.40741E-7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14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33333E-6 -4.81481E-6 L 0.0073 -0.01759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33333E-6 0.00124 L 0.0118 -0.02067 " pathEditMode="relative" rAng="0" ptsTypes="AA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8.33333E-7 0.00123 L 0.00851 -0.03241 " pathEditMode="relative" rAng="0" ptsTypes="AA" p14:bounceEnd="5091">
                                          <p:cBhvr>
                                            <p:cTn id="24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6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6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83951E-6 L 0.00034 0.05031 " pathEditMode="relative" rAng="0" ptsTypes="AA">
                                          <p:cBhvr>
                                            <p:cTn id="3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4" grpId="1"/>
          <p:bldP spid="10" grpId="0" animBg="1"/>
          <p:bldP spid="27" grpId="0"/>
          <p:bldP spid="30" grpId="0"/>
          <p:bldP spid="31" grpId="0"/>
          <p:bldP spid="33" grpId="0"/>
          <p:bldP spid="35" grpId="0"/>
          <p:bldP spid="36" grpId="0"/>
          <p:bldP spid="38" grpId="0"/>
          <p:bldP spid="47" grpId="0"/>
          <p:bldP spid="49" grpId="0"/>
          <p:bldP spid="5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3.08642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7.40741E-7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14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33333E-6 -4.81481E-6 L 0.0073 -0.01759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33333E-6 0.00124 L 0.0118 -0.02067 " pathEditMode="relative" rAng="0" ptsTypes="AA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8.33333E-7 0.00123 L 0.00851 -0.03241 " pathEditMode="relative" rAng="0" ptsTypes="AA">
                                          <p:cBhvr>
                                            <p:cTn id="24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6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6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83951E-6 L 0.00034 0.05031 " pathEditMode="relative" rAng="0" ptsTypes="AA">
                                          <p:cBhvr>
                                            <p:cTn id="3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4" grpId="1"/>
          <p:bldP spid="10" grpId="0" animBg="1"/>
          <p:bldP spid="27" grpId="0"/>
          <p:bldP spid="30" grpId="0"/>
          <p:bldP spid="31" grpId="0"/>
          <p:bldP spid="33" grpId="0"/>
          <p:bldP spid="35" grpId="0"/>
          <p:bldP spid="36" grpId="0"/>
          <p:bldP spid="38" grpId="0"/>
          <p:bldP spid="47" grpId="0"/>
          <p:bldP spid="49" grpId="0"/>
          <p:bldP spid="50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-772596" y="2919219"/>
            <a:ext cx="2009782" cy="992835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16200000">
            <a:off x="6852889" y="97543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16200000">
            <a:off x="7992434" y="-377247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16200000">
            <a:off x="8159213" y="-567105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137479" y="1874830"/>
            <a:ext cx="1395910" cy="1387261"/>
          </a:xfrm>
          <a:prstGeom prst="rect">
            <a:avLst/>
          </a:prstGeom>
        </p:spPr>
      </p:pic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FB32CF01-3B95-DA83-BCFF-7F4124AE76C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1207" r="22900" b="4213"/>
          <a:stretch/>
        </p:blipFill>
        <p:spPr>
          <a:xfrm rot="5400000" flipH="1" flipV="1">
            <a:off x="128372" y="1467315"/>
            <a:ext cx="992835" cy="994725"/>
          </a:xfrm>
          <a:prstGeom prst="rect">
            <a:avLst/>
          </a:prstGeom>
          <a:ln>
            <a:noFill/>
          </a:ln>
          <a:effectLst>
            <a:outerShdw blurRad="50800" dist="11517" dir="5400000" algn="ctr" rotWithShape="0">
              <a:srgbClr val="FFC000"/>
            </a:outerShdw>
          </a:effectLst>
        </p:spPr>
      </p:pic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8B0BD868-7DC3-3F06-AC46-18A2210004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5" r="23615"/>
          <a:stretch/>
        </p:blipFill>
        <p:spPr>
          <a:xfrm>
            <a:off x="232295" y="1575626"/>
            <a:ext cx="784987" cy="778102"/>
          </a:xfr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260642" y="501467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763805" y="1375807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Elipse 28">
            <a:extLst>
              <a:ext uri="{FF2B5EF4-FFF2-40B4-BE49-F238E27FC236}">
                <a16:creationId xmlns:a16="http://schemas.microsoft.com/office/drawing/2014/main" id="{18C02364-D425-4C48-AF45-3C626EA4F018}"/>
              </a:ext>
            </a:extLst>
          </p:cNvPr>
          <p:cNvSpPr/>
          <p:nvPr/>
        </p:nvSpPr>
        <p:spPr>
          <a:xfrm>
            <a:off x="6543810" y="1123872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5" name="Elipse 82">
            <a:extLst>
              <a:ext uri="{FF2B5EF4-FFF2-40B4-BE49-F238E27FC236}">
                <a16:creationId xmlns:a16="http://schemas.microsoft.com/office/drawing/2014/main" id="{618248B7-E33E-5F40-A2F2-E9D76B156AD5}"/>
              </a:ext>
            </a:extLst>
          </p:cNvPr>
          <p:cNvSpPr/>
          <p:nvPr/>
        </p:nvSpPr>
        <p:spPr>
          <a:xfrm>
            <a:off x="6534692" y="1872087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26" name="Elipse 28">
            <a:extLst>
              <a:ext uri="{FF2B5EF4-FFF2-40B4-BE49-F238E27FC236}">
                <a16:creationId xmlns:a16="http://schemas.microsoft.com/office/drawing/2014/main" id="{D924221A-0855-A940-B981-D9B54835C995}"/>
              </a:ext>
            </a:extLst>
          </p:cNvPr>
          <p:cNvSpPr/>
          <p:nvPr/>
        </p:nvSpPr>
        <p:spPr>
          <a:xfrm>
            <a:off x="6550437" y="2550948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7" name="Elipse 82">
            <a:extLst>
              <a:ext uri="{FF2B5EF4-FFF2-40B4-BE49-F238E27FC236}">
                <a16:creationId xmlns:a16="http://schemas.microsoft.com/office/drawing/2014/main" id="{944E3F3F-0F05-0E41-997E-6D5B4DD40648}"/>
              </a:ext>
            </a:extLst>
          </p:cNvPr>
          <p:cNvSpPr/>
          <p:nvPr/>
        </p:nvSpPr>
        <p:spPr>
          <a:xfrm>
            <a:off x="6556510" y="3229042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FEA594-1895-0A43-AFB6-C2DC5E18416C}"/>
              </a:ext>
            </a:extLst>
          </p:cNvPr>
          <p:cNvSpPr txBox="1"/>
          <p:nvPr/>
        </p:nvSpPr>
        <p:spPr>
          <a:xfrm>
            <a:off x="6798020" y="1118283"/>
            <a:ext cx="55360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600" dirty="0" err="1">
                <a:latin typeface="Lalezar" pitchFamily="2" charset="-78"/>
                <a:cs typeface="Lalezar" pitchFamily="2" charset="-78"/>
              </a:rPr>
              <a:t>سگمنت</a:t>
            </a:r>
            <a:r>
              <a:rPr lang="fa-IR" sz="1600" dirty="0">
                <a:latin typeface="Lalezar" pitchFamily="2" charset="-78"/>
                <a:cs typeface="Lalezar" pitchFamily="2" charset="-78"/>
              </a:rPr>
              <a:t> کدها</a:t>
            </a:r>
            <a:endParaRPr lang="en-US" sz="16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25CA19-4E9F-4B4E-8F87-FFD99AB3A73A}"/>
              </a:ext>
            </a:extLst>
          </p:cNvPr>
          <p:cNvSpPr txBox="1"/>
          <p:nvPr/>
        </p:nvSpPr>
        <p:spPr>
          <a:xfrm>
            <a:off x="6810720" y="1724701"/>
            <a:ext cx="13778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a-IR" sz="1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برنامه های زمان اجرای سیستم</a:t>
            </a:r>
            <a:endParaRPr lang="en-US" sz="14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3608A1-DD75-B14D-A8DC-C41B1AA51CC7}"/>
              </a:ext>
            </a:extLst>
          </p:cNvPr>
          <p:cNvSpPr txBox="1"/>
          <p:nvPr/>
        </p:nvSpPr>
        <p:spPr>
          <a:xfrm>
            <a:off x="6809863" y="2411646"/>
            <a:ext cx="1434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457200" rtl="1" eaLnBrk="1" latinLnBrk="0" hangingPunct="1"/>
            <a:r>
              <a:rPr lang="fa-IR" sz="1400" dirty="0">
                <a:latin typeface="Lalezar" pitchFamily="2" charset="-78"/>
                <a:cs typeface="Lalezar" pitchFamily="2" charset="-78"/>
              </a:rPr>
              <a:t>ساختمان های تعریف شده توسط کاربر</a:t>
            </a:r>
            <a:endParaRPr lang="en-US" sz="14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B113D2-1DD8-2544-A3CE-E8D4B84DD0E9}"/>
              </a:ext>
            </a:extLst>
          </p:cNvPr>
          <p:cNvSpPr txBox="1"/>
          <p:nvPr/>
        </p:nvSpPr>
        <p:spPr>
          <a:xfrm>
            <a:off x="6828143" y="3045403"/>
            <a:ext cx="114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6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نقاط برگشت زیر برنامه ها</a:t>
            </a:r>
            <a:endParaRPr lang="en-US" sz="16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E9D441-24CA-694A-9D23-F1FAE54A9F30}"/>
              </a:ext>
            </a:extLst>
          </p:cNvPr>
          <p:cNvSpPr txBox="1"/>
          <p:nvPr/>
        </p:nvSpPr>
        <p:spPr>
          <a:xfrm>
            <a:off x="1287986" y="1102985"/>
            <a:ext cx="5312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alezar" pitchFamily="2" charset="-78"/>
                <a:cs typeface="Lalezar" pitchFamily="2" charset="-78"/>
              </a:rPr>
              <a:t> </a:t>
            </a:r>
            <a:r>
              <a:rPr lang="fa-IR" sz="1600" dirty="0">
                <a:latin typeface="Lalezar" pitchFamily="2" charset="-78"/>
                <a:cs typeface="Lalezar" pitchFamily="2" charset="-78"/>
              </a:rPr>
              <a:t>در هر سیستم باید </a:t>
            </a:r>
            <a:r>
              <a:rPr lang="fa-IR" sz="1600" dirty="0" err="1">
                <a:latin typeface="Lalezar" pitchFamily="2" charset="-78"/>
                <a:cs typeface="Lalezar" pitchFamily="2" charset="-78"/>
              </a:rPr>
              <a:t>بلوکی</a:t>
            </a:r>
            <a:r>
              <a:rPr lang="fa-IR" sz="1600" dirty="0">
                <a:latin typeface="Lalezar" pitchFamily="2" charset="-78"/>
                <a:cs typeface="Lalezar" pitchFamily="2" charset="-78"/>
              </a:rPr>
              <a:t> از حافظه تخصیص یابد که سیستم کد را ذخیره کند</a:t>
            </a:r>
            <a:endParaRPr lang="en-US" sz="16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05BDE0-CD59-5C43-9772-E6618CCAF3F4}"/>
              </a:ext>
            </a:extLst>
          </p:cNvPr>
          <p:cNvSpPr txBox="1"/>
          <p:nvPr/>
        </p:nvSpPr>
        <p:spPr>
          <a:xfrm>
            <a:off x="1817440" y="1717190"/>
            <a:ext cx="4625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16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در زمان اجرا، بلوک دیگری از حافظه باید به برنامه های سیستم تخصیص یابد که اجرای برنامه های کاربر را پشتیبانی میکند</a:t>
            </a:r>
            <a:endParaRPr lang="en-US" sz="16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5E510C-FB10-FF40-8A42-8F169F0AEFBC}"/>
              </a:ext>
            </a:extLst>
          </p:cNvPr>
          <p:cNvSpPr txBox="1"/>
          <p:nvPr/>
        </p:nvSpPr>
        <p:spPr>
          <a:xfrm>
            <a:off x="2363910" y="2544421"/>
            <a:ext cx="4158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1600" dirty="0">
                <a:latin typeface="Lalezar" pitchFamily="2" charset="-78"/>
                <a:cs typeface="Lalezar" pitchFamily="2" charset="-78"/>
              </a:rPr>
              <a:t>باید فضایی از حافظه به داده های کاربر تخصیص داده شود</a:t>
            </a:r>
            <a:endParaRPr lang="en-US" sz="16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41D993-527B-CE49-9E52-150E8FEBFA23}"/>
              </a:ext>
            </a:extLst>
          </p:cNvPr>
          <p:cNvSpPr txBox="1"/>
          <p:nvPr/>
        </p:nvSpPr>
        <p:spPr>
          <a:xfrm>
            <a:off x="1470268" y="3096822"/>
            <a:ext cx="5083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چون در نقاط مختلفی از برنامه فراخوانی میشوند بنابراین برای اطلاعات کنترلی نیاز به حافظه دارند</a:t>
            </a:r>
            <a:endParaRPr lang="en-US" sz="16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98360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-2.71605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-1.48148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23457E-7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1.11111E-6 L 0.07135 0.00062 " pathEditMode="relative" rAng="0" ptsTypes="AA">
                                          <p:cBhvr>
                                            <p:cTn id="14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-3.95062E-6 L 0.00729 -0.01759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181 -0.02068 " pathEditMode="relative" rAng="0" ptsTypes="AA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44444E-6 0.00123 L 0.00851 -0.03241 " pathEditMode="relative" rAng="0" ptsTypes="AA" p14:bounceEnd="5091">
                                          <p:cBhvr>
                                            <p:cTn id="24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6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1.23457E-6 L 0.00035 0.05031 " pathEditMode="relative" rAng="0" ptsTypes="AA">
                                          <p:cBhvr>
                                            <p:cTn id="2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1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27" grpId="0" animBg="1"/>
          <p:bldP spid="32" grpId="0"/>
          <p:bldP spid="33" grpId="0"/>
          <p:bldP spid="35" grpId="0"/>
          <p:bldP spid="37" grpId="0"/>
          <p:bldP spid="46" grpId="0"/>
          <p:bldP spid="47" grpId="0"/>
          <p:bldP spid="48" grpId="0"/>
          <p:bldP spid="4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-2.71605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-1.48148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23457E-7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1.11111E-6 L 0.07135 0.00062 " pathEditMode="relative" rAng="0" ptsTypes="AA">
                                          <p:cBhvr>
                                            <p:cTn id="14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-3.95062E-6 L 0.00729 -0.01759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181 -0.02068 " pathEditMode="relative" rAng="0" ptsTypes="AA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44444E-6 0.00123 L 0.00851 -0.03241 " pathEditMode="relative" rAng="0" ptsTypes="AA">
                                          <p:cBhvr>
                                            <p:cTn id="24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6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1.23457E-6 L 0.00035 0.05031 " pathEditMode="relative" rAng="0" ptsTypes="AA">
                                          <p:cBhvr>
                                            <p:cTn id="2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12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2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2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2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/>
          <p:bldP spid="33" grpId="0"/>
          <p:bldP spid="35" grpId="0"/>
          <p:bldP spid="37" grpId="0"/>
          <p:bldP spid="39" grpId="0"/>
          <p:bldP spid="41" grpId="0"/>
          <p:bldP spid="43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6609036" y="3565045"/>
            <a:ext cx="377893" cy="264839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16200000">
            <a:off x="6852889" y="97543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16200000">
            <a:off x="7992434" y="-377247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16200000">
            <a:off x="8159213" y="-567105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6542024" y="2579791"/>
            <a:ext cx="410521" cy="407978"/>
          </a:xfrm>
          <a:prstGeom prst="rect">
            <a:avLst/>
          </a:prstGeom>
        </p:spPr>
      </p:pic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FB32CF01-3B95-DA83-BCFF-7F4124AE76C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1207" r="22900" b="4213"/>
          <a:stretch/>
        </p:blipFill>
        <p:spPr>
          <a:xfrm rot="5400000" flipH="1" flipV="1">
            <a:off x="6501746" y="1619198"/>
            <a:ext cx="450370" cy="451227"/>
          </a:xfrm>
          <a:prstGeom prst="rect">
            <a:avLst/>
          </a:prstGeom>
          <a:ln>
            <a:noFill/>
          </a:ln>
          <a:effectLst>
            <a:outerShdw blurRad="50800" dist="11517" dir="5400000" algn="ctr" rotWithShape="0">
              <a:srgbClr val="FFC000"/>
            </a:outerShdw>
          </a:effectLst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flipH="1">
            <a:off x="6515978" y="789979"/>
            <a:ext cx="426979" cy="425753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2709389" y="1580153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AAE2B50-B671-A549-A58E-9FEDA576464B}"/>
              </a:ext>
            </a:extLst>
          </p:cNvPr>
          <p:cNvSpPr txBox="1"/>
          <p:nvPr/>
        </p:nvSpPr>
        <p:spPr>
          <a:xfrm>
            <a:off x="6938525" y="838089"/>
            <a:ext cx="1252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dirty="0">
                <a:latin typeface="Lalezar" pitchFamily="2" charset="-78"/>
                <a:cs typeface="Lalezar" pitchFamily="2" charset="-78"/>
              </a:rPr>
              <a:t>حافظه های موقت در ارزیابی عبارت</a:t>
            </a:r>
            <a:endParaRPr lang="en-US" sz="14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A51CB2-571D-C64F-ADFA-2897189F54DD}"/>
              </a:ext>
            </a:extLst>
          </p:cNvPr>
          <p:cNvSpPr txBox="1"/>
          <p:nvPr/>
        </p:nvSpPr>
        <p:spPr>
          <a:xfrm>
            <a:off x="6966154" y="1662757"/>
            <a:ext cx="1550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حافظه های موقت برای انتقال پارامتر ها</a:t>
            </a:r>
            <a:endParaRPr lang="en-US" sz="14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9EEC08-C2E1-5D46-9073-4609901F26BE}"/>
              </a:ext>
            </a:extLst>
          </p:cNvPr>
          <p:cNvSpPr txBox="1"/>
          <p:nvPr/>
        </p:nvSpPr>
        <p:spPr>
          <a:xfrm>
            <a:off x="6966154" y="2679992"/>
            <a:ext cx="1630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dirty="0" err="1">
                <a:latin typeface="Lalezar" pitchFamily="2" charset="-78"/>
                <a:cs typeface="Lalezar" pitchFamily="2" charset="-78"/>
              </a:rPr>
              <a:t>بافرهای</a:t>
            </a:r>
            <a:r>
              <a:rPr lang="fa-IR" sz="1400" dirty="0">
                <a:latin typeface="Lalezar" pitchFamily="2" charset="-78"/>
                <a:cs typeface="Lalezar" pitchFamily="2" charset="-78"/>
              </a:rPr>
              <a:t> ورودی / خروجی</a:t>
            </a:r>
            <a:endParaRPr lang="en-US" sz="14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972D57-FD96-7745-8F0F-6BA9796DFD03}"/>
              </a:ext>
            </a:extLst>
          </p:cNvPr>
          <p:cNvSpPr txBox="1"/>
          <p:nvPr/>
        </p:nvSpPr>
        <p:spPr>
          <a:xfrm>
            <a:off x="7023873" y="3539204"/>
            <a:ext cx="6698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داده های خراب سیستم</a:t>
            </a:r>
            <a:endParaRPr lang="en-US" sz="14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8B612E-37EE-304F-93D0-A6BE0D7D47D3}"/>
              </a:ext>
            </a:extLst>
          </p:cNvPr>
          <p:cNvSpPr txBox="1"/>
          <p:nvPr/>
        </p:nvSpPr>
        <p:spPr>
          <a:xfrm>
            <a:off x="1701419" y="792294"/>
            <a:ext cx="4767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latin typeface="Lalezar" pitchFamily="2" charset="-78"/>
                <a:cs typeface="Lalezar" pitchFamily="2" charset="-78"/>
              </a:rPr>
              <a:t>در ارزیابی عبارت ها نیاز به حافظه </a:t>
            </a:r>
            <a:r>
              <a:rPr lang="fa-IR" sz="1600" dirty="0" err="1">
                <a:latin typeface="Lalezar" pitchFamily="2" charset="-78"/>
                <a:cs typeface="Lalezar" pitchFamily="2" charset="-78"/>
              </a:rPr>
              <a:t>ی</a:t>
            </a:r>
            <a:r>
              <a:rPr lang="fa-IR" sz="1600" dirty="0">
                <a:latin typeface="Lalezar" pitchFamily="2" charset="-78"/>
                <a:cs typeface="Lalezar" pitchFamily="2" charset="-78"/>
              </a:rPr>
              <a:t> موقتی است تا بخشی از نتیجه </a:t>
            </a:r>
            <a:r>
              <a:rPr lang="fa-IR" sz="1600" dirty="0" err="1">
                <a:latin typeface="Lalezar" pitchFamily="2" charset="-78"/>
                <a:cs typeface="Lalezar" pitchFamily="2" charset="-78"/>
              </a:rPr>
              <a:t>ی</a:t>
            </a:r>
            <a:r>
              <a:rPr lang="fa-IR" sz="1600" dirty="0">
                <a:latin typeface="Lalezar" pitchFamily="2" charset="-78"/>
                <a:cs typeface="Lalezar" pitchFamily="2" charset="-78"/>
              </a:rPr>
              <a:t> ارزیابی داخل آن قرار بگیرد</a:t>
            </a:r>
            <a:endParaRPr lang="en-US" sz="16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D76024-BFE9-4E4F-9EFF-0306C64CF998}"/>
              </a:ext>
            </a:extLst>
          </p:cNvPr>
          <p:cNvSpPr txBox="1"/>
          <p:nvPr/>
        </p:nvSpPr>
        <p:spPr>
          <a:xfrm>
            <a:off x="1354125" y="1555035"/>
            <a:ext cx="50833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وقتی زیر برنامه ای فراخوانی میشود، </a:t>
            </a:r>
            <a:r>
              <a:rPr lang="fa-IR" sz="1400" dirty="0" err="1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لیستی</a:t>
            </a:r>
            <a:r>
              <a:rPr lang="fa-IR" sz="1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از پارامتر ها باید ارزیابی شوند و نتیجه حاصل از آن در حافظه </a:t>
            </a:r>
            <a:r>
              <a:rPr lang="fa-IR" sz="1400" dirty="0" err="1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ی</a:t>
            </a:r>
            <a:r>
              <a:rPr lang="fa-IR" sz="1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موقت قرار بگیرد که اگر بنا بر فراخوانی بازگشتی بود مقادیر حاصل را داشته باشیم</a:t>
            </a:r>
            <a:endParaRPr lang="en-US" sz="14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62CE89-4CC8-024A-8DC1-D0353FF59D1A}"/>
              </a:ext>
            </a:extLst>
          </p:cNvPr>
          <p:cNvSpPr txBox="1"/>
          <p:nvPr/>
        </p:nvSpPr>
        <p:spPr>
          <a:xfrm>
            <a:off x="547829" y="2601835"/>
            <a:ext cx="6031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latin typeface="Lalezar" pitchFamily="2" charset="-78"/>
                <a:cs typeface="Lalezar" pitchFamily="2" charset="-78"/>
              </a:rPr>
              <a:t>معمولا عملیات ورودی / خروجی از طریق </a:t>
            </a:r>
            <a:r>
              <a:rPr lang="fa-IR" sz="1600" dirty="0" err="1">
                <a:latin typeface="Lalezar" pitchFamily="2" charset="-78"/>
                <a:cs typeface="Lalezar" pitchFamily="2" charset="-78"/>
              </a:rPr>
              <a:t>بافر</a:t>
            </a:r>
            <a:r>
              <a:rPr lang="fa-IR" sz="1600" dirty="0">
                <a:latin typeface="Lalezar" pitchFamily="2" charset="-78"/>
                <a:cs typeface="Lalezar" pitchFamily="2" charset="-78"/>
              </a:rPr>
              <a:t> ها انجام میشود که مثل حافظه موقت عمل میکنند</a:t>
            </a:r>
            <a:endParaRPr lang="en-US" sz="16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CD76B-77FF-E44F-9D55-B3A97282F32B}"/>
              </a:ext>
            </a:extLst>
          </p:cNvPr>
          <p:cNvSpPr txBox="1"/>
          <p:nvPr/>
        </p:nvSpPr>
        <p:spPr>
          <a:xfrm>
            <a:off x="463955" y="3549171"/>
            <a:ext cx="6264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16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جدول ها و اطلاعات ورودی و خروجی و </a:t>
            </a:r>
            <a:r>
              <a:rPr lang="fa-IR" sz="1600" dirty="0" err="1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دیتاهای</a:t>
            </a:r>
            <a:r>
              <a:rPr lang="fa-IR" sz="16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موقت برنامه های کاربر و داده های زائد دیگر</a:t>
            </a:r>
            <a:endParaRPr lang="en-US" sz="16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11833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6.17284E-7 L 0.00034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7284E-6 L 0.00034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97531E-6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6 2.83951E-6 L 0.07136 0.00061 " pathEditMode="relative" rAng="0" ptsTypes="AA">
                                          <p:cBhvr>
                                            <p:cTn id="14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-3.95062E-6 L 0.00729 -0.01759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181 -0.02068 " pathEditMode="relative" rAng="0" ptsTypes="AA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44444E-6 0.00123 L 0.00851 -0.03241 " pathEditMode="relative" rAng="0" ptsTypes="AA" p14:bounceEnd="5091">
                                          <p:cBhvr>
                                            <p:cTn id="24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6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5" grpId="0"/>
          <p:bldP spid="56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6.17284E-7 L 0.00034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7284E-6 L 0.00034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97531E-6 L 0.00035 0.05031 " pathEditMode="relative" rAng="0" ptsTypes="AA">
                                          <p:cBhvr>
                                            <p:cTn id="12" dur="2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6 2.83951E-6 L 0.07136 0.00061 " pathEditMode="relative" rAng="0" ptsTypes="AA">
                                          <p:cBhvr>
                                            <p:cTn id="14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-3.95062E-6 L 0.00729 -0.01759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181 -0.02068 " pathEditMode="relative" rAng="0" ptsTypes="AA">
                                          <p:cBhvr>
                                            <p:cTn id="20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44444E-6 0.00123 L 0.00851 -0.03241 " pathEditMode="relative" rAng="0" ptsTypes="AA">
                                          <p:cBhvr>
                                            <p:cTn id="24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6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5" grpId="0"/>
          <p:bldP spid="56" grpId="0"/>
          <p:bldP spid="9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-972794" y="3819149"/>
            <a:ext cx="2009782" cy="992835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16200000">
            <a:off x="6753351" y="106001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16200000">
            <a:off x="7937157" y="-349880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16200000">
            <a:off x="8041418" y="-408974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-465660" y="307129"/>
            <a:ext cx="1395910" cy="1387261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131926" y="-444044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625637" y="1285109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Elipse 28">
            <a:extLst>
              <a:ext uri="{FF2B5EF4-FFF2-40B4-BE49-F238E27FC236}">
                <a16:creationId xmlns:a16="http://schemas.microsoft.com/office/drawing/2014/main" id="{18C02364-D425-4C48-AF45-3C626EA4F018}"/>
              </a:ext>
            </a:extLst>
          </p:cNvPr>
          <p:cNvSpPr/>
          <p:nvPr/>
        </p:nvSpPr>
        <p:spPr>
          <a:xfrm>
            <a:off x="7408587" y="-187013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5" name="Elipse 82">
            <a:extLst>
              <a:ext uri="{FF2B5EF4-FFF2-40B4-BE49-F238E27FC236}">
                <a16:creationId xmlns:a16="http://schemas.microsoft.com/office/drawing/2014/main" id="{618248B7-E33E-5F40-A2F2-E9D76B156AD5}"/>
              </a:ext>
            </a:extLst>
          </p:cNvPr>
          <p:cNvSpPr/>
          <p:nvPr/>
        </p:nvSpPr>
        <p:spPr>
          <a:xfrm>
            <a:off x="3755252" y="-128565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26" name="Elipse 28">
            <a:extLst>
              <a:ext uri="{FF2B5EF4-FFF2-40B4-BE49-F238E27FC236}">
                <a16:creationId xmlns:a16="http://schemas.microsoft.com/office/drawing/2014/main" id="{D924221A-0855-A940-B981-D9B54835C995}"/>
              </a:ext>
            </a:extLst>
          </p:cNvPr>
          <p:cNvSpPr/>
          <p:nvPr/>
        </p:nvSpPr>
        <p:spPr>
          <a:xfrm>
            <a:off x="9005619" y="2820995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CA4233-B3E1-9241-89A9-EC5B567B83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8572" y="621830"/>
            <a:ext cx="2501900" cy="24511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6797B56-6500-BE4D-B9C3-6B6E8CA581C4}"/>
              </a:ext>
            </a:extLst>
          </p:cNvPr>
          <p:cNvSpPr txBox="1"/>
          <p:nvPr/>
        </p:nvSpPr>
        <p:spPr>
          <a:xfrm>
            <a:off x="1790981" y="2349655"/>
            <a:ext cx="56465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400" dirty="0">
                <a:latin typeface="Lalezar" pitchFamily="2" charset="-78"/>
                <a:cs typeface="Lalezar" pitchFamily="2" charset="-78"/>
              </a:rPr>
              <a:t>مدیریت حافظه تحت کنترل برنامه </a:t>
            </a:r>
            <a:r>
              <a:rPr lang="fa-IR" sz="4400" dirty="0" err="1">
                <a:latin typeface="Lalezar" pitchFamily="2" charset="-78"/>
                <a:cs typeface="Lalezar" pitchFamily="2" charset="-78"/>
              </a:rPr>
              <a:t>نویس</a:t>
            </a:r>
            <a:r>
              <a:rPr lang="fa-IR" sz="4400" dirty="0">
                <a:latin typeface="Lalezar" pitchFamily="2" charset="-78"/>
                <a:cs typeface="Lalezar" pitchFamily="2" charset="-78"/>
              </a:rPr>
              <a:t> و سیستم</a:t>
            </a:r>
            <a:endParaRPr lang="en-US" sz="44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254809" y="1870086"/>
            <a:ext cx="393191" cy="37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0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-4.44444E-6 L 0.00034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85185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1.11111E-6 L 0.07136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6 2.83951E-6 L 0.00729 -0.0176 " pathEditMode="relative" rAng="0" ptsTypes="AA" p14:bounceEnd="5091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5E-6 0.00124 L 0.0118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0.00124 L 0.00851 -0.03241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5.55112E-17 L 0.00035 0.05031 " pathEditMode="relative" rAng="0" ptsTypes="AA">
                                          <p:cBhvr>
                                            <p:cTn id="41" dur="2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5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-4.44444E-6 L 0.00034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85185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1.11111E-6 L 0.07136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6 2.83951E-6 L 0.00729 -0.0176 " pathEditMode="relative" rAng="0" ptsTypes="AA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5E-6 0.00124 L 0.0118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0.00124 L 0.00851 -0.03241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5.55112E-17 L 0.00035 0.05031 " pathEditMode="relative" rAng="0" ptsTypes="AA">
                                          <p:cBhvr>
                                            <p:cTn id="41" dur="2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54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496990" y="4613626"/>
            <a:ext cx="2009782" cy="992835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16200000">
            <a:off x="6562963" y="212565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16200000">
            <a:off x="7937157" y="-349880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20758084">
            <a:off x="8351686" y="3836935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2538976" y="-693631"/>
            <a:ext cx="1395910" cy="1387261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519338" y="1184099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779954" y="1178024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Elipse 28">
            <a:extLst>
              <a:ext uri="{FF2B5EF4-FFF2-40B4-BE49-F238E27FC236}">
                <a16:creationId xmlns:a16="http://schemas.microsoft.com/office/drawing/2014/main" id="{18C02364-D425-4C48-AF45-3C626EA4F018}"/>
              </a:ext>
            </a:extLst>
          </p:cNvPr>
          <p:cNvSpPr/>
          <p:nvPr/>
        </p:nvSpPr>
        <p:spPr>
          <a:xfrm>
            <a:off x="7408587" y="-187013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5" name="Elipse 82">
            <a:extLst>
              <a:ext uri="{FF2B5EF4-FFF2-40B4-BE49-F238E27FC236}">
                <a16:creationId xmlns:a16="http://schemas.microsoft.com/office/drawing/2014/main" id="{618248B7-E33E-5F40-A2F2-E9D76B156AD5}"/>
              </a:ext>
            </a:extLst>
          </p:cNvPr>
          <p:cNvSpPr/>
          <p:nvPr/>
        </p:nvSpPr>
        <p:spPr>
          <a:xfrm>
            <a:off x="3755252" y="-128565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26" name="Elipse 28">
            <a:extLst>
              <a:ext uri="{FF2B5EF4-FFF2-40B4-BE49-F238E27FC236}">
                <a16:creationId xmlns:a16="http://schemas.microsoft.com/office/drawing/2014/main" id="{D924221A-0855-A940-B981-D9B54835C995}"/>
              </a:ext>
            </a:extLst>
          </p:cNvPr>
          <p:cNvSpPr/>
          <p:nvPr/>
        </p:nvSpPr>
        <p:spPr>
          <a:xfrm>
            <a:off x="9642792" y="3534934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pic>
        <p:nvPicPr>
          <p:cNvPr id="19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CB03A37E-CA97-AB46-9535-197BAAFACB3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612815" y="4115052"/>
            <a:ext cx="393191" cy="376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C4CC6-BC41-6D49-B01E-F46E08EF0972}"/>
              </a:ext>
            </a:extLst>
          </p:cNvPr>
          <p:cNvSpPr txBox="1"/>
          <p:nvPr/>
        </p:nvSpPr>
        <p:spPr>
          <a:xfrm>
            <a:off x="766455" y="1078882"/>
            <a:ext cx="7704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>
                <a:latin typeface="Lalezar" pitchFamily="2" charset="-78"/>
                <a:cs typeface="Lalezar" pitchFamily="2" charset="-78"/>
              </a:rPr>
              <a:t>برنامه </a:t>
            </a:r>
            <a:r>
              <a:rPr lang="fa-IR" sz="2400" dirty="0" err="1">
                <a:latin typeface="Lalezar" pitchFamily="2" charset="-78"/>
                <a:cs typeface="Lalezar" pitchFamily="2" charset="-78"/>
              </a:rPr>
              <a:t>نویس</a:t>
            </a:r>
            <a:r>
              <a:rPr lang="fa-IR" sz="2400" dirty="0">
                <a:latin typeface="Lalezar" pitchFamily="2" charset="-78"/>
                <a:cs typeface="Lalezar" pitchFamily="2" charset="-78"/>
              </a:rPr>
              <a:t> تا چه حدی مجاز است مدیریت حافظه مستقیم داشته باشد؟</a:t>
            </a:r>
            <a:endParaRPr lang="en-US" sz="24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27" name="Imagen 12" descr="Forma&#10;&#10;Descripción generada automáticamente con confianza baja">
            <a:extLst>
              <a:ext uri="{FF2B5EF4-FFF2-40B4-BE49-F238E27FC236}">
                <a16:creationId xmlns:a16="http://schemas.microsoft.com/office/drawing/2014/main" id="{A5A92B2D-E2BF-D944-BE27-56B0574AB1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9" t="11443" r="15680" b="5798"/>
          <a:stretch/>
        </p:blipFill>
        <p:spPr>
          <a:xfrm>
            <a:off x="5868667" y="1694390"/>
            <a:ext cx="1539920" cy="1222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AEB292-F24E-2643-BAD1-649DEF6F57B4}"/>
              </a:ext>
            </a:extLst>
          </p:cNvPr>
          <p:cNvSpPr txBox="1"/>
          <p:nvPr/>
        </p:nvSpPr>
        <p:spPr>
          <a:xfrm>
            <a:off x="6386089" y="1581337"/>
            <a:ext cx="435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en-US" sz="6000" b="1" dirty="0">
                <a:solidFill>
                  <a:schemeClr val="bg1">
                    <a:lumMod val="95000"/>
                  </a:schemeClr>
                </a:solidFill>
              </a:rPr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4333C-5D40-4D4F-88B6-6B9834F1870D}"/>
              </a:ext>
            </a:extLst>
          </p:cNvPr>
          <p:cNvSpPr txBox="1"/>
          <p:nvPr/>
        </p:nvSpPr>
        <p:spPr>
          <a:xfrm>
            <a:off x="3103773" y="2048530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Malloc - free</a:t>
            </a:r>
          </a:p>
        </p:txBody>
      </p:sp>
      <p:pic>
        <p:nvPicPr>
          <p:cNvPr id="28" name="Imagen 16" descr="Imagen que contiene objeto, bola de billar, luz&#10;&#10;Descripción generada automáticamente">
            <a:extLst>
              <a:ext uri="{FF2B5EF4-FFF2-40B4-BE49-F238E27FC236}">
                <a16:creationId xmlns:a16="http://schemas.microsoft.com/office/drawing/2014/main" id="{8580A11A-3D0E-7447-B2DD-7F0A7D051B6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8" t="4013" r="20080" b="-3419"/>
          <a:stretch/>
        </p:blipFill>
        <p:spPr>
          <a:xfrm>
            <a:off x="5880396" y="2678579"/>
            <a:ext cx="1830306" cy="1832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E115E5-FFAA-B540-BC5F-23AE531B1260}"/>
              </a:ext>
            </a:extLst>
          </p:cNvPr>
          <p:cNvSpPr txBox="1"/>
          <p:nvPr/>
        </p:nvSpPr>
        <p:spPr>
          <a:xfrm>
            <a:off x="6056432" y="3101278"/>
            <a:ext cx="127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Lalezar" pitchFamily="2" charset="-78"/>
                <a:cs typeface="Lalezar" pitchFamily="2" charset="-78"/>
              </a:rPr>
              <a:t>Other Languages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E3E86-1B37-2149-8DE5-DD56DD1A47F2}"/>
              </a:ext>
            </a:extLst>
          </p:cNvPr>
          <p:cNvSpPr txBox="1"/>
          <p:nvPr/>
        </p:nvSpPr>
        <p:spPr>
          <a:xfrm>
            <a:off x="2484915" y="3292394"/>
            <a:ext cx="3470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دسترسی مستقیم به حافظه را </a:t>
            </a:r>
            <a:r>
              <a:rPr lang="fa-IR" sz="2000" dirty="0">
                <a:solidFill>
                  <a:srgbClr val="FF0000"/>
                </a:solidFill>
                <a:latin typeface="Lalezar" pitchFamily="2" charset="-78"/>
                <a:cs typeface="Lalezar" pitchFamily="2" charset="-78"/>
              </a:rPr>
              <a:t>نمیدهند</a:t>
            </a:r>
            <a:endParaRPr lang="en-US" sz="2000" dirty="0">
              <a:solidFill>
                <a:srgbClr val="FF0000"/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5441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0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48148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1.48148E-6 L 0.07135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3.82716E-6 L 0.00729 -0.0176 " pathEditMode="relative" rAng="0" ptsTypes="AA" p14:bounceEnd="5091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66667E-6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0.00124 L 0.00851 -0.03241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46914E-7 L 0.00035 0.05031 " pathEditMode="relative" rAng="0" ptsTypes="AA">
                                          <p:cBhvr>
                                            <p:cTn id="35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2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2" grpId="0"/>
          <p:bldP spid="4" grpId="0"/>
          <p:bldP spid="6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0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48148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1.48148E-6 L 0.07135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3.82716E-6 L 0.00729 -0.0176 " pathEditMode="relative" rAng="0" ptsTypes="AA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66667E-6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0.00124 L 0.00851 -0.03241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46914E-7 L 0.00035 0.05031 " pathEditMode="relative" rAng="0" ptsTypes="AA">
                                          <p:cBhvr>
                                            <p:cTn id="35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2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2" grpId="0"/>
          <p:bldP spid="4" grpId="0"/>
          <p:bldP spid="6" grpId="0"/>
          <p:bldP spid="10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 descr="Círculo&#10;&#10;Descripción generada automáticamente">
            <a:extLst>
              <a:ext uri="{FF2B5EF4-FFF2-40B4-BE49-F238E27FC236}">
                <a16:creationId xmlns:a16="http://schemas.microsoft.com/office/drawing/2014/main" id="{4504FCEB-82EC-4DA1-2705-C4CDEF1E9A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4959889" y="890714"/>
            <a:ext cx="1000982" cy="99810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8EA0A7F-FA2B-45AD-B026-F97D6DBDC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506" y="334501"/>
            <a:ext cx="4061697" cy="1153357"/>
          </a:xfrm>
        </p:spPr>
        <p:txBody>
          <a:bodyPr/>
          <a:lstStyle/>
          <a:p>
            <a:pPr algn="ctr"/>
            <a:r>
              <a:rPr lang="fa-IR" sz="3200" dirty="0">
                <a:latin typeface="Lalezar" pitchFamily="2" charset="-78"/>
                <a:cs typeface="Lalezar" pitchFamily="2" charset="-78"/>
              </a:rPr>
              <a:t>مشکلات برنامه </a:t>
            </a:r>
            <a:r>
              <a:rPr lang="fa-IR" sz="3200" dirty="0" err="1">
                <a:latin typeface="Lalezar" pitchFamily="2" charset="-78"/>
                <a:cs typeface="Lalezar" pitchFamily="2" charset="-78"/>
              </a:rPr>
              <a:t>نویس</a:t>
            </a:r>
            <a:br>
              <a:rPr lang="en-US" sz="3200" dirty="0">
                <a:latin typeface="Lalezar" pitchFamily="2" charset="-78"/>
                <a:cs typeface="Lalezar" pitchFamily="2" charset="-78"/>
              </a:rPr>
            </a:br>
            <a:r>
              <a:rPr lang="fa-IR" sz="3200" dirty="0">
                <a:latin typeface="Lalezar" pitchFamily="2" charset="-78"/>
                <a:cs typeface="Lalezar" pitchFamily="2" charset="-78"/>
              </a:rPr>
              <a:t> بر روی مدیریت کنترل حافظه</a:t>
            </a:r>
            <a:endParaRPr lang="en-US" sz="32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6" name="Marcador de posición de imagen 15">
            <a:extLst>
              <a:ext uri="{FF2B5EF4-FFF2-40B4-BE49-F238E27FC236}">
                <a16:creationId xmlns:a16="http://schemas.microsoft.com/office/drawing/2014/main" id="{067E1570-7205-3C7D-7754-EA242706124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1" r="23431"/>
          <a:stretch/>
        </p:blipFill>
        <p:spPr>
          <a:xfrm rot="185466">
            <a:off x="5628319" y="1013028"/>
            <a:ext cx="2590710" cy="3245190"/>
          </a:xfrm>
        </p:spPr>
      </p:pic>
      <p:pic>
        <p:nvPicPr>
          <p:cNvPr id="27" name="Imagen 2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4FC7534B-DD40-FFA5-FB6A-EE8A328D98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" t="12604" r="39166" b="4333"/>
          <a:stretch/>
        </p:blipFill>
        <p:spPr>
          <a:xfrm rot="10800000" flipH="1" flipV="1">
            <a:off x="6216584" y="2846070"/>
            <a:ext cx="3155181" cy="2491740"/>
          </a:xfrm>
          <a:prstGeom prst="rect">
            <a:avLst/>
          </a:prstGeom>
          <a:effectLst/>
        </p:spPr>
      </p:pic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DE4F8AE2-82D7-5DB4-F23C-6C2A4B3283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" t="45269" r="72962" b="24553"/>
          <a:stretch/>
        </p:blipFill>
        <p:spPr>
          <a:xfrm rot="10800000" flipH="1" flipV="1">
            <a:off x="7637929" y="4091940"/>
            <a:ext cx="1686410" cy="1131570"/>
          </a:xfrm>
          <a:prstGeom prst="rect">
            <a:avLst/>
          </a:prstGeom>
        </p:spPr>
      </p:pic>
      <p:pic>
        <p:nvPicPr>
          <p:cNvPr id="33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C021B233-F4BA-23C2-0F52-2F27ED898C4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004292" y="2542341"/>
            <a:ext cx="393191" cy="376615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A8CE7A7B-8A6E-58E6-A606-30BEAE3B6751}"/>
              </a:ext>
            </a:extLst>
          </p:cNvPr>
          <p:cNvGrpSpPr/>
          <p:nvPr/>
        </p:nvGrpSpPr>
        <p:grpSpPr>
          <a:xfrm>
            <a:off x="4401171" y="857425"/>
            <a:ext cx="736494" cy="3977290"/>
            <a:chOff x="3927211" y="546311"/>
            <a:chExt cx="757341" cy="4089870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B74F9DDE-37B1-D3E1-A753-3874C61C20D0}"/>
                </a:ext>
              </a:extLst>
            </p:cNvPr>
            <p:cNvSpPr/>
            <p:nvPr/>
          </p:nvSpPr>
          <p:spPr>
            <a:xfrm>
              <a:off x="4532152" y="384471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7850E486-F680-6EC3-37F9-F6511B9994A7}"/>
                </a:ext>
              </a:extLst>
            </p:cNvPr>
            <p:cNvSpPr/>
            <p:nvPr/>
          </p:nvSpPr>
          <p:spPr>
            <a:xfrm>
              <a:off x="4236647" y="4555092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62A5F53-0977-5339-3FED-5A75AE5C9568}"/>
                </a:ext>
              </a:extLst>
            </p:cNvPr>
            <p:cNvSpPr/>
            <p:nvPr/>
          </p:nvSpPr>
          <p:spPr>
            <a:xfrm>
              <a:off x="3927211" y="546311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527317-696A-0A47-8217-9E5B7C51E876}"/>
              </a:ext>
            </a:extLst>
          </p:cNvPr>
          <p:cNvSpPr txBox="1"/>
          <p:nvPr/>
        </p:nvSpPr>
        <p:spPr>
          <a:xfrm>
            <a:off x="1506720" y="1564123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 .1 </a:t>
            </a:r>
            <a:r>
              <a:rPr lang="fa-IR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مسئولیت سنگین</a:t>
            </a:r>
            <a:endParaRPr lang="en-US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36794-B79A-EE40-B3FF-07A30A143C4B}"/>
              </a:ext>
            </a:extLst>
          </p:cNvPr>
          <p:cNvSpPr txBox="1"/>
          <p:nvPr/>
        </p:nvSpPr>
        <p:spPr>
          <a:xfrm>
            <a:off x="339474" y="1974264"/>
            <a:ext cx="432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1" eaLnBrk="1" latinLnBrk="0" hangingPunct="1"/>
            <a:r>
              <a:rPr lang="en-US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 .2</a:t>
            </a:r>
            <a:r>
              <a:rPr lang="fa-IR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ممکن است با متد مدیریت حافظه تحت کنترل سیستم تداخل داشته باشد</a:t>
            </a:r>
            <a:endParaRPr lang="en-US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3" name="Graphic 12" descr="Checkmark">
            <a:extLst>
              <a:ext uri="{FF2B5EF4-FFF2-40B4-BE49-F238E27FC236}">
                <a16:creationId xmlns:a16="http://schemas.microsoft.com/office/drawing/2014/main" id="{162B726E-EB7D-724B-863F-40FF32811A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20030" y="2825615"/>
            <a:ext cx="525203" cy="5252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55FA42-1B5E-5347-8EA9-EE089C071C0C}"/>
              </a:ext>
            </a:extLst>
          </p:cNvPr>
          <p:cNvSpPr txBox="1"/>
          <p:nvPr/>
        </p:nvSpPr>
        <p:spPr>
          <a:xfrm>
            <a:off x="1361860" y="2846070"/>
            <a:ext cx="1649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solidFill>
                  <a:srgbClr val="089347"/>
                </a:solidFill>
                <a:latin typeface="Lalezar" pitchFamily="2" charset="-78"/>
                <a:cs typeface="Lalezar" pitchFamily="2" charset="-78"/>
              </a:rPr>
              <a:t>بهترین روش</a:t>
            </a:r>
            <a:endParaRPr lang="en-US" sz="2800" dirty="0">
              <a:solidFill>
                <a:srgbClr val="089347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440D3-8065-9B48-8CB5-5B3E50E407CB}"/>
              </a:ext>
            </a:extLst>
          </p:cNvPr>
          <p:cNvSpPr txBox="1"/>
          <p:nvPr/>
        </p:nvSpPr>
        <p:spPr>
          <a:xfrm>
            <a:off x="626289" y="3368195"/>
            <a:ext cx="3278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1" eaLnBrk="1" latinLnBrk="0" hangingPunct="1"/>
            <a:r>
              <a:rPr lang="fa-IR" sz="1400" dirty="0">
                <a:solidFill>
                  <a:srgbClr val="089347"/>
                </a:solidFill>
                <a:latin typeface="Lalezar" pitchFamily="2" charset="-78"/>
                <a:cs typeface="Lalezar" pitchFamily="2" charset="-78"/>
              </a:rPr>
              <a:t>مدیریت حافظه داده های محلی و (احتمالا برنامه ها) به عهده برنامه </a:t>
            </a:r>
            <a:r>
              <a:rPr lang="fa-IR" sz="1400" dirty="0" err="1">
                <a:solidFill>
                  <a:srgbClr val="089347"/>
                </a:solidFill>
                <a:latin typeface="Lalezar" pitchFamily="2" charset="-78"/>
                <a:cs typeface="Lalezar" pitchFamily="2" charset="-78"/>
              </a:rPr>
              <a:t>نویس</a:t>
            </a:r>
            <a:r>
              <a:rPr lang="fa-IR" sz="1400" dirty="0">
                <a:solidFill>
                  <a:srgbClr val="089347"/>
                </a:solidFill>
                <a:latin typeface="Lalezar" pitchFamily="2" charset="-78"/>
                <a:cs typeface="Lalezar" pitchFamily="2" charset="-78"/>
              </a:rPr>
              <a:t> باشد</a:t>
            </a:r>
            <a:endParaRPr lang="en-US" sz="1400" dirty="0">
              <a:solidFill>
                <a:srgbClr val="089347"/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32840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05556E-6 0.00123 L 0.01337 0.03056 " pathEditMode="relative" rAng="0" ptsTypes="AA" p14:bounceEnd="5091">
                                          <p:cBhvr>
                                            <p:cTn id="6" dur="3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8" dur="8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5.55556E-7 0.00123 L 0.01337 0.03055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2" dur="9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1.7284E-6 L 0.00035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022E-16 -4.19753E-6 L 0.00035 0.05031 " pathEditMode="relative" rAng="0" ptsTypes="AA">
                                          <p:cBhvr>
                                            <p:cTn id="16" dur="2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8" dur="6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6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80000">
                                          <p:cBhvr>
                                            <p:cTn id="23" dur="3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4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-0.00186 L 1.94444E-6 0.03765 " pathEditMode="relative" rAng="0" ptsTypes="AA">
                                          <p:cBhvr>
                                            <p:cTn id="25" dur="3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0" presetClass="path" presetSubtype="0" accel="50000" decel="50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0.00312 -0.00185 L 0.02553 -0.00185 C 0.0382 -0.00185 0.05434 0.11728 0.05434 0.2142 L 0.05434 0.43148 " pathEditMode="relative" rAng="0" ptsTypes="AAAA">
                                          <p:cBhvr>
                                            <p:cTn id="36" dur="2000" spd="-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5" y="2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2" grpId="0"/>
          <p:bldP spid="11" grpId="0"/>
          <p:bldP spid="14" grpId="0"/>
          <p:bldP spid="1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05556E-6 0.00123 L 0.01337 0.03056 " pathEditMode="relative" rAng="0" ptsTypes="AA">
                                          <p:cBhvr>
                                            <p:cTn id="6" dur="3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8" dur="8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5.55556E-7 0.00123 L 0.01337 0.03055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2" dur="9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1.7284E-6 L 0.00035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022E-16 -4.19753E-6 L 0.00035 0.05031 " pathEditMode="relative" rAng="0" ptsTypes="AA">
                                          <p:cBhvr>
                                            <p:cTn id="16" dur="2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6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6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80000">
                                          <p:cBhvr>
                                            <p:cTn id="23" dur="3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4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-0.00186 L 1.94444E-6 0.03765 " pathEditMode="relative" rAng="0" ptsTypes="AA">
                                          <p:cBhvr>
                                            <p:cTn id="25" dur="3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0" presetClass="path" presetSubtype="0" accel="50000" decel="50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0.00312 -0.00185 L 0.02553 -0.00185 C 0.0382 -0.00185 0.05434 0.11728 0.05434 0.2142 L 0.05434 0.43148 " pathEditMode="relative" rAng="0" ptsTypes="AAAA">
                                          <p:cBhvr>
                                            <p:cTn id="36" dur="2000" spd="-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5" y="2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2" grpId="0"/>
          <p:bldP spid="11" grpId="0"/>
          <p:bldP spid="14" grpId="0"/>
          <p:bldP spid="15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712203" y="4440044"/>
            <a:ext cx="2009782" cy="992835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5400000">
            <a:off x="-1326125" y="2154326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5400000">
            <a:off x="-496101" y="3251803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20758084">
            <a:off x="8292313" y="3803145"/>
            <a:ext cx="1034193" cy="1426196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498672" y="747646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779954" y="1178024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Elipse 28">
            <a:extLst>
              <a:ext uri="{FF2B5EF4-FFF2-40B4-BE49-F238E27FC236}">
                <a16:creationId xmlns:a16="http://schemas.microsoft.com/office/drawing/2014/main" id="{18C02364-D425-4C48-AF45-3C626EA4F018}"/>
              </a:ext>
            </a:extLst>
          </p:cNvPr>
          <p:cNvSpPr/>
          <p:nvPr/>
        </p:nvSpPr>
        <p:spPr>
          <a:xfrm>
            <a:off x="7408587" y="-187013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5" name="Elipse 82">
            <a:extLst>
              <a:ext uri="{FF2B5EF4-FFF2-40B4-BE49-F238E27FC236}">
                <a16:creationId xmlns:a16="http://schemas.microsoft.com/office/drawing/2014/main" id="{618248B7-E33E-5F40-A2F2-E9D76B156AD5}"/>
              </a:ext>
            </a:extLst>
          </p:cNvPr>
          <p:cNvSpPr/>
          <p:nvPr/>
        </p:nvSpPr>
        <p:spPr>
          <a:xfrm>
            <a:off x="3755252" y="-128565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26" name="Elipse 28">
            <a:extLst>
              <a:ext uri="{FF2B5EF4-FFF2-40B4-BE49-F238E27FC236}">
                <a16:creationId xmlns:a16="http://schemas.microsoft.com/office/drawing/2014/main" id="{D924221A-0855-A940-B981-D9B54835C995}"/>
              </a:ext>
            </a:extLst>
          </p:cNvPr>
          <p:cNvSpPr/>
          <p:nvPr/>
        </p:nvSpPr>
        <p:spPr>
          <a:xfrm>
            <a:off x="9642792" y="3534934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pic>
        <p:nvPicPr>
          <p:cNvPr id="19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CB03A37E-CA97-AB46-9535-197BAAFACB3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612815" y="4115052"/>
            <a:ext cx="393191" cy="376615"/>
          </a:xfrm>
          <a:prstGeom prst="rect">
            <a:avLst/>
          </a:prstGeom>
        </p:spPr>
      </p:pic>
      <p:pic>
        <p:nvPicPr>
          <p:cNvPr id="27" name="Imagen 12" descr="Forma&#10;&#10;Descripción generada automáticamente con confianza baja">
            <a:extLst>
              <a:ext uri="{FF2B5EF4-FFF2-40B4-BE49-F238E27FC236}">
                <a16:creationId xmlns:a16="http://schemas.microsoft.com/office/drawing/2014/main" id="{A5A92B2D-E2BF-D944-BE27-56B0574AB1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9" t="11443" r="15680" b="5798"/>
          <a:stretch/>
        </p:blipFill>
        <p:spPr>
          <a:xfrm>
            <a:off x="4911788" y="978492"/>
            <a:ext cx="1539920" cy="1222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AEB292-F24E-2643-BAD1-649DEF6F57B4}"/>
              </a:ext>
            </a:extLst>
          </p:cNvPr>
          <p:cNvSpPr txBox="1"/>
          <p:nvPr/>
        </p:nvSpPr>
        <p:spPr>
          <a:xfrm>
            <a:off x="5450452" y="864154"/>
            <a:ext cx="435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en-US" sz="6000" b="1" dirty="0">
                <a:solidFill>
                  <a:schemeClr val="bg1">
                    <a:lumMod val="95000"/>
                  </a:schemeClr>
                </a:solidFill>
              </a:rPr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4333C-5D40-4D4F-88B6-6B9834F1870D}"/>
              </a:ext>
            </a:extLst>
          </p:cNvPr>
          <p:cNvSpPr txBox="1"/>
          <p:nvPr/>
        </p:nvSpPr>
        <p:spPr>
          <a:xfrm>
            <a:off x="3022767" y="1300986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Malloc - free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F8B0E-1932-6048-A691-721A5C47D99F}"/>
              </a:ext>
            </a:extLst>
          </p:cNvPr>
          <p:cNvSpPr txBox="1"/>
          <p:nvPr/>
        </p:nvSpPr>
        <p:spPr>
          <a:xfrm>
            <a:off x="1643055" y="2130183"/>
            <a:ext cx="622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latin typeface="Lalezar" pitchFamily="2" charset="-78"/>
                <a:cs typeface="Lalezar" pitchFamily="2" charset="-78"/>
              </a:rPr>
              <a:t>تخصیص حافظه ساده در زبان</a:t>
            </a:r>
            <a:r>
              <a:rPr lang="en-US" dirty="0">
                <a:latin typeface="Lalezar" pitchFamily="2" charset="-78"/>
                <a:cs typeface="Lalezar" pitchFamily="2" charset="-78"/>
              </a:rPr>
              <a:t>C 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با دو دستور بالا هم حتی ممکن است منجر به</a:t>
            </a:r>
            <a:r>
              <a:rPr lang="en-US" dirty="0">
                <a:latin typeface="Lalezar" pitchFamily="2" charset="-78"/>
                <a:cs typeface="Lalezar" pitchFamily="2" charset="-78"/>
              </a:rPr>
              <a:t> </a:t>
            </a:r>
            <a:r>
              <a:rPr lang="en-US" dirty="0" err="1">
                <a:latin typeface="Lalezar" pitchFamily="2" charset="-78"/>
                <a:cs typeface="Lalezar" pitchFamily="2" charset="-78"/>
              </a:rPr>
              <a:t>ت</a:t>
            </a:r>
            <a:r>
              <a:rPr lang="fa-IR" dirty="0" err="1">
                <a:latin typeface="Lalezar" pitchFamily="2" charset="-78"/>
                <a:cs typeface="Lalezar" pitchFamily="2" charset="-78"/>
              </a:rPr>
              <a:t>ولید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زباله ها و ارجاع های معلق شود.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F1A5A-21DE-644A-9E82-330FC1112269}"/>
              </a:ext>
            </a:extLst>
          </p:cNvPr>
          <p:cNvSpPr txBox="1"/>
          <p:nvPr/>
        </p:nvSpPr>
        <p:spPr>
          <a:xfrm>
            <a:off x="2500127" y="2699079"/>
            <a:ext cx="4570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solidFill>
                  <a:srgbClr val="FF0000"/>
                </a:solidFill>
                <a:latin typeface="Lalezar" pitchFamily="2" charset="-78"/>
                <a:cs typeface="Lalezar" pitchFamily="2" charset="-78"/>
              </a:rPr>
              <a:t>بنابراین مدیریت حافظه توسط برنامه </a:t>
            </a:r>
            <a:r>
              <a:rPr lang="fa-IR" dirty="0" err="1">
                <a:solidFill>
                  <a:srgbClr val="FF0000"/>
                </a:solidFill>
                <a:latin typeface="Lalezar" pitchFamily="2" charset="-78"/>
                <a:cs typeface="Lalezar" pitchFamily="2" charset="-78"/>
              </a:rPr>
              <a:t>نویس</a:t>
            </a:r>
            <a:r>
              <a:rPr lang="fa-IR" dirty="0">
                <a:solidFill>
                  <a:srgbClr val="FF0000"/>
                </a:solidFill>
                <a:latin typeface="Lalezar" pitchFamily="2" charset="-78"/>
                <a:cs typeface="Lalezar" pitchFamily="2" charset="-78"/>
              </a:rPr>
              <a:t> خطرناک است</a:t>
            </a:r>
            <a:endParaRPr lang="en-US" dirty="0">
              <a:solidFill>
                <a:srgbClr val="FF000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D185018A-B310-A742-B76D-5C2C772C6869}"/>
              </a:ext>
            </a:extLst>
          </p:cNvPr>
          <p:cNvSpPr/>
          <p:nvPr/>
        </p:nvSpPr>
        <p:spPr>
          <a:xfrm>
            <a:off x="2118662" y="2562708"/>
            <a:ext cx="571472" cy="604976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29" name="Multiply 28">
            <a:extLst>
              <a:ext uri="{FF2B5EF4-FFF2-40B4-BE49-F238E27FC236}">
                <a16:creationId xmlns:a16="http://schemas.microsoft.com/office/drawing/2014/main" id="{A54A086E-6E75-5A47-99BB-F43D9B04972B}"/>
              </a:ext>
            </a:extLst>
          </p:cNvPr>
          <p:cNvSpPr/>
          <p:nvPr/>
        </p:nvSpPr>
        <p:spPr>
          <a:xfrm>
            <a:off x="6896818" y="2587642"/>
            <a:ext cx="571472" cy="604976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5225EA-C69F-4B4C-984F-0EF673EEA365}"/>
              </a:ext>
            </a:extLst>
          </p:cNvPr>
          <p:cNvSpPr txBox="1"/>
          <p:nvPr/>
        </p:nvSpPr>
        <p:spPr>
          <a:xfrm>
            <a:off x="4261480" y="3082491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b="1" dirty="0">
                <a:solidFill>
                  <a:srgbClr val="FF0000"/>
                </a:solidFill>
                <a:latin typeface="Lalezar" pitchFamily="2" charset="-78"/>
                <a:cs typeface="Lalezar" pitchFamily="2" charset="-78"/>
              </a:rPr>
              <a:t>چرا ؟!</a:t>
            </a:r>
            <a:endParaRPr lang="en-US" sz="2000" b="1" dirty="0">
              <a:solidFill>
                <a:srgbClr val="FF000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E88FEF-1566-B747-818A-23915F976FA7}"/>
              </a:ext>
            </a:extLst>
          </p:cNvPr>
          <p:cNvSpPr txBox="1"/>
          <p:nvPr/>
        </p:nvSpPr>
        <p:spPr>
          <a:xfrm>
            <a:off x="1160198" y="3445245"/>
            <a:ext cx="7141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solidFill>
                  <a:srgbClr val="FF0000"/>
                </a:solidFill>
                <a:latin typeface="Lalezar" pitchFamily="2" charset="-78"/>
                <a:cs typeface="Lalezar" pitchFamily="2" charset="-78"/>
              </a:rPr>
              <a:t>چون ممکن است منجر به خطا های ظریف یا گم کردن مسیرهای دسترسی به حافظه میشود</a:t>
            </a:r>
            <a:endParaRPr lang="en-US" dirty="0">
              <a:solidFill>
                <a:srgbClr val="FF0000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1F2D227-B61B-4A46-9D39-6C36A40A8282}"/>
              </a:ext>
            </a:extLst>
          </p:cNvPr>
          <p:cNvSpPr/>
          <p:nvPr/>
        </p:nvSpPr>
        <p:spPr>
          <a:xfrm>
            <a:off x="-489631" y="-669889"/>
            <a:ext cx="10148552" cy="6465194"/>
          </a:xfrm>
          <a:prstGeom prst="roundRect">
            <a:avLst/>
          </a:prstGeom>
          <a:solidFill>
            <a:srgbClr val="100921">
              <a:alpha val="9098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 sz="24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8F658F-AE71-AD47-82A8-8E3D581EFDE1}"/>
              </a:ext>
            </a:extLst>
          </p:cNvPr>
          <p:cNvSpPr txBox="1"/>
          <p:nvPr/>
        </p:nvSpPr>
        <p:spPr>
          <a:xfrm>
            <a:off x="596101" y="1298548"/>
            <a:ext cx="7857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1" eaLnBrk="1" latinLnBrk="0" hangingPunct="1"/>
            <a:r>
              <a:rPr lang="fa-IR" sz="32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پس چرا سپردن همچین امری به برنامه </a:t>
            </a:r>
            <a:r>
              <a:rPr lang="fa-IR" sz="3200" dirty="0" err="1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نویس</a:t>
            </a:r>
            <a:r>
              <a:rPr lang="fa-IR" sz="32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بهتر است؟</a:t>
            </a:r>
            <a:endParaRPr lang="en-US" sz="32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8FB1CF-114C-7442-9B33-A750896F482E}"/>
              </a:ext>
            </a:extLst>
          </p:cNvPr>
          <p:cNvSpPr txBox="1"/>
          <p:nvPr/>
        </p:nvSpPr>
        <p:spPr>
          <a:xfrm>
            <a:off x="2293455" y="2103589"/>
            <a:ext cx="4771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1" eaLnBrk="1" latinLnBrk="0" hangingPunct="1"/>
            <a:r>
              <a:rPr lang="fa-IR" dirty="0">
                <a:solidFill>
                  <a:schemeClr val="accent2">
                    <a:lumMod val="60000"/>
                    <a:lumOff val="40000"/>
                  </a:schemeClr>
                </a:solidFill>
                <a:latin typeface="Lalezar" pitchFamily="2" charset="-78"/>
                <a:cs typeface="Lalezar" pitchFamily="2" charset="-78"/>
              </a:rPr>
              <a:t>خود سیستم به سختی میتواند بهترین زمان مناسب برای تخصیص و آزادسازی حافظه را تعیین کند </a:t>
            </a:r>
          </a:p>
          <a:p>
            <a:pPr marL="0" algn="ctr" defTabSz="457200" rtl="1" eaLnBrk="1" latinLnBrk="0" hangingPunct="1"/>
            <a:r>
              <a:rPr lang="fa-IR" dirty="0">
                <a:solidFill>
                  <a:schemeClr val="accent2">
                    <a:lumMod val="60000"/>
                    <a:lumOff val="40000"/>
                  </a:schemeClr>
                </a:solidFill>
                <a:latin typeface="Lalezar" pitchFamily="2" charset="-78"/>
                <a:cs typeface="Lalezar" pitchFamily="2" charset="-78"/>
              </a:rPr>
              <a:t>اما </a:t>
            </a:r>
          </a:p>
          <a:p>
            <a:pPr marL="0" algn="ctr" defTabSz="457200" rtl="1" eaLnBrk="1" latinLnBrk="0" hangingPunct="1"/>
            <a:r>
              <a:rPr lang="fa-IR" dirty="0">
                <a:solidFill>
                  <a:schemeClr val="accent2">
                    <a:lumMod val="60000"/>
                    <a:lumOff val="40000"/>
                  </a:schemeClr>
                </a:solidFill>
                <a:latin typeface="Lalezar" pitchFamily="2" charset="-78"/>
                <a:cs typeface="Lalezar" pitchFamily="2" charset="-78"/>
              </a:rPr>
              <a:t>برنامه </a:t>
            </a:r>
            <a:r>
              <a:rPr lang="fa-IR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Lalezar" pitchFamily="2" charset="-78"/>
                <a:cs typeface="Lalezar" pitchFamily="2" charset="-78"/>
              </a:rPr>
              <a:t>نویس</a:t>
            </a:r>
            <a:r>
              <a:rPr lang="fa-IR" dirty="0">
                <a:solidFill>
                  <a:schemeClr val="accent2">
                    <a:lumMod val="60000"/>
                    <a:lumOff val="40000"/>
                  </a:schemeClr>
                </a:solidFill>
                <a:latin typeface="Lalezar" pitchFamily="2" charset="-78"/>
                <a:cs typeface="Lalezar" pitchFamily="2" charset="-78"/>
              </a:rPr>
              <a:t> میتواند تشخیص دهد بهترین زمان برای استفاده از ساختمان داده و یا آزادسازی آن چه موقع است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52BDBA-36A1-CA44-8E27-B66E15CFB6B3}"/>
              </a:ext>
            </a:extLst>
          </p:cNvPr>
          <p:cNvSpPr txBox="1"/>
          <p:nvPr/>
        </p:nvSpPr>
        <p:spPr>
          <a:xfrm>
            <a:off x="1557210" y="4060435"/>
            <a:ext cx="5943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اینجا متوجه اهمیت مهندسی نرم افزار </a:t>
            </a:r>
            <a:r>
              <a:rPr lang="fa-IR" sz="2800" dirty="0" err="1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میشیم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64435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48148E-6 L 0.00035 0.05031 " pathEditMode="relative" rAng="0" ptsTypes="AA">
                                          <p:cBhvr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1.48148E-6 L 0.07135 0.00062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4.69136E-6 L 0.00729 -0.017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66667E-6 0.00123 L 0.01181 -0.02068 " pathEditMode="relative" rAng="0" ptsTypes="AA">
                                          <p:cBhvr>
                                            <p:cTn id="16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4 L 0.0085 -0.03241 " pathEditMode="relative" rAng="0" ptsTypes="AA" p14:bounceEnd="5091">
                                          <p:cBhvr>
                                            <p:cTn id="20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46914E-7 L 0.00035 0.05031 " pathEditMode="relative" rAng="0" ptsTypes="AA">
                                          <p:cBhvr>
                                            <p:cTn id="33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45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2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9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*sin(2.5*pi*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45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*sin(2.5*pi*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1" nodeType="withEffect">
                                      <p:stCondLst>
                                        <p:cond delay="55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1" presetID="10" presetClass="entr" presetSubtype="0" fill="hold" grpId="0" nodeType="after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75" presetID="10" presetClass="entr" presetSubtype="0" fill="hold" grpId="0" nodeType="after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8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79" presetID="10" presetClass="entr" presetSubtype="0" fill="hold" grpId="0" nodeType="after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4" grpId="0"/>
          <p:bldP spid="6" grpId="0"/>
          <p:bldP spid="11" grpId="0"/>
          <p:bldP spid="12" grpId="0"/>
          <p:bldP spid="14" grpId="0" animBg="1"/>
          <p:bldP spid="29" grpId="0" animBg="1"/>
          <p:bldP spid="16" grpId="1"/>
          <p:bldP spid="30" grpId="0"/>
          <p:bldP spid="33" grpId="0" animBg="1"/>
          <p:bldP spid="34" grpId="0"/>
          <p:bldP spid="35" grpId="0"/>
          <p:bldP spid="3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48148E-6 L 0.00035 0.05031 " pathEditMode="relative" rAng="0" ptsTypes="AA">
                                          <p:cBhvr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1.48148E-6 L 0.07135 0.00062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4.69136E-6 L 0.00729 -0.017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66667E-6 0.00123 L 0.01181 -0.02068 " pathEditMode="relative" rAng="0" ptsTypes="AA">
                                          <p:cBhvr>
                                            <p:cTn id="16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4 L 0.0085 -0.03241 " pathEditMode="relative" rAng="0" ptsTypes="AA">
                                          <p:cBhvr>
                                            <p:cTn id="20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46914E-7 L 0.00035 0.05031 " pathEditMode="relative" rAng="0" ptsTypes="AA">
                                          <p:cBhvr>
                                            <p:cTn id="33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2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45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2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9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*sin(2.5*pi*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45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*sin(2.5*pi*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1" nodeType="withEffect">
                                      <p:stCondLst>
                                        <p:cond delay="55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1" presetID="10" presetClass="entr" presetSubtype="0" fill="hold" grpId="0" nodeType="after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75" presetID="10" presetClass="entr" presetSubtype="0" fill="hold" grpId="0" nodeType="after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8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79" presetID="10" presetClass="entr" presetSubtype="0" fill="hold" grpId="0" nodeType="after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4" grpId="0"/>
          <p:bldP spid="6" grpId="0"/>
          <p:bldP spid="11" grpId="0"/>
          <p:bldP spid="12" grpId="0"/>
          <p:bldP spid="14" grpId="0" animBg="1"/>
          <p:bldP spid="29" grpId="0" animBg="1"/>
          <p:bldP spid="16" grpId="1"/>
          <p:bldP spid="30" grpId="0"/>
          <p:bldP spid="33" grpId="0" animBg="1"/>
          <p:bldP spid="34" grpId="0"/>
          <p:bldP spid="35" grpId="0"/>
          <p:bldP spid="36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1188722" y="4519441"/>
            <a:ext cx="2009782" cy="992835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5400000">
            <a:off x="-1133522" y="2179546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5400000">
            <a:off x="-496101" y="3251803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20758084">
            <a:off x="8255061" y="3806342"/>
            <a:ext cx="1034193" cy="1426196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456711" y="1650106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232686" y="1371985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Elipse 28">
            <a:extLst>
              <a:ext uri="{FF2B5EF4-FFF2-40B4-BE49-F238E27FC236}">
                <a16:creationId xmlns:a16="http://schemas.microsoft.com/office/drawing/2014/main" id="{18C02364-D425-4C48-AF45-3C626EA4F018}"/>
              </a:ext>
            </a:extLst>
          </p:cNvPr>
          <p:cNvSpPr/>
          <p:nvPr/>
        </p:nvSpPr>
        <p:spPr>
          <a:xfrm>
            <a:off x="7408587" y="-187013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5" name="Elipse 82">
            <a:extLst>
              <a:ext uri="{FF2B5EF4-FFF2-40B4-BE49-F238E27FC236}">
                <a16:creationId xmlns:a16="http://schemas.microsoft.com/office/drawing/2014/main" id="{618248B7-E33E-5F40-A2F2-E9D76B156AD5}"/>
              </a:ext>
            </a:extLst>
          </p:cNvPr>
          <p:cNvSpPr/>
          <p:nvPr/>
        </p:nvSpPr>
        <p:spPr>
          <a:xfrm>
            <a:off x="3755252" y="-128565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26" name="Elipse 28">
            <a:extLst>
              <a:ext uri="{FF2B5EF4-FFF2-40B4-BE49-F238E27FC236}">
                <a16:creationId xmlns:a16="http://schemas.microsoft.com/office/drawing/2014/main" id="{D924221A-0855-A940-B981-D9B54835C995}"/>
              </a:ext>
            </a:extLst>
          </p:cNvPr>
          <p:cNvSpPr/>
          <p:nvPr/>
        </p:nvSpPr>
        <p:spPr>
          <a:xfrm>
            <a:off x="9642792" y="3534934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pic>
        <p:nvPicPr>
          <p:cNvPr id="19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CB03A37E-CA97-AB46-9535-197BAAFACB3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750809" y="3660901"/>
            <a:ext cx="393191" cy="376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222E91-50EE-7E43-8158-3FA3BE8C3363}"/>
              </a:ext>
            </a:extLst>
          </p:cNvPr>
          <p:cNvSpPr txBox="1"/>
          <p:nvPr/>
        </p:nvSpPr>
        <p:spPr>
          <a:xfrm>
            <a:off x="6091706" y="40954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B3D46-8AF7-FB4B-8D30-DAF319155342}"/>
              </a:ext>
            </a:extLst>
          </p:cNvPr>
          <p:cNvSpPr txBox="1"/>
          <p:nvPr/>
        </p:nvSpPr>
        <p:spPr>
          <a:xfrm>
            <a:off x="2761382" y="506480"/>
            <a:ext cx="3550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600" dirty="0">
                <a:latin typeface="Lalezar" pitchFamily="2" charset="-78"/>
                <a:cs typeface="Lalezar" pitchFamily="2" charset="-78"/>
              </a:rPr>
              <a:t>مراحل مدیریت حافظه</a:t>
            </a:r>
            <a:endParaRPr lang="en-US" sz="36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ABA40-ADB6-1541-AB7E-B201A4A226AA}"/>
              </a:ext>
            </a:extLst>
          </p:cNvPr>
          <p:cNvSpPr txBox="1"/>
          <p:nvPr/>
        </p:nvSpPr>
        <p:spPr>
          <a:xfrm>
            <a:off x="3599752" y="1446635"/>
            <a:ext cx="187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تخصیص حافظه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FEBB07-2332-6447-8D66-2379DC410624}"/>
              </a:ext>
            </a:extLst>
          </p:cNvPr>
          <p:cNvSpPr txBox="1"/>
          <p:nvPr/>
        </p:nvSpPr>
        <p:spPr>
          <a:xfrm>
            <a:off x="3782604" y="2426069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بازیابی حافظه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9E71F4-156C-DF49-888C-4489959F3607}"/>
              </a:ext>
            </a:extLst>
          </p:cNvPr>
          <p:cNvSpPr txBox="1"/>
          <p:nvPr/>
        </p:nvSpPr>
        <p:spPr>
          <a:xfrm>
            <a:off x="3031638" y="3391932"/>
            <a:ext cx="3244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فشرده سازی و استفاده مجدد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60F02E-43E6-1847-A477-840AC63AF506}"/>
              </a:ext>
            </a:extLst>
          </p:cNvPr>
          <p:cNvSpPr txBox="1"/>
          <p:nvPr/>
        </p:nvSpPr>
        <p:spPr>
          <a:xfrm>
            <a:off x="1292494" y="1827975"/>
            <a:ext cx="7265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در شروع اجرای برنامه هر قطعه یا </a:t>
            </a:r>
            <a:r>
              <a:rPr lang="fa-IR" dirty="0" err="1">
                <a:latin typeface="Lalezar" pitchFamily="2" charset="-78"/>
                <a:cs typeface="Lalezar" pitchFamily="2" charset="-78"/>
              </a:rPr>
              <a:t>بلوکی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از حافظه تخصیص می یابد و فضای آزاد کنترل </a:t>
            </a:r>
            <a:r>
              <a:rPr lang="fa-IR" dirty="0" err="1">
                <a:latin typeface="Lalezar" pitchFamily="2" charset="-78"/>
                <a:cs typeface="Lalezar" pitchFamily="2" charset="-78"/>
              </a:rPr>
              <a:t>می‌شود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7F41B-008C-3C48-AE64-A70FF8755D36}"/>
              </a:ext>
            </a:extLst>
          </p:cNvPr>
          <p:cNvSpPr txBox="1"/>
          <p:nvPr/>
        </p:nvSpPr>
        <p:spPr>
          <a:xfrm>
            <a:off x="1602553" y="2781234"/>
            <a:ext cx="6689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latin typeface="Lalezar" pitchFamily="2" charset="-78"/>
                <a:cs typeface="Lalezar" pitchFamily="2" charset="-78"/>
              </a:rPr>
              <a:t>حالا حافظه ای که تخصیص یافت ممکن است توسط برای استفاده مجدد بازیابی شود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44FDF5-12B1-8043-9AF9-40217CBB64FD}"/>
              </a:ext>
            </a:extLst>
          </p:cNvPr>
          <p:cNvSpPr txBox="1"/>
          <p:nvPr/>
        </p:nvSpPr>
        <p:spPr>
          <a:xfrm>
            <a:off x="1471566" y="3838996"/>
            <a:ext cx="649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latin typeface="Lalezar" pitchFamily="2" charset="-78"/>
                <a:cs typeface="Lalezar" pitchFamily="2" charset="-78"/>
              </a:rPr>
              <a:t>و حالا حافظه ای که بازیابی شده است، ممکن است برای استفاده مجدد آماده باشد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0011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0.00035 0.05031 " pathEditMode="relative" rAng="0" ptsTypes="AA">
                                          <p:cBhvr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0 L 0.07135 0.00062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6 -3.58025E-6 L 0.00729 -0.01759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38889E-6 0.00124 L 0.01181 -0.02068 " pathEditMode="relative" rAng="0" ptsTypes="AA">
                                          <p:cBhvr>
                                            <p:cTn id="16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4 L 0.0085 -0.03241 " pathEditMode="relative" rAng="0" ptsTypes="AA" p14:bounceEnd="5091">
                                          <p:cBhvr>
                                            <p:cTn id="20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1.85185E-6 L 0.00035 0.05031 " pathEditMode="relative" rAng="0" ptsTypes="AA">
                                          <p:cBhvr>
                                            <p:cTn id="33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9" grpId="0"/>
          <p:bldP spid="10" grpId="0"/>
          <p:bldP spid="37" grpId="0"/>
          <p:bldP spid="13" grpId="0"/>
          <p:bldP spid="15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0.00035 0.05031 " pathEditMode="relative" rAng="0" ptsTypes="AA">
                                          <p:cBhvr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0 L 0.07135 0.00062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6 -3.58025E-6 L 0.00729 -0.01759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38889E-6 0.00124 L 0.01181 -0.02068 " pathEditMode="relative" rAng="0" ptsTypes="AA">
                                          <p:cBhvr>
                                            <p:cTn id="16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4 L 0.0085 -0.03241 " pathEditMode="relative" rAng="0" ptsTypes="AA">
                                          <p:cBhvr>
                                            <p:cTn id="20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1.85185E-6 L 0.00035 0.05031 " pathEditMode="relative" rAng="0" ptsTypes="AA">
                                          <p:cBhvr>
                                            <p:cTn id="33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9" grpId="0"/>
          <p:bldP spid="10" grpId="0"/>
          <p:bldP spid="37" grpId="0"/>
          <p:bldP spid="13" grpId="0"/>
          <p:bldP spid="15" grpId="0"/>
          <p:bldP spid="28" grpId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-1004891" y="537221"/>
            <a:ext cx="2009782" cy="992835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8354830">
            <a:off x="-1380807" y="-526915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142111" y="-727998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3615941">
            <a:off x="33181" y="4129172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>
            <a:off x="1685932" y="4547129"/>
            <a:ext cx="1395910" cy="1387261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4262267" y="-595203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6625637" y="1285109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Elipse 28">
            <a:extLst>
              <a:ext uri="{FF2B5EF4-FFF2-40B4-BE49-F238E27FC236}">
                <a16:creationId xmlns:a16="http://schemas.microsoft.com/office/drawing/2014/main" id="{18C02364-D425-4C48-AF45-3C626EA4F018}"/>
              </a:ext>
            </a:extLst>
          </p:cNvPr>
          <p:cNvSpPr/>
          <p:nvPr/>
        </p:nvSpPr>
        <p:spPr>
          <a:xfrm>
            <a:off x="7408587" y="-187013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25" name="Elipse 82">
            <a:extLst>
              <a:ext uri="{FF2B5EF4-FFF2-40B4-BE49-F238E27FC236}">
                <a16:creationId xmlns:a16="http://schemas.microsoft.com/office/drawing/2014/main" id="{618248B7-E33E-5F40-A2F2-E9D76B156AD5}"/>
              </a:ext>
            </a:extLst>
          </p:cNvPr>
          <p:cNvSpPr/>
          <p:nvPr/>
        </p:nvSpPr>
        <p:spPr>
          <a:xfrm>
            <a:off x="3755252" y="-128565"/>
            <a:ext cx="257255" cy="25713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s-ES"/>
          </a:p>
        </p:txBody>
      </p:sp>
      <p:sp>
        <p:nvSpPr>
          <p:cNvPr id="26" name="Elipse 28">
            <a:extLst>
              <a:ext uri="{FF2B5EF4-FFF2-40B4-BE49-F238E27FC236}">
                <a16:creationId xmlns:a16="http://schemas.microsoft.com/office/drawing/2014/main" id="{D924221A-0855-A940-B981-D9B54835C995}"/>
              </a:ext>
            </a:extLst>
          </p:cNvPr>
          <p:cNvSpPr/>
          <p:nvPr/>
        </p:nvSpPr>
        <p:spPr>
          <a:xfrm>
            <a:off x="9005619" y="2820995"/>
            <a:ext cx="254210" cy="251935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algn="ctr" defTabSz="457200" rtl="0" eaLnBrk="1" latinLnBrk="0" hangingPunct="1"/>
            <a:endParaRPr lang="es-ES" sz="2300" dirty="0">
              <a:solidFill>
                <a:schemeClr val="accent1"/>
              </a:solidFill>
              <a:latin typeface="Staatliches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797B56-6500-BE4D-B9C3-6B6E8CA581C4}"/>
              </a:ext>
            </a:extLst>
          </p:cNvPr>
          <p:cNvSpPr txBox="1"/>
          <p:nvPr/>
        </p:nvSpPr>
        <p:spPr>
          <a:xfrm>
            <a:off x="2652665" y="2397699"/>
            <a:ext cx="56465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latin typeface="Lalezar" pitchFamily="2" charset="-78"/>
                <a:cs typeface="Lalezar" pitchFamily="2" charset="-78"/>
              </a:rPr>
              <a:t>م</a:t>
            </a:r>
            <a:r>
              <a:rPr lang="fa-IR" sz="4400" dirty="0" err="1">
                <a:latin typeface="Lalezar" pitchFamily="2" charset="-78"/>
                <a:cs typeface="Lalezar" pitchFamily="2" charset="-78"/>
              </a:rPr>
              <a:t>دیریت</a:t>
            </a:r>
            <a:r>
              <a:rPr lang="fa-IR" sz="4400" dirty="0">
                <a:latin typeface="Lalezar" pitchFamily="2" charset="-78"/>
                <a:cs typeface="Lalezar" pitchFamily="2" charset="-78"/>
              </a:rPr>
              <a:t> حافظه ایستا</a:t>
            </a:r>
          </a:p>
        </p:txBody>
      </p: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254809" y="1870086"/>
            <a:ext cx="393191" cy="3766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CCF91F-0914-3E4B-8306-0BDFD23F82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700" y="787536"/>
            <a:ext cx="25146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86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2.8395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8.64198E-7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4.07407E-6 L 0.07135 0.00061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9.87654E-7 L 0.00729 -0.01759 " pathEditMode="relative" rAng="0" ptsTypes="AA" p14:bounceEnd="5091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0.00123 L 0.00851 -0.03241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34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5.55112E-17 L 0.00035 0.05031 " pathEditMode="relative" rAng="0" ptsTypes="AA">
                                          <p:cBhvr>
                                            <p:cTn id="38" dur="2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5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2.8395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8.64198E-7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4.07407E-6 L 0.07135 0.00061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9.87654E-7 L 0.00729 -0.01759 " pathEditMode="relative" rAng="0" ptsTypes="AA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0.00123 L 0.00851 -0.03241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34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2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2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5.55112E-17 L 0.00035 0.05031 " pathEditMode="relative" rAng="0" ptsTypes="AA">
                                          <p:cBhvr>
                                            <p:cTn id="38" dur="2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54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1773471" y="-288063"/>
            <a:ext cx="1166243" cy="576126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9055513">
            <a:off x="-1237346" y="131087"/>
            <a:ext cx="3862170" cy="2297488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768081" y="-242581"/>
            <a:ext cx="2202289" cy="1886250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3615941">
            <a:off x="83645" y="4063196"/>
            <a:ext cx="1034193" cy="1426196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20248170">
            <a:off x="5466900" y="4702430"/>
            <a:ext cx="1395910" cy="1387261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6629465" y="-631430"/>
            <a:ext cx="1168914" cy="116555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947404" y="5019445"/>
            <a:ext cx="393191" cy="376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18E9BD-02BD-7840-B501-BF1814997A53}"/>
              </a:ext>
            </a:extLst>
          </p:cNvPr>
          <p:cNvSpPr txBox="1"/>
          <p:nvPr/>
        </p:nvSpPr>
        <p:spPr>
          <a:xfrm>
            <a:off x="2487786" y="1693061"/>
            <a:ext cx="4283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ایستا، ساده ترین شکل تخصیص است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8F51B-C786-6947-8B0A-D7E7F1ED54FC}"/>
              </a:ext>
            </a:extLst>
          </p:cNvPr>
          <p:cNvSpPr txBox="1"/>
          <p:nvPr/>
        </p:nvSpPr>
        <p:spPr>
          <a:xfrm>
            <a:off x="2771517" y="2213352"/>
            <a:ext cx="3716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در زمان ترجمه برنامه انجام میشود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27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C549972-1BA3-8D4A-81CF-4498F97AAA6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6707263" y="1694019"/>
            <a:ext cx="393191" cy="376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5E14DA-5BEC-FD46-BF32-B70D69CCE7C2}"/>
              </a:ext>
            </a:extLst>
          </p:cNvPr>
          <p:cNvSpPr txBox="1"/>
          <p:nvPr/>
        </p:nvSpPr>
        <p:spPr>
          <a:xfrm>
            <a:off x="1476419" y="2697254"/>
            <a:ext cx="6283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1" eaLnBrk="1" latinLnBrk="0" hangingPunct="1"/>
            <a:r>
              <a:rPr lang="fa-IR" sz="2400" dirty="0">
                <a:solidFill>
                  <a:schemeClr val="accent5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معمولا حافظه </a:t>
            </a:r>
            <a:r>
              <a:rPr lang="fa-IR" sz="2400" dirty="0" err="1">
                <a:solidFill>
                  <a:schemeClr val="accent5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سگمنت</a:t>
            </a:r>
            <a:r>
              <a:rPr lang="fa-IR" sz="2400" dirty="0">
                <a:solidFill>
                  <a:schemeClr val="accent5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 کد برنامه های کاربر و سیستم به صورت ایستا اختصاص </a:t>
            </a:r>
            <a:r>
              <a:rPr lang="fa-IR" sz="2400" dirty="0" err="1">
                <a:solidFill>
                  <a:schemeClr val="accent5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می‌یابد</a:t>
            </a:r>
            <a:endParaRPr lang="en-US" sz="2400" dirty="0">
              <a:solidFill>
                <a:schemeClr val="accent5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33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B2AE0BA6-AA0F-6D4B-AFAC-7540BDA7538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6432870" y="2237849"/>
            <a:ext cx="393191" cy="376615"/>
          </a:xfrm>
          <a:prstGeom prst="rect">
            <a:avLst/>
          </a:prstGeom>
        </p:spPr>
      </p:pic>
      <p:pic>
        <p:nvPicPr>
          <p:cNvPr id="34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57E2DF98-B5CB-4E42-B2CE-061A8BD731E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7425271" y="2718036"/>
            <a:ext cx="393191" cy="376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749C5-0256-DA49-9E45-AAD525FF5AF7}"/>
              </a:ext>
            </a:extLst>
          </p:cNvPr>
          <p:cNvSpPr txBox="1"/>
          <p:nvPr/>
        </p:nvSpPr>
        <p:spPr>
          <a:xfrm>
            <a:off x="3372046" y="724302"/>
            <a:ext cx="29161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4000" dirty="0">
                <a:latin typeface="Lalezar" pitchFamily="2" charset="-78"/>
                <a:cs typeface="Lalezar" pitchFamily="2" charset="-78"/>
              </a:rPr>
              <a:t>تخصیص ایستا</a:t>
            </a:r>
            <a:endParaRPr lang="en-US" sz="40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3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A5F38F2C-60F7-E640-88E9-6D082C39FF1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7375944" y="3534816"/>
            <a:ext cx="393191" cy="37661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E9E4D3D-B4AF-3343-9DAB-EDD8E7B03BF1}"/>
              </a:ext>
            </a:extLst>
          </p:cNvPr>
          <p:cNvSpPr txBox="1"/>
          <p:nvPr/>
        </p:nvSpPr>
        <p:spPr>
          <a:xfrm>
            <a:off x="1650463" y="3528251"/>
            <a:ext cx="5748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در پیاده سازی معمولی </a:t>
            </a:r>
            <a:r>
              <a:rPr lang="fa-I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فرترن</a:t>
            </a:r>
            <a:r>
              <a:rPr lang="fa-I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 هم حافظه کاملا به صورت</a:t>
            </a:r>
          </a:p>
          <a:p>
            <a:pPr marL="0" algn="ctr" defTabSz="457200" rtl="1" eaLnBrk="1" latinLnBrk="0" hangingPunct="1"/>
            <a:r>
              <a:rPr lang="fa-I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ایستایی تخصیص </a:t>
            </a:r>
            <a:r>
              <a:rPr lang="fa-I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می‌یابد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38" name="Imagen 22" descr="Forma&#10;&#10;Descripción generada automáticamente">
            <a:extLst>
              <a:ext uri="{FF2B5EF4-FFF2-40B4-BE49-F238E27FC236}">
                <a16:creationId xmlns:a16="http://schemas.microsoft.com/office/drawing/2014/main" id="{B124B361-BF10-B94C-864C-79BBE7AF61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8875698" y="-166836"/>
            <a:ext cx="1166243" cy="57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2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-4.07407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2.09877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0 L 0.07135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4.5679E-6 L 0.00729 -0.0176 " pathEditMode="relative" rAng="0" ptsTypes="AA" p14:bounceEnd="5091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E-6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4 L 0.00851 -0.03241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2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-4.72222E-6 0.01235 " pathEditMode="relative" rAng="0" ptsTypes="AA">
                                          <p:cBhvr>
                                            <p:cTn id="29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022E-16 -4.93827E-6 L 1.11022E-16 0.01235 " pathEditMode="relative" rAng="0" ptsTypes="AA">
                                          <p:cBhvr>
                                            <p:cTn id="31" dur="2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-4.81481E-6 L 3.05556E-6 0.01235 " pathEditMode="relative" rAng="0" ptsTypes="AA">
                                          <p:cBhvr>
                                            <p:cTn id="33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5679E-6 L 5E-6 0.01234 " pathEditMode="relative" rAng="0" ptsTypes="AA">
                                          <p:cBhvr>
                                            <p:cTn id="53" dur="2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3.20988E-6 L 0.07135 0.00061 " pathEditMode="relative" rAng="0" ptsTypes="AA">
                                          <p:cBhvr>
                                            <p:cTn id="61" dur="7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6" grpId="0"/>
          <p:bldP spid="9" grpId="0"/>
          <p:bldP spid="10" grpId="0"/>
          <p:bldP spid="3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-4.07407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2.09877E-6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0 L 0.07135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94444E-6 4.5679E-6 L 0.00729 -0.0176 " pathEditMode="relative" rAng="0" ptsTypes="AA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E-6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4 L 0.00851 -0.03241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2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-4.72222E-6 0.01235 " pathEditMode="relative" rAng="0" ptsTypes="AA">
                                          <p:cBhvr>
                                            <p:cTn id="29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022E-16 -4.93827E-6 L 1.11022E-16 0.01235 " pathEditMode="relative" rAng="0" ptsTypes="AA">
                                          <p:cBhvr>
                                            <p:cTn id="31" dur="2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-4.81481E-6 L 3.05556E-6 0.01235 " pathEditMode="relative" rAng="0" ptsTypes="AA">
                                          <p:cBhvr>
                                            <p:cTn id="33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5679E-6 L 5E-6 0.01234 " pathEditMode="relative" rAng="0" ptsTypes="AA">
                                          <p:cBhvr>
                                            <p:cTn id="53" dur="2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3.20988E-6 L 0.07135 0.00061 " pathEditMode="relative" rAng="0" ptsTypes="AA">
                                          <p:cBhvr>
                                            <p:cTn id="61" dur="7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6" grpId="0"/>
          <p:bldP spid="9" grpId="0"/>
          <p:bldP spid="10" grpId="0"/>
          <p:bldP spid="36" grpId="0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Forma&#10;&#10;Descripción generada automáticamente">
            <a:extLst>
              <a:ext uri="{FF2B5EF4-FFF2-40B4-BE49-F238E27FC236}">
                <a16:creationId xmlns:a16="http://schemas.microsoft.com/office/drawing/2014/main" id="{85AD7C29-B4B1-1189-DBA1-3E4DF13C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1773471" y="-288063"/>
            <a:ext cx="1166243" cy="576126"/>
          </a:xfrm>
          <a:prstGeom prst="rect">
            <a:avLst/>
          </a:prstGeom>
        </p:spPr>
      </p:pic>
      <p:pic>
        <p:nvPicPr>
          <p:cNvPr id="5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95ACBABC-502B-2105-D154-862FE81F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9055513">
            <a:off x="-1502754" y="-425973"/>
            <a:ext cx="8034581" cy="4779529"/>
          </a:xfrm>
          <a:prstGeom prst="rect">
            <a:avLst/>
          </a:prstGeom>
        </p:spPr>
      </p:pic>
      <p:pic>
        <p:nvPicPr>
          <p:cNvPr id="7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66D6CD3-79B1-42BA-FD3A-D836D68D3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025327" y="-71681"/>
            <a:ext cx="3125438" cy="2676923"/>
          </a:xfrm>
          <a:prstGeom prst="rect">
            <a:avLst/>
          </a:prstGeom>
          <a:effectLst/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26C2CF29-35C6-37D3-50F6-1D68E8C707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3615941">
            <a:off x="-17800" y="4117310"/>
            <a:ext cx="1034193" cy="1426196"/>
          </a:xfrm>
          <a:prstGeom prst="rect">
            <a:avLst/>
          </a:prstGeom>
        </p:spPr>
      </p:pic>
      <p:pic>
        <p:nvPicPr>
          <p:cNvPr id="3" name="Imagen 2" descr="Círculo&#10;&#10;Descripción generada automáticamente">
            <a:extLst>
              <a:ext uri="{FF2B5EF4-FFF2-40B4-BE49-F238E27FC236}">
                <a16:creationId xmlns:a16="http://schemas.microsoft.com/office/drawing/2014/main" id="{BA73130A-EC76-7E96-CA10-191F73D6449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3704335" y="-2174024"/>
            <a:ext cx="3370987" cy="3361303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27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C549972-1BA3-8D4A-81CF-4498F97AAA6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488279" y="761079"/>
            <a:ext cx="1489988" cy="1427174"/>
          </a:xfrm>
          <a:prstGeom prst="rect">
            <a:avLst/>
          </a:prstGeom>
        </p:spPr>
      </p:pic>
      <p:pic>
        <p:nvPicPr>
          <p:cNvPr id="34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57E2DF98-B5CB-4E42-B2CE-061A8BD731E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2876147" y="-212518"/>
            <a:ext cx="393191" cy="376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749C5-0256-DA49-9E45-AAD525FF5AF7}"/>
              </a:ext>
            </a:extLst>
          </p:cNvPr>
          <p:cNvSpPr txBox="1"/>
          <p:nvPr/>
        </p:nvSpPr>
        <p:spPr>
          <a:xfrm>
            <a:off x="3269338" y="1728840"/>
            <a:ext cx="44342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latin typeface="Lalezar" pitchFamily="2" charset="-78"/>
                <a:cs typeface="Lalezar" pitchFamily="2" charset="-78"/>
              </a:rPr>
              <a:t>تخصیص حافظه ایستا </a:t>
            </a:r>
            <a:r>
              <a:rPr lang="fa-IR" sz="2800" dirty="0" err="1">
                <a:latin typeface="Lalezar" pitchFamily="2" charset="-78"/>
                <a:cs typeface="Lalezar" pitchFamily="2" charset="-78"/>
              </a:rPr>
              <a:t>کارامد</a:t>
            </a:r>
            <a:r>
              <a:rPr lang="fa-IR" sz="2800" dirty="0">
                <a:latin typeface="Lalezar" pitchFamily="2" charset="-78"/>
                <a:cs typeface="Lalezar" pitchFamily="2" charset="-78"/>
              </a:rPr>
              <a:t> است</a:t>
            </a:r>
          </a:p>
          <a:p>
            <a:pPr marL="0" algn="ctr" defTabSz="457200" rtl="1" eaLnBrk="1" latinLnBrk="0" hangingPunct="1"/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38" name="Imagen 22" descr="Forma&#10;&#10;Descripción generada automáticamente">
            <a:extLst>
              <a:ext uri="{FF2B5EF4-FFF2-40B4-BE49-F238E27FC236}">
                <a16:creationId xmlns:a16="http://schemas.microsoft.com/office/drawing/2014/main" id="{B124B361-BF10-B94C-864C-79BBE7AF61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t="11190" r="6596" b="12346"/>
          <a:stretch/>
        </p:blipFill>
        <p:spPr>
          <a:xfrm>
            <a:off x="7436932" y="-404699"/>
            <a:ext cx="2623857" cy="12961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29ADCA-FD3B-484D-AC0D-197FD31603CB}"/>
              </a:ext>
            </a:extLst>
          </p:cNvPr>
          <p:cNvSpPr txBox="1"/>
          <p:nvPr/>
        </p:nvSpPr>
        <p:spPr>
          <a:xfrm>
            <a:off x="5021155" y="221892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latin typeface="Lalezar" pitchFamily="2" charset="-78"/>
                <a:cs typeface="Lalezar" pitchFamily="2" charset="-78"/>
              </a:rPr>
              <a:t>زیرا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76564-5E99-DB42-91AE-9FE785D6C9FE}"/>
              </a:ext>
            </a:extLst>
          </p:cNvPr>
          <p:cNvSpPr txBox="1"/>
          <p:nvPr/>
        </p:nvSpPr>
        <p:spPr>
          <a:xfrm>
            <a:off x="2086791" y="2740635"/>
            <a:ext cx="6740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latin typeface="Lalezar" pitchFamily="2" charset="-78"/>
                <a:cs typeface="Lalezar" pitchFamily="2" charset="-78"/>
              </a:rPr>
              <a:t> زمان و حافظه ای برای مدیریت حافظه در زمان اجرا صرف </a:t>
            </a:r>
            <a:r>
              <a:rPr lang="fa-IR" sz="2400" dirty="0" err="1">
                <a:latin typeface="Lalezar" pitchFamily="2" charset="-78"/>
                <a:cs typeface="Lalezar" pitchFamily="2" charset="-78"/>
              </a:rPr>
              <a:t>نمی‌شود</a:t>
            </a:r>
            <a:endParaRPr lang="en-US" sz="24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28" name="Imagen 4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DA86AE0-3A85-7D43-925E-33091487AA1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16723" r="2755" b="16857"/>
          <a:stretch/>
        </p:blipFill>
        <p:spPr>
          <a:xfrm rot="19765643">
            <a:off x="2011873" y="4047991"/>
            <a:ext cx="2603445" cy="1705129"/>
          </a:xfrm>
          <a:prstGeom prst="rect">
            <a:avLst/>
          </a:prstGeom>
        </p:spPr>
      </p:pic>
      <p:pic>
        <p:nvPicPr>
          <p:cNvPr id="33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B2AE0BA6-AA0F-6D4B-AFAC-7540BDA7538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423532" y="4108641"/>
            <a:ext cx="1979425" cy="1895977"/>
          </a:xfrm>
          <a:prstGeom prst="rect">
            <a:avLst/>
          </a:prstGeom>
        </p:spPr>
      </p:pic>
      <p:pic>
        <p:nvPicPr>
          <p:cNvPr id="30" name="Imagen 7" descr="Icono&#10;&#10;Descripción generada automáticamente">
            <a:extLst>
              <a:ext uri="{FF2B5EF4-FFF2-40B4-BE49-F238E27FC236}">
                <a16:creationId xmlns:a16="http://schemas.microsoft.com/office/drawing/2014/main" id="{893C279C-D0BD-2B49-87B7-C82181128E3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25327" r="77816" b="24553"/>
          <a:stretch/>
        </p:blipFill>
        <p:spPr>
          <a:xfrm rot="20357029">
            <a:off x="7932524" y="2040010"/>
            <a:ext cx="2235459" cy="3082793"/>
          </a:xfrm>
          <a:prstGeom prst="rect">
            <a:avLst/>
          </a:prstGeom>
        </p:spPr>
      </p:pic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784247" y="5041913"/>
            <a:ext cx="393191" cy="376615"/>
          </a:xfrm>
          <a:prstGeom prst="rect">
            <a:avLst/>
          </a:prstGeom>
        </p:spPr>
      </p:pic>
      <p:pic>
        <p:nvPicPr>
          <p:cNvPr id="3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A5F38F2C-60F7-E640-88E9-6D082C39FF1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629279" y="4060916"/>
            <a:ext cx="3481422" cy="3334654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20248170">
            <a:off x="4353466" y="3741136"/>
            <a:ext cx="3023786" cy="300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90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4.5679E-6 L 0.00035 0.0503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7 -9.87654E-7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0 L 0.07135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61111E-6 4.93827E-7 L 0.0073 -0.01759 " pathEditMode="relative" rAng="0" ptsTypes="AA" p14:bounceEnd="5091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5.55556E-7 0.00123 L 0.00851 -0.03241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2.46914E-7 L -2.22222E-6 0.01235 " pathEditMode="relative" rAng="0" ptsTypes="AA">
                                          <p:cBhvr>
                                            <p:cTn id="35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6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4.69136E-6 L -3.88889E-6 0.01235 " pathEditMode="relative" rAng="0" ptsTypes="AA">
                                          <p:cBhvr>
                                            <p:cTn id="37" dur="2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8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3.7037E-7 L 2.5E-6 0.01235 " pathEditMode="relative" rAng="0" ptsTypes="AA">
                                          <p:cBhvr>
                                            <p:cTn id="39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6 -2.46914E-7 L -2.77778E-6 0.01235 " pathEditMode="relative" rAng="0" ptsTypes="AA">
                                          <p:cBhvr>
                                            <p:cTn id="41" dur="2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2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2.22222E-6 L 0.07136 0.00062 " pathEditMode="relative" rAng="0" ptsTypes="AA">
                                          <p:cBhvr>
                                            <p:cTn id="43" dur="7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4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45" dur="4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6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47" dur="6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05556E-6 0.00123 L 0.0118 -0.02068 " pathEditMode="relative" rAng="0" ptsTypes="AA">
                                          <p:cBhvr>
                                            <p:cTn id="49" dur="3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51" dur="9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  <p:bldP spid="2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4.5679E-6 L 0.00035 0.0503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7 -9.87654E-7 L 0.00035 0.0503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0 L 0.07135 0.00062 " pathEditMode="relative" rAng="0" ptsTypes="AA">
                                          <p:cBhvr>
                                            <p:cTn id="12" dur="7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61111E-6 4.93827E-7 L 0.0073 -0.01759 " pathEditMode="relative" rAng="0" ptsTypes="AA">
                                          <p:cBhvr>
                                            <p:cTn id="14" dur="6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6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0.00123 L 0.01181 -0.02068 " pathEditMode="relative" rAng="0" ptsTypes="AA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9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5.55556E-7 0.00123 L 0.00851 -0.03241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2.46914E-7 L -2.22222E-6 0.01235 " pathEditMode="relative" rAng="0" ptsTypes="AA">
                                          <p:cBhvr>
                                            <p:cTn id="35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6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4.69136E-6 L -3.88889E-6 0.01235 " pathEditMode="relative" rAng="0" ptsTypes="AA">
                                          <p:cBhvr>
                                            <p:cTn id="37" dur="2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8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3.7037E-7 L 2.5E-6 0.01235 " pathEditMode="relative" rAng="0" ptsTypes="AA">
                                          <p:cBhvr>
                                            <p:cTn id="39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0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6 -2.46914E-7 L -2.77778E-6 0.01235 " pathEditMode="relative" rAng="0" ptsTypes="AA">
                                          <p:cBhvr>
                                            <p:cTn id="41" dur="2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2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2.22222E-6 L 0.07136 0.00062 " pathEditMode="relative" rAng="0" ptsTypes="AA">
                                          <p:cBhvr>
                                            <p:cTn id="43" dur="7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4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45" dur="4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6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7" dur="6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05556E-6 0.00123 L 0.0118 -0.02068 " pathEditMode="relative" rAng="0" ptsTypes="AA">
                                          <p:cBhvr>
                                            <p:cTn id="49" dur="3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0" y="-11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51" dur="9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  <p:bldP spid="2" grpId="0"/>
          <p:bldP spid="11" grpId="0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247B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784247" y="5041913"/>
            <a:ext cx="393191" cy="376615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13243002">
            <a:off x="3769866" y="4112221"/>
            <a:ext cx="3023786" cy="30050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/>
          </a:sp3d>
        </p:spPr>
      </p:pic>
      <p:pic>
        <p:nvPicPr>
          <p:cNvPr id="26" name="Imagen 38" descr="Icono&#10;&#10;Descripción generada automáticamente">
            <a:extLst>
              <a:ext uri="{FF2B5EF4-FFF2-40B4-BE49-F238E27FC236}">
                <a16:creationId xmlns:a16="http://schemas.microsoft.com/office/drawing/2014/main" id="{F712983B-4208-884F-8DF4-BB911BA4C6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18667738">
            <a:off x="-461098" y="566648"/>
            <a:ext cx="1512334" cy="670067"/>
          </a:xfrm>
          <a:prstGeom prst="rect">
            <a:avLst/>
          </a:prstGeom>
        </p:spPr>
      </p:pic>
      <p:pic>
        <p:nvPicPr>
          <p:cNvPr id="29" name="Imagen 38" descr="Icono&#10;&#10;Descripción generada automáticamente">
            <a:extLst>
              <a:ext uri="{FF2B5EF4-FFF2-40B4-BE49-F238E27FC236}">
                <a16:creationId xmlns:a16="http://schemas.microsoft.com/office/drawing/2014/main" id="{E90685D4-30CD-7F42-800D-90F35E20B9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20405384">
            <a:off x="-385766" y="945225"/>
            <a:ext cx="1512334" cy="670067"/>
          </a:xfrm>
          <a:prstGeom prst="rect">
            <a:avLst/>
          </a:prstGeom>
        </p:spPr>
      </p:pic>
      <p:pic>
        <p:nvPicPr>
          <p:cNvPr id="31" name="Imagen 4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E5339382-556E-B044-9238-7B59D5ACC0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10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16723" r="2755" b="16857"/>
          <a:stretch/>
        </p:blipFill>
        <p:spPr>
          <a:xfrm>
            <a:off x="-454663" y="3949999"/>
            <a:ext cx="2603445" cy="170512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contourClr>
              <a:schemeClr val="accent3">
                <a:lumMod val="75000"/>
              </a:schemeClr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973EBF-5AAF-8B47-8DD9-162222F607BC}"/>
              </a:ext>
            </a:extLst>
          </p:cNvPr>
          <p:cNvSpPr txBox="1"/>
          <p:nvPr/>
        </p:nvSpPr>
        <p:spPr>
          <a:xfrm>
            <a:off x="3155701" y="1620344"/>
            <a:ext cx="1970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نفر دوم</a:t>
            </a:r>
            <a:endParaRPr lang="en-US" sz="28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0C757-6D62-D745-8DE3-2F35EFB3E994}"/>
              </a:ext>
            </a:extLst>
          </p:cNvPr>
          <p:cNvSpPr txBox="1"/>
          <p:nvPr/>
        </p:nvSpPr>
        <p:spPr>
          <a:xfrm>
            <a:off x="3052804" y="2110085"/>
            <a:ext cx="3236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54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پارسا احمدی</a:t>
            </a:r>
            <a:endParaRPr lang="en-US" sz="54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32" name="Imagen 41" descr="Icono&#10;&#10;Descripción generada automáticamente">
            <a:extLst>
              <a:ext uri="{FF2B5EF4-FFF2-40B4-BE49-F238E27FC236}">
                <a16:creationId xmlns:a16="http://schemas.microsoft.com/office/drawing/2014/main" id="{AB2682D9-55E4-D245-A67E-913E72FC69C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81" t="24065" r="2121" b="25099"/>
          <a:stretch/>
        </p:blipFill>
        <p:spPr>
          <a:xfrm rot="7440214">
            <a:off x="-1030777" y="-349117"/>
            <a:ext cx="2061553" cy="1067983"/>
          </a:xfrm>
          <a:prstGeom prst="rect">
            <a:avLst/>
          </a:prstGeom>
        </p:spPr>
      </p:pic>
      <p:pic>
        <p:nvPicPr>
          <p:cNvPr id="36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3306DFFE-0A0D-4744-B262-6DB19EB31E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7749234" y="-713587"/>
            <a:ext cx="1489988" cy="14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66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28" dur="2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0" dur="92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0 L 5.55556E-7 0.01235 " pathEditMode="relative" rAng="0" ptsTypes="AA">
                                          <p:cBhvr>
                                            <p:cTn id="32" dur="2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28" dur="2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0" dur="92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0 L 5.55556E-7 0.01235 " pathEditMode="relative" rAng="0" ptsTypes="AA">
                                          <p:cBhvr>
                                            <p:cTn id="32" dur="2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  <p:bldP spid="9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2376C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784247" y="5041913"/>
            <a:ext cx="393191" cy="376615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13243002">
            <a:off x="3769866" y="4112221"/>
            <a:ext cx="3023786" cy="30050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/>
          </a:sp3d>
        </p:spPr>
      </p:pic>
      <p:pic>
        <p:nvPicPr>
          <p:cNvPr id="26" name="Imagen 38" descr="Icono&#10;&#10;Descripción generada automáticamente">
            <a:extLst>
              <a:ext uri="{FF2B5EF4-FFF2-40B4-BE49-F238E27FC236}">
                <a16:creationId xmlns:a16="http://schemas.microsoft.com/office/drawing/2014/main" id="{F712983B-4208-884F-8DF4-BB911BA4C6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18667738">
            <a:off x="-461098" y="566648"/>
            <a:ext cx="1512334" cy="670067"/>
          </a:xfrm>
          <a:prstGeom prst="rect">
            <a:avLst/>
          </a:prstGeom>
        </p:spPr>
      </p:pic>
      <p:pic>
        <p:nvPicPr>
          <p:cNvPr id="29" name="Imagen 38" descr="Icono&#10;&#10;Descripción generada automáticamente">
            <a:extLst>
              <a:ext uri="{FF2B5EF4-FFF2-40B4-BE49-F238E27FC236}">
                <a16:creationId xmlns:a16="http://schemas.microsoft.com/office/drawing/2014/main" id="{E90685D4-30CD-7F42-800D-90F35E20B9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20405384">
            <a:off x="-385766" y="945225"/>
            <a:ext cx="1512334" cy="670067"/>
          </a:xfrm>
          <a:prstGeom prst="rect">
            <a:avLst/>
          </a:prstGeom>
        </p:spPr>
      </p:pic>
      <p:pic>
        <p:nvPicPr>
          <p:cNvPr id="31" name="Imagen 4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E5339382-556E-B044-9238-7B59D5ACC0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10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16723" r="2755" b="16857"/>
          <a:stretch/>
        </p:blipFill>
        <p:spPr>
          <a:xfrm rot="20503326">
            <a:off x="-550802" y="3738821"/>
            <a:ext cx="3194062" cy="209195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contourClr>
              <a:schemeClr val="accent3">
                <a:lumMod val="75000"/>
              </a:schemeClr>
            </a:contourClr>
          </a:sp3d>
        </p:spPr>
      </p:pic>
      <p:pic>
        <p:nvPicPr>
          <p:cNvPr id="14" name="Imagen 37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C417E8AA-78A3-2A40-858C-63E4E9CB686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255089">
            <a:off x="-356338" y="1321897"/>
            <a:ext cx="1528693" cy="680216"/>
          </a:xfrm>
          <a:prstGeom prst="rect">
            <a:avLst/>
          </a:prstGeom>
        </p:spPr>
      </p:pic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647573" y="425604"/>
            <a:ext cx="1489988" cy="1427174"/>
          </a:xfrm>
          <a:prstGeom prst="rect">
            <a:avLst/>
          </a:prstGeom>
        </p:spPr>
      </p:pic>
      <p:pic>
        <p:nvPicPr>
          <p:cNvPr id="16" name="Imagen 41" descr="Icono&#10;&#10;Descripción generada automáticamente">
            <a:extLst>
              <a:ext uri="{FF2B5EF4-FFF2-40B4-BE49-F238E27FC236}">
                <a16:creationId xmlns:a16="http://schemas.microsoft.com/office/drawing/2014/main" id="{BF0F5B12-73F8-FE47-A649-32F833F16B0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81" t="24065" r="2121" b="25099"/>
          <a:stretch/>
        </p:blipFill>
        <p:spPr>
          <a:xfrm rot="7440214">
            <a:off x="-1030777" y="-349117"/>
            <a:ext cx="2061553" cy="1067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3418BB-2557-4542-998E-A7B5F4D1D65C}"/>
              </a:ext>
            </a:extLst>
          </p:cNvPr>
          <p:cNvSpPr txBox="1"/>
          <p:nvPr/>
        </p:nvSpPr>
        <p:spPr>
          <a:xfrm>
            <a:off x="3751497" y="1810875"/>
            <a:ext cx="1542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تفاوت ها</a:t>
            </a:r>
            <a:endParaRPr lang="en-US" sz="36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AA17FF8C-64A6-D640-A170-838435CEAD71}"/>
              </a:ext>
            </a:extLst>
          </p:cNvPr>
          <p:cNvCxnSpPr>
            <a:cxnSpLocks/>
          </p:cNvCxnSpPr>
          <p:nvPr/>
        </p:nvCxnSpPr>
        <p:spPr>
          <a:xfrm>
            <a:off x="5269843" y="2154533"/>
            <a:ext cx="900000" cy="437709"/>
          </a:xfrm>
          <a:prstGeom prst="curvedConnector3">
            <a:avLst>
              <a:gd name="adj1" fmla="val 1021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641A79C7-40B4-8C4B-9BC4-BFE2B6BAF3A3}"/>
              </a:ext>
            </a:extLst>
          </p:cNvPr>
          <p:cNvCxnSpPr>
            <a:stCxn id="2" idx="1"/>
          </p:cNvCxnSpPr>
          <p:nvPr/>
        </p:nvCxnSpPr>
        <p:spPr>
          <a:xfrm rot="10800000" flipV="1">
            <a:off x="2957413" y="2134040"/>
            <a:ext cx="794085" cy="437709"/>
          </a:xfrm>
          <a:prstGeom prst="curvedConnector3">
            <a:avLst>
              <a:gd name="adj1" fmla="val 10303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9A1C40-3EC3-5C44-9BA4-1E331E2599D8}"/>
              </a:ext>
            </a:extLst>
          </p:cNvPr>
          <p:cNvSpPr txBox="1"/>
          <p:nvPr/>
        </p:nvSpPr>
        <p:spPr>
          <a:xfrm>
            <a:off x="1967805" y="2640869"/>
            <a:ext cx="216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>
                <a:latin typeface="Lalezar" pitchFamily="2" charset="-78"/>
                <a:cs typeface="Lalezar" pitchFamily="2" charset="-78"/>
              </a:rPr>
              <a:t>مدیریت حافظه پویا</a:t>
            </a:r>
            <a:endParaRPr lang="en-US" sz="24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64C471-E234-914B-A39E-40AE176D110A}"/>
              </a:ext>
            </a:extLst>
          </p:cNvPr>
          <p:cNvSpPr txBox="1"/>
          <p:nvPr/>
        </p:nvSpPr>
        <p:spPr>
          <a:xfrm>
            <a:off x="4989872" y="2622258"/>
            <a:ext cx="2359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latin typeface="Lalezar" pitchFamily="2" charset="-78"/>
                <a:cs typeface="Lalezar" pitchFamily="2" charset="-78"/>
              </a:rPr>
              <a:t>مدیریت حافظه ایستا</a:t>
            </a:r>
            <a:endParaRPr lang="en-US" sz="24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31509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2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4 L 1.94444E-6 0.0395 " pathEditMode="relative" rAng="0" ptsTypes="AA">
                                          <p:cBhvr>
                                            <p:cTn id="24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6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28" dur="2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0" dur="9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6" grpId="0"/>
          <p:bldP spid="3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2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4 L 1.94444E-6 0.0395 " pathEditMode="relative" rAng="0" ptsTypes="AA">
                                          <p:cBhvr>
                                            <p:cTn id="24" dur="4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6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28" dur="2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0" dur="9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6" grpId="0"/>
          <p:bldP spid="37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2376C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853523" y="4957476"/>
            <a:ext cx="393191" cy="376615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2675223">
            <a:off x="4431705" y="4561943"/>
            <a:ext cx="3023786" cy="30050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/>
          </a:sp3d>
        </p:spPr>
      </p:pic>
      <p:pic>
        <p:nvPicPr>
          <p:cNvPr id="26" name="Imagen 38" descr="Icono&#10;&#10;Descripción generada automáticamente">
            <a:extLst>
              <a:ext uri="{FF2B5EF4-FFF2-40B4-BE49-F238E27FC236}">
                <a16:creationId xmlns:a16="http://schemas.microsoft.com/office/drawing/2014/main" id="{F712983B-4208-884F-8DF4-BB911BA4C6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1770103">
            <a:off x="-232498" y="-85456"/>
            <a:ext cx="1512334" cy="670067"/>
          </a:xfrm>
          <a:prstGeom prst="rect">
            <a:avLst/>
          </a:prstGeom>
        </p:spPr>
      </p:pic>
      <p:pic>
        <p:nvPicPr>
          <p:cNvPr id="29" name="Imagen 38" descr="Icono&#10;&#10;Descripción generada automáticamente">
            <a:extLst>
              <a:ext uri="{FF2B5EF4-FFF2-40B4-BE49-F238E27FC236}">
                <a16:creationId xmlns:a16="http://schemas.microsoft.com/office/drawing/2014/main" id="{E90685D4-30CD-7F42-800D-90F35E20B9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3315736">
            <a:off x="-457958" y="138903"/>
            <a:ext cx="1512334" cy="670067"/>
          </a:xfrm>
          <a:prstGeom prst="rect">
            <a:avLst/>
          </a:prstGeom>
        </p:spPr>
      </p:pic>
      <p:pic>
        <p:nvPicPr>
          <p:cNvPr id="31" name="Imagen 4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E5339382-556E-B044-9238-7B59D5ACC0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10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16723" r="2755" b="16857"/>
          <a:stretch/>
        </p:blipFill>
        <p:spPr>
          <a:xfrm rot="1971933">
            <a:off x="-943571" y="3684062"/>
            <a:ext cx="3194062" cy="209195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contourClr>
              <a:schemeClr val="accent3">
                <a:lumMod val="75000"/>
              </a:schemeClr>
            </a:contourClr>
          </a:sp3d>
        </p:spPr>
      </p:pic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399006" y="199959"/>
            <a:ext cx="1489988" cy="14271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3418BB-2557-4542-998E-A7B5F4D1D65C}"/>
              </a:ext>
            </a:extLst>
          </p:cNvPr>
          <p:cNvSpPr txBox="1"/>
          <p:nvPr/>
        </p:nvSpPr>
        <p:spPr>
          <a:xfrm>
            <a:off x="2581683" y="908589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48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مدیریت حافظه هرم</a:t>
            </a:r>
            <a:endParaRPr lang="en-US" sz="48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2FCDC-E057-4D48-8B07-7430BC5FFA34}"/>
              </a:ext>
            </a:extLst>
          </p:cNvPr>
          <p:cNvSpPr txBox="1"/>
          <p:nvPr/>
        </p:nvSpPr>
        <p:spPr>
          <a:xfrm>
            <a:off x="6640015" y="1888384"/>
            <a:ext cx="675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sz="40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FB059C-6B6A-C64F-A8F1-5E7A0E6E2B81}"/>
              </a:ext>
            </a:extLst>
          </p:cNvPr>
          <p:cNvSpPr txBox="1"/>
          <p:nvPr/>
        </p:nvSpPr>
        <p:spPr>
          <a:xfrm>
            <a:off x="6640015" y="2627984"/>
            <a:ext cx="7328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sz="40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E5F6E-7AFC-DF40-B01D-299A358D1150}"/>
              </a:ext>
            </a:extLst>
          </p:cNvPr>
          <p:cNvSpPr txBox="1"/>
          <p:nvPr/>
        </p:nvSpPr>
        <p:spPr>
          <a:xfrm>
            <a:off x="1922830" y="1945535"/>
            <a:ext cx="4828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Lalezar" pitchFamily="2" charset="-78"/>
                <a:cs typeface="Lalezar" pitchFamily="2" charset="-78"/>
              </a:rPr>
              <a:t>محافظت حافظه هرم با عناصر طول ثابت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A37D6-293B-974B-9F98-630C8F9ECAFF}"/>
              </a:ext>
            </a:extLst>
          </p:cNvPr>
          <p:cNvSpPr txBox="1"/>
          <p:nvPr/>
        </p:nvSpPr>
        <p:spPr>
          <a:xfrm>
            <a:off x="1942066" y="2664080"/>
            <a:ext cx="47900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latin typeface="Lalezar" pitchFamily="2" charset="-78"/>
                <a:cs typeface="Lalezar" pitchFamily="2" charset="-78"/>
              </a:rPr>
              <a:t>مدیریت حافظه هرم با </a:t>
            </a:r>
            <a:r>
              <a:rPr lang="fa-IR" sz="2800" dirty="0" err="1">
                <a:latin typeface="Lalezar" pitchFamily="2" charset="-78"/>
                <a:cs typeface="Lalezar" pitchFamily="2" charset="-78"/>
              </a:rPr>
              <a:t>عناصرطول</a:t>
            </a:r>
            <a:r>
              <a:rPr lang="fa-IR" sz="2800" dirty="0">
                <a:latin typeface="Lalezar" pitchFamily="2" charset="-78"/>
                <a:cs typeface="Lalezar" pitchFamily="2" charset="-78"/>
              </a:rPr>
              <a:t> ثابت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85684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23" grpId="0"/>
          <p:bldP spid="4" grpId="0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23" grpId="0"/>
          <p:bldP spid="4" grpId="0"/>
          <p:bldP spid="5" grpId="0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">
              <a:schemeClr val="tx1">
                <a:lumMod val="25000"/>
                <a:lumOff val="75000"/>
              </a:schemeClr>
            </a:gs>
            <a:gs pos="100000">
              <a:srgbClr val="2376C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875698" y="4867046"/>
            <a:ext cx="393191" cy="376615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19117069">
            <a:off x="884095" y="4691716"/>
            <a:ext cx="3023786" cy="30050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/>
          </a:sp3d>
        </p:spPr>
      </p:pic>
      <p:pic>
        <p:nvPicPr>
          <p:cNvPr id="26" name="Imagen 38" descr="Icono&#10;&#10;Descripción generada automáticamente">
            <a:extLst>
              <a:ext uri="{FF2B5EF4-FFF2-40B4-BE49-F238E27FC236}">
                <a16:creationId xmlns:a16="http://schemas.microsoft.com/office/drawing/2014/main" id="{F712983B-4208-884F-8DF4-BB911BA4C6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1770103">
            <a:off x="-487865" y="-422341"/>
            <a:ext cx="1512334" cy="670067"/>
          </a:xfrm>
          <a:prstGeom prst="rect">
            <a:avLst/>
          </a:prstGeom>
        </p:spPr>
      </p:pic>
      <p:pic>
        <p:nvPicPr>
          <p:cNvPr id="29" name="Imagen 38" descr="Icono&#10;&#10;Descripción generada automáticamente">
            <a:extLst>
              <a:ext uri="{FF2B5EF4-FFF2-40B4-BE49-F238E27FC236}">
                <a16:creationId xmlns:a16="http://schemas.microsoft.com/office/drawing/2014/main" id="{E90685D4-30CD-7F42-800D-90F35E20B9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3315736">
            <a:off x="-679545" y="-147297"/>
            <a:ext cx="1512334" cy="670067"/>
          </a:xfrm>
          <a:prstGeom prst="rect">
            <a:avLst/>
          </a:prstGeom>
        </p:spPr>
      </p:pic>
      <p:pic>
        <p:nvPicPr>
          <p:cNvPr id="31" name="Imagen 4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E5339382-556E-B044-9238-7B59D5ACC0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10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16723" r="2755" b="16857"/>
          <a:stretch/>
        </p:blipFill>
        <p:spPr>
          <a:xfrm rot="698680">
            <a:off x="-592622" y="3911499"/>
            <a:ext cx="3194062" cy="209195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contourClr>
              <a:schemeClr val="accent3">
                <a:lumMod val="75000"/>
              </a:schemeClr>
            </a:contourClr>
          </a:sp3d>
        </p:spPr>
      </p:pic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327299" y="-598964"/>
            <a:ext cx="1489988" cy="14271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3418BB-2557-4542-998E-A7B5F4D1D65C}"/>
              </a:ext>
            </a:extLst>
          </p:cNvPr>
          <p:cNvSpPr txBox="1"/>
          <p:nvPr/>
        </p:nvSpPr>
        <p:spPr>
          <a:xfrm>
            <a:off x="2732158" y="286019"/>
            <a:ext cx="35830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a-IR" sz="28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بازیابی :</a:t>
            </a:r>
          </a:p>
          <a:p>
            <a:pPr algn="ctr"/>
            <a:r>
              <a:rPr lang="fa-IR" sz="28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شمارش ارجاع ها و زباله روبی</a:t>
            </a:r>
            <a:endParaRPr lang="en-US" sz="28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2FB08-F28E-BF44-8C20-7B4BE39ED228}"/>
              </a:ext>
            </a:extLst>
          </p:cNvPr>
          <p:cNvSpPr/>
          <p:nvPr/>
        </p:nvSpPr>
        <p:spPr>
          <a:xfrm>
            <a:off x="2155686" y="1435529"/>
            <a:ext cx="1470991" cy="283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A43D56-50DF-7047-ADFA-63ED23A6A8E3}"/>
              </a:ext>
            </a:extLst>
          </p:cNvPr>
          <p:cNvCxnSpPr/>
          <p:nvPr/>
        </p:nvCxnSpPr>
        <p:spPr>
          <a:xfrm>
            <a:off x="2155686" y="1749285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03796D-C909-5B47-BA59-2BDF4A4C2326}"/>
              </a:ext>
            </a:extLst>
          </p:cNvPr>
          <p:cNvCxnSpPr/>
          <p:nvPr/>
        </p:nvCxnSpPr>
        <p:spPr>
          <a:xfrm>
            <a:off x="2155685" y="1973246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E4CDE2-F364-5042-8FE7-467830CFC740}"/>
              </a:ext>
            </a:extLst>
          </p:cNvPr>
          <p:cNvCxnSpPr/>
          <p:nvPr/>
        </p:nvCxnSpPr>
        <p:spPr>
          <a:xfrm>
            <a:off x="2155684" y="2216861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8DF4CC-C0B3-F142-A02A-C6E09E81FDC9}"/>
              </a:ext>
            </a:extLst>
          </p:cNvPr>
          <p:cNvCxnSpPr/>
          <p:nvPr/>
        </p:nvCxnSpPr>
        <p:spPr>
          <a:xfrm>
            <a:off x="2155684" y="2464681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4F1953-BBC6-4F48-BF3C-02464CABD4B0}"/>
              </a:ext>
            </a:extLst>
          </p:cNvPr>
          <p:cNvCxnSpPr/>
          <p:nvPr/>
        </p:nvCxnSpPr>
        <p:spPr>
          <a:xfrm>
            <a:off x="2155684" y="2688639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8F4FF55-DE9F-6E41-968C-C96BE67E0C43}"/>
              </a:ext>
            </a:extLst>
          </p:cNvPr>
          <p:cNvCxnSpPr/>
          <p:nvPr/>
        </p:nvCxnSpPr>
        <p:spPr>
          <a:xfrm>
            <a:off x="2155683" y="2920557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86BB124-CF07-EC44-A6C1-7518079ED86D}"/>
              </a:ext>
            </a:extLst>
          </p:cNvPr>
          <p:cNvCxnSpPr/>
          <p:nvPr/>
        </p:nvCxnSpPr>
        <p:spPr>
          <a:xfrm>
            <a:off x="2155682" y="3176323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AE78D2-D47E-E447-8D82-6CE6639EC5CB}"/>
              </a:ext>
            </a:extLst>
          </p:cNvPr>
          <p:cNvCxnSpPr/>
          <p:nvPr/>
        </p:nvCxnSpPr>
        <p:spPr>
          <a:xfrm>
            <a:off x="2155681" y="3432090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2B60687-08D1-3441-A628-D12C836D9A6E}"/>
              </a:ext>
            </a:extLst>
          </p:cNvPr>
          <p:cNvCxnSpPr/>
          <p:nvPr/>
        </p:nvCxnSpPr>
        <p:spPr>
          <a:xfrm>
            <a:off x="2155680" y="3691951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608244-DAC7-274F-8E17-64D9D535D4EF}"/>
              </a:ext>
            </a:extLst>
          </p:cNvPr>
          <p:cNvSpPr txBox="1"/>
          <p:nvPr/>
        </p:nvSpPr>
        <p:spPr>
          <a:xfrm>
            <a:off x="2777201" y="3634490"/>
            <a:ext cx="227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1200" b="1" dirty="0">
                <a:solidFill>
                  <a:srgbClr val="797979"/>
                </a:solidFill>
              </a:rPr>
              <a:t>.</a:t>
            </a:r>
          </a:p>
          <a:p>
            <a:pPr marL="0" algn="r" defTabSz="457200" rtl="1" eaLnBrk="1" latinLnBrk="0" hangingPunct="1"/>
            <a:r>
              <a:rPr lang="fa-IR" sz="1200" b="1" dirty="0">
                <a:solidFill>
                  <a:srgbClr val="797979"/>
                </a:solidFill>
              </a:rPr>
              <a:t>.</a:t>
            </a:r>
          </a:p>
          <a:p>
            <a:pPr marL="0" algn="r" defTabSz="457200" rtl="1" eaLnBrk="1" latinLnBrk="0" hangingPunct="1"/>
            <a:r>
              <a:rPr lang="fa-IR" sz="1200" b="1" dirty="0">
                <a:solidFill>
                  <a:srgbClr val="797979"/>
                </a:solidFill>
              </a:rPr>
              <a:t>.</a:t>
            </a:r>
            <a:endParaRPr lang="en-US" sz="1200" b="1" dirty="0">
              <a:solidFill>
                <a:srgbClr val="797979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C9EF2A-4500-E340-AC65-79D60A1A2F99}"/>
              </a:ext>
            </a:extLst>
          </p:cNvPr>
          <p:cNvSpPr/>
          <p:nvPr/>
        </p:nvSpPr>
        <p:spPr>
          <a:xfrm>
            <a:off x="5355023" y="1455031"/>
            <a:ext cx="1470991" cy="283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14E21A-66CC-084A-B500-71545F6EFD52}"/>
              </a:ext>
            </a:extLst>
          </p:cNvPr>
          <p:cNvCxnSpPr/>
          <p:nvPr/>
        </p:nvCxnSpPr>
        <p:spPr>
          <a:xfrm>
            <a:off x="5355023" y="1768787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7A5F3B-2AAF-174C-888F-2A6A913162E7}"/>
              </a:ext>
            </a:extLst>
          </p:cNvPr>
          <p:cNvCxnSpPr/>
          <p:nvPr/>
        </p:nvCxnSpPr>
        <p:spPr>
          <a:xfrm>
            <a:off x="5355021" y="2484183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7B974C-A5F3-D54B-958F-113AFDA0C51B}"/>
              </a:ext>
            </a:extLst>
          </p:cNvPr>
          <p:cNvCxnSpPr/>
          <p:nvPr/>
        </p:nvCxnSpPr>
        <p:spPr>
          <a:xfrm>
            <a:off x="5355021" y="2708141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63E8490-0276-6E46-B0DA-454C9A2760DC}"/>
              </a:ext>
            </a:extLst>
          </p:cNvPr>
          <p:cNvCxnSpPr/>
          <p:nvPr/>
        </p:nvCxnSpPr>
        <p:spPr>
          <a:xfrm>
            <a:off x="5355018" y="3512316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F795854-0A21-804C-806F-9DBF7D1CF73C}"/>
              </a:ext>
            </a:extLst>
          </p:cNvPr>
          <p:cNvCxnSpPr/>
          <p:nvPr/>
        </p:nvCxnSpPr>
        <p:spPr>
          <a:xfrm>
            <a:off x="5355017" y="3711453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7950FA-E5FA-B243-B4A1-F4CCD46E2238}"/>
              </a:ext>
            </a:extLst>
          </p:cNvPr>
          <p:cNvSpPr txBox="1"/>
          <p:nvPr/>
        </p:nvSpPr>
        <p:spPr>
          <a:xfrm>
            <a:off x="5976538" y="3653992"/>
            <a:ext cx="227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1200" b="1" dirty="0">
                <a:solidFill>
                  <a:srgbClr val="797979"/>
                </a:solidFill>
              </a:rPr>
              <a:t>.</a:t>
            </a:r>
          </a:p>
          <a:p>
            <a:pPr marL="0" algn="r" defTabSz="457200" rtl="1" eaLnBrk="1" latinLnBrk="0" hangingPunct="1"/>
            <a:r>
              <a:rPr lang="fa-IR" sz="1200" b="1" dirty="0">
                <a:solidFill>
                  <a:srgbClr val="797979"/>
                </a:solidFill>
              </a:rPr>
              <a:t>.</a:t>
            </a:r>
          </a:p>
          <a:p>
            <a:pPr marL="0" algn="r" defTabSz="457200" rtl="1" eaLnBrk="1" latinLnBrk="0" hangingPunct="1"/>
            <a:r>
              <a:rPr lang="fa-IR" sz="1200" b="1" dirty="0">
                <a:solidFill>
                  <a:srgbClr val="797979"/>
                </a:solidFill>
              </a:rPr>
              <a:t>.</a:t>
            </a:r>
            <a:endParaRPr lang="en-US" sz="1200" b="1" dirty="0">
              <a:solidFill>
                <a:srgbClr val="79797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15A89-9388-6044-A6CA-EE4AEC03C994}"/>
              </a:ext>
            </a:extLst>
          </p:cNvPr>
          <p:cNvSpPr txBox="1"/>
          <p:nvPr/>
        </p:nvSpPr>
        <p:spPr>
          <a:xfrm>
            <a:off x="2274657" y="1460842"/>
            <a:ext cx="126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راس لیست آزاد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585B54-32DD-7E4F-9032-A70705C12ADC}"/>
              </a:ext>
            </a:extLst>
          </p:cNvPr>
          <p:cNvSpPr txBox="1"/>
          <p:nvPr/>
        </p:nvSpPr>
        <p:spPr>
          <a:xfrm>
            <a:off x="5464346" y="1472853"/>
            <a:ext cx="126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راس لیست آزاد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79" name="Curved Left Arrow 78">
            <a:extLst>
              <a:ext uri="{FF2B5EF4-FFF2-40B4-BE49-F238E27FC236}">
                <a16:creationId xmlns:a16="http://schemas.microsoft.com/office/drawing/2014/main" id="{F2F0E213-62C8-DA46-A669-9ECFF3EB1494}"/>
              </a:ext>
            </a:extLst>
          </p:cNvPr>
          <p:cNvSpPr/>
          <p:nvPr/>
        </p:nvSpPr>
        <p:spPr>
          <a:xfrm>
            <a:off x="3650673" y="1646269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4812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Curved Left Arrow 84">
            <a:extLst>
              <a:ext uri="{FF2B5EF4-FFF2-40B4-BE49-F238E27FC236}">
                <a16:creationId xmlns:a16="http://schemas.microsoft.com/office/drawing/2014/main" id="{3A974543-2405-6B49-A7CD-CC7B6E5B7E08}"/>
              </a:ext>
            </a:extLst>
          </p:cNvPr>
          <p:cNvSpPr/>
          <p:nvPr/>
        </p:nvSpPr>
        <p:spPr>
          <a:xfrm>
            <a:off x="3663675" y="1885510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4812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Curved Left Arrow 85">
            <a:extLst>
              <a:ext uri="{FF2B5EF4-FFF2-40B4-BE49-F238E27FC236}">
                <a16:creationId xmlns:a16="http://schemas.microsoft.com/office/drawing/2014/main" id="{105B8D9B-2B6C-A945-AD20-9150E26C4DED}"/>
              </a:ext>
            </a:extLst>
          </p:cNvPr>
          <p:cNvSpPr/>
          <p:nvPr/>
        </p:nvSpPr>
        <p:spPr>
          <a:xfrm>
            <a:off x="3663675" y="2128741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5390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Curved Left Arrow 86">
            <a:extLst>
              <a:ext uri="{FF2B5EF4-FFF2-40B4-BE49-F238E27FC236}">
                <a16:creationId xmlns:a16="http://schemas.microsoft.com/office/drawing/2014/main" id="{424D2072-A21C-584E-AD95-8B5882D547AC}"/>
              </a:ext>
            </a:extLst>
          </p:cNvPr>
          <p:cNvSpPr/>
          <p:nvPr/>
        </p:nvSpPr>
        <p:spPr>
          <a:xfrm>
            <a:off x="3663675" y="2371972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4812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Curved Left Arrow 87">
            <a:extLst>
              <a:ext uri="{FF2B5EF4-FFF2-40B4-BE49-F238E27FC236}">
                <a16:creationId xmlns:a16="http://schemas.microsoft.com/office/drawing/2014/main" id="{C02E5A8E-5FE2-3240-A404-82BE3DEAA9B3}"/>
              </a:ext>
            </a:extLst>
          </p:cNvPr>
          <p:cNvSpPr/>
          <p:nvPr/>
        </p:nvSpPr>
        <p:spPr>
          <a:xfrm>
            <a:off x="3663675" y="2612785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5101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Curved Left Arrow 88">
            <a:extLst>
              <a:ext uri="{FF2B5EF4-FFF2-40B4-BE49-F238E27FC236}">
                <a16:creationId xmlns:a16="http://schemas.microsoft.com/office/drawing/2014/main" id="{C919B995-8CBF-464F-B3EB-B8AF09489718}"/>
              </a:ext>
            </a:extLst>
          </p:cNvPr>
          <p:cNvSpPr/>
          <p:nvPr/>
        </p:nvSpPr>
        <p:spPr>
          <a:xfrm>
            <a:off x="3666756" y="2836368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5390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Curved Left Arrow 89">
            <a:extLst>
              <a:ext uri="{FF2B5EF4-FFF2-40B4-BE49-F238E27FC236}">
                <a16:creationId xmlns:a16="http://schemas.microsoft.com/office/drawing/2014/main" id="{58E93A05-13C5-2842-9F62-C9B3D3FB0813}"/>
              </a:ext>
            </a:extLst>
          </p:cNvPr>
          <p:cNvSpPr/>
          <p:nvPr/>
        </p:nvSpPr>
        <p:spPr>
          <a:xfrm>
            <a:off x="3663675" y="3080199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5679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Curved Left Arrow 90">
            <a:extLst>
              <a:ext uri="{FF2B5EF4-FFF2-40B4-BE49-F238E27FC236}">
                <a16:creationId xmlns:a16="http://schemas.microsoft.com/office/drawing/2014/main" id="{0E6249B2-E02C-8F47-B2F9-0F57AC394A7F}"/>
              </a:ext>
            </a:extLst>
          </p:cNvPr>
          <p:cNvSpPr/>
          <p:nvPr/>
        </p:nvSpPr>
        <p:spPr>
          <a:xfrm>
            <a:off x="3666755" y="3340953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5101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Curved Left Arrow 91">
            <a:extLst>
              <a:ext uri="{FF2B5EF4-FFF2-40B4-BE49-F238E27FC236}">
                <a16:creationId xmlns:a16="http://schemas.microsoft.com/office/drawing/2014/main" id="{FA38F3B0-8842-FD43-80DC-D6FD281F8BB7}"/>
              </a:ext>
            </a:extLst>
          </p:cNvPr>
          <p:cNvSpPr/>
          <p:nvPr/>
        </p:nvSpPr>
        <p:spPr>
          <a:xfrm>
            <a:off x="3660401" y="3580194"/>
            <a:ext cx="274333" cy="183951"/>
          </a:xfrm>
          <a:prstGeom prst="curvedLeftArrow">
            <a:avLst>
              <a:gd name="adj1" fmla="val 25000"/>
              <a:gd name="adj2" fmla="val 46062"/>
              <a:gd name="adj3" fmla="val 4812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30FCD3B-21A5-CF4E-A254-2DA78D47E8AA}"/>
              </a:ext>
            </a:extLst>
          </p:cNvPr>
          <p:cNvCxnSpPr/>
          <p:nvPr/>
        </p:nvCxnSpPr>
        <p:spPr>
          <a:xfrm>
            <a:off x="5362196" y="3309509"/>
            <a:ext cx="1470991" cy="0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EC41809C-5985-734E-9BC9-7EE3B333EBD5}"/>
              </a:ext>
            </a:extLst>
          </p:cNvPr>
          <p:cNvSpPr/>
          <p:nvPr/>
        </p:nvSpPr>
        <p:spPr>
          <a:xfrm>
            <a:off x="5355372" y="1768787"/>
            <a:ext cx="1463812" cy="715396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rgbClr val="9186A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9E83DAA-2142-9040-9C31-14C033CDE144}"/>
              </a:ext>
            </a:extLst>
          </p:cNvPr>
          <p:cNvSpPr/>
          <p:nvPr/>
        </p:nvSpPr>
        <p:spPr>
          <a:xfrm>
            <a:off x="5358101" y="2697936"/>
            <a:ext cx="1467907" cy="604749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rgbClr val="91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F6751CC-7A8A-4C49-915C-07E9BA2B065C}"/>
              </a:ext>
            </a:extLst>
          </p:cNvPr>
          <p:cNvSpPr/>
          <p:nvPr/>
        </p:nvSpPr>
        <p:spPr>
          <a:xfrm>
            <a:off x="5362196" y="3512316"/>
            <a:ext cx="1463812" cy="199137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7" name="Curved Left Arrow 96">
            <a:extLst>
              <a:ext uri="{FF2B5EF4-FFF2-40B4-BE49-F238E27FC236}">
                <a16:creationId xmlns:a16="http://schemas.microsoft.com/office/drawing/2014/main" id="{7BDF817C-1D77-0349-A3D3-9A5A266A90D0}"/>
              </a:ext>
            </a:extLst>
          </p:cNvPr>
          <p:cNvSpPr/>
          <p:nvPr/>
        </p:nvSpPr>
        <p:spPr>
          <a:xfrm>
            <a:off x="6873810" y="1678987"/>
            <a:ext cx="729200" cy="2335158"/>
          </a:xfrm>
          <a:prstGeom prst="curvedLeftArrow">
            <a:avLst>
              <a:gd name="adj1" fmla="val 6920"/>
              <a:gd name="adj2" fmla="val 46062"/>
              <a:gd name="adj3" fmla="val 2994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100" name="Curved Up Arrow 99">
            <a:extLst>
              <a:ext uri="{FF2B5EF4-FFF2-40B4-BE49-F238E27FC236}">
                <a16:creationId xmlns:a16="http://schemas.microsoft.com/office/drawing/2014/main" id="{CC98D6D6-B91E-7445-BAD6-2B43C42770DD}"/>
              </a:ext>
            </a:extLst>
          </p:cNvPr>
          <p:cNvSpPr/>
          <p:nvPr/>
        </p:nvSpPr>
        <p:spPr>
          <a:xfrm rot="16004201">
            <a:off x="6564638" y="2908344"/>
            <a:ext cx="1039655" cy="318859"/>
          </a:xfrm>
          <a:prstGeom prst="curvedUpArrow">
            <a:avLst>
              <a:gd name="adj1" fmla="val 25000"/>
              <a:gd name="adj2" fmla="val 43875"/>
              <a:gd name="adj3" fmla="val 29737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Curved Left Arrow 97">
            <a:extLst>
              <a:ext uri="{FF2B5EF4-FFF2-40B4-BE49-F238E27FC236}">
                <a16:creationId xmlns:a16="http://schemas.microsoft.com/office/drawing/2014/main" id="{351F20F3-6587-624E-9D85-979AE62DA696}"/>
              </a:ext>
            </a:extLst>
          </p:cNvPr>
          <p:cNvSpPr/>
          <p:nvPr/>
        </p:nvSpPr>
        <p:spPr>
          <a:xfrm>
            <a:off x="6866631" y="2516848"/>
            <a:ext cx="487646" cy="1024267"/>
          </a:xfrm>
          <a:prstGeom prst="curvedLeftArrow">
            <a:avLst>
              <a:gd name="adj1" fmla="val 6920"/>
              <a:gd name="adj2" fmla="val 46062"/>
              <a:gd name="adj3" fmla="val 2994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8E4E6D1-69C0-4A4A-8AD7-B8400DAA415B}"/>
              </a:ext>
            </a:extLst>
          </p:cNvPr>
          <p:cNvSpPr txBox="1"/>
          <p:nvPr/>
        </p:nvSpPr>
        <p:spPr>
          <a:xfrm>
            <a:off x="2147999" y="4297004"/>
            <a:ext cx="1428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لیست </a:t>
            </a:r>
            <a:r>
              <a:rPr lang="fa-IR" dirty="0" err="1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ازاد</a:t>
            </a:r>
            <a:r>
              <a:rPr lang="fa-IR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 اولیه</a:t>
            </a:r>
            <a:endParaRPr lang="en-US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C7B4BEC-2290-9A41-BE46-D5109737FBEA}"/>
              </a:ext>
            </a:extLst>
          </p:cNvPr>
          <p:cNvSpPr txBox="1"/>
          <p:nvPr/>
        </p:nvSpPr>
        <p:spPr>
          <a:xfrm>
            <a:off x="4751383" y="4308116"/>
            <a:ext cx="2521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لیست آزاد پس از اجرای برنامه</a:t>
            </a:r>
            <a:endParaRPr lang="en-US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0DF644C-B1E9-6F41-86A7-FB8C7143790E}"/>
              </a:ext>
            </a:extLst>
          </p:cNvPr>
          <p:cNvSpPr txBox="1"/>
          <p:nvPr/>
        </p:nvSpPr>
        <p:spPr>
          <a:xfrm>
            <a:off x="6895703" y="1385016"/>
            <a:ext cx="18082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050" dirty="0">
                <a:solidFill>
                  <a:schemeClr val="accent1">
                    <a:lumMod val="25000"/>
                  </a:schemeClr>
                </a:solidFill>
                <a:latin typeface="Lalezar" pitchFamily="2" charset="-78"/>
                <a:cs typeface="Lalezar" pitchFamily="2" charset="-78"/>
              </a:rPr>
              <a:t>عناصر با رنگ متفاوت تخصیص یافته </a:t>
            </a:r>
            <a:r>
              <a:rPr lang="fa-IR" sz="1050" dirty="0" err="1">
                <a:solidFill>
                  <a:schemeClr val="accent1">
                    <a:lumMod val="25000"/>
                  </a:schemeClr>
                </a:solidFill>
                <a:latin typeface="Lalezar" pitchFamily="2" charset="-78"/>
                <a:cs typeface="Lalezar" pitchFamily="2" charset="-78"/>
              </a:rPr>
              <a:t>اند</a:t>
            </a:r>
            <a:r>
              <a:rPr lang="fa-IR" sz="1050" dirty="0">
                <a:solidFill>
                  <a:schemeClr val="accent1">
                    <a:lumMod val="25000"/>
                  </a:schemeClr>
                </a:solidFill>
                <a:latin typeface="Lalezar" pitchFamily="2" charset="-78"/>
                <a:cs typeface="Lalezar" pitchFamily="2" charset="-78"/>
              </a:rPr>
              <a:t> ولی هنوز آزاد نشده </a:t>
            </a:r>
            <a:r>
              <a:rPr lang="fa-IR" sz="1050" dirty="0" err="1">
                <a:solidFill>
                  <a:schemeClr val="accent1">
                    <a:lumMod val="25000"/>
                  </a:schemeClr>
                </a:solidFill>
                <a:latin typeface="Lalezar" pitchFamily="2" charset="-78"/>
                <a:cs typeface="Lalezar" pitchFamily="2" charset="-78"/>
              </a:rPr>
              <a:t>اند</a:t>
            </a:r>
            <a:endParaRPr lang="en-US" sz="1050" dirty="0">
              <a:solidFill>
                <a:schemeClr val="accent1">
                  <a:lumMod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367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2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25" dur="2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9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55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9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58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9" presetClass="entr" presetSubtype="0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1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9" presetClass="entr" presetSubtype="0" fill="hold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9" presetClass="entr" presetSubtype="0" fill="hold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9" presetClass="entr" presetSubtype="0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9" presetClass="entr" presetSubtype="0" fill="hold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9" presetClass="entr" presetSubtype="0" fill="hold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9" presetClass="entr" presetSubtype="0" fill="hold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9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8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9" presetClass="entr" presetSubtype="0" fill="hold" nodeType="withEffect">
                                      <p:stCondLst>
                                        <p:cond delay="10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85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9" presetClass="entr" presetSubtype="0" fill="hold" grpId="0" nodeType="withEffect">
                                      <p:stCondLst>
                                        <p:cond delay="110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8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4" fill="hold" grpId="0" nodeType="withEffect">
                                      <p:stCondLst>
                                        <p:cond delay="11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1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118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123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1270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134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140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14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150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15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160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17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9" presetClass="entr" presetSubtype="0" fill="hold" nodeType="withEffect">
                                      <p:stCondLst>
                                        <p:cond delay="110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2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9" presetClass="entr" presetSubtype="0" fill="hold" nodeType="withEffect">
                                      <p:stCondLst>
                                        <p:cond delay="77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2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9" presetClass="entr" presetSubtype="0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0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9" presetClass="entr" presetSubtype="0" fill="hold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9" presetClass="entr" presetSubtype="0" fill="hold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6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9" presetClass="entr" presetSubtype="0" fill="hold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9" presetClass="entr" presetSubtype="0" fill="hold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4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7" grpId="0" animBg="1"/>
          <p:bldP spid="10" grpId="0"/>
          <p:bldP spid="36" grpId="0" animBg="1"/>
          <p:bldP spid="46" grpId="0"/>
          <p:bldP spid="11" grpId="0"/>
          <p:bldP spid="47" grpId="0"/>
          <p:bldP spid="79" grpId="0" animBg="1"/>
          <p:bldP spid="85" grpId="0" animBg="1"/>
          <p:bldP spid="86" grpId="0" animBg="1"/>
          <p:bldP spid="87" grpId="0" animBg="1"/>
          <p:bldP spid="88" grpId="0" animBg="1"/>
          <p:bldP spid="89" grpId="0" animBg="1"/>
          <p:bldP spid="90" grpId="0" animBg="1"/>
          <p:bldP spid="91" grpId="0" animBg="1"/>
          <p:bldP spid="92" grpId="0" animBg="1"/>
          <p:bldP spid="94" grpId="0" animBg="1"/>
          <p:bldP spid="95" grpId="0" animBg="1"/>
          <p:bldP spid="96" grpId="0" animBg="1"/>
          <p:bldP spid="97" grpId="0" animBg="1"/>
          <p:bldP spid="100" grpId="0" animBg="1"/>
          <p:bldP spid="98" grpId="0" animBg="1"/>
          <p:bldP spid="101" grpId="0"/>
          <p:bldP spid="102" grpId="0"/>
          <p:bldP spid="10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2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25" dur="2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9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55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9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58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9" presetClass="entr" presetSubtype="0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1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9" presetClass="entr" presetSubtype="0" fill="hold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9" presetClass="entr" presetSubtype="0" fill="hold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9" presetClass="entr" presetSubtype="0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9" presetClass="entr" presetSubtype="0" fill="hold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9" presetClass="entr" presetSubtype="0" fill="hold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9" presetClass="entr" presetSubtype="0" fill="hold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9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8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9" presetClass="entr" presetSubtype="0" fill="hold" nodeType="withEffect">
                                      <p:stCondLst>
                                        <p:cond delay="10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85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9" presetClass="entr" presetSubtype="0" fill="hold" grpId="0" nodeType="withEffect">
                                      <p:stCondLst>
                                        <p:cond delay="110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8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4" fill="hold" grpId="0" nodeType="withEffect">
                                      <p:stCondLst>
                                        <p:cond delay="11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1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118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123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1270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134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140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14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150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15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160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17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9" presetClass="entr" presetSubtype="0" fill="hold" nodeType="withEffect">
                                      <p:stCondLst>
                                        <p:cond delay="110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2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9" presetClass="entr" presetSubtype="0" fill="hold" nodeType="withEffect">
                                      <p:stCondLst>
                                        <p:cond delay="77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2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9" presetClass="entr" presetSubtype="0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0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9" presetClass="entr" presetSubtype="0" fill="hold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9" presetClass="entr" presetSubtype="0" fill="hold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6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9" presetClass="entr" presetSubtype="0" fill="hold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9" presetClass="entr" presetSubtype="0" fill="hold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4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7" grpId="0" animBg="1"/>
          <p:bldP spid="10" grpId="0"/>
          <p:bldP spid="36" grpId="0" animBg="1"/>
          <p:bldP spid="46" grpId="0"/>
          <p:bldP spid="11" grpId="0"/>
          <p:bldP spid="47" grpId="0"/>
          <p:bldP spid="79" grpId="0" animBg="1"/>
          <p:bldP spid="85" grpId="0" animBg="1"/>
          <p:bldP spid="86" grpId="0" animBg="1"/>
          <p:bldP spid="87" grpId="0" animBg="1"/>
          <p:bldP spid="88" grpId="0" animBg="1"/>
          <p:bldP spid="89" grpId="0" animBg="1"/>
          <p:bldP spid="90" grpId="0" animBg="1"/>
          <p:bldP spid="91" grpId="0" animBg="1"/>
          <p:bldP spid="92" grpId="0" animBg="1"/>
          <p:bldP spid="94" grpId="0" animBg="1"/>
          <p:bldP spid="95" grpId="0" animBg="1"/>
          <p:bldP spid="96" grpId="0" animBg="1"/>
          <p:bldP spid="97" grpId="0" animBg="1"/>
          <p:bldP spid="100" grpId="0" animBg="1"/>
          <p:bldP spid="98" grpId="0" animBg="1"/>
          <p:bldP spid="101" grpId="0"/>
          <p:bldP spid="102" grpId="0"/>
          <p:bldP spid="103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">
              <a:schemeClr val="tx1">
                <a:lumMod val="25000"/>
                <a:lumOff val="75000"/>
              </a:schemeClr>
            </a:gs>
            <a:gs pos="100000">
              <a:srgbClr val="2376C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875698" y="4867046"/>
            <a:ext cx="393191" cy="376615"/>
          </a:xfrm>
          <a:prstGeom prst="rect">
            <a:avLst/>
          </a:prstGeom>
        </p:spPr>
      </p:pic>
      <p:pic>
        <p:nvPicPr>
          <p:cNvPr id="13" name="Imagen 12" descr="Imagen que contiene Forma&#10;&#10;Descripción generada automáticamente">
            <a:extLst>
              <a:ext uri="{FF2B5EF4-FFF2-40B4-BE49-F238E27FC236}">
                <a16:creationId xmlns:a16="http://schemas.microsoft.com/office/drawing/2014/main" id="{3468FA76-4661-5981-362F-A58423237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t="4583" r="22933" b="6607"/>
          <a:stretch/>
        </p:blipFill>
        <p:spPr>
          <a:xfrm rot="19117069">
            <a:off x="1731786" y="4531914"/>
            <a:ext cx="3023786" cy="30050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/>
          </a:sp3d>
        </p:spPr>
      </p:pic>
      <p:pic>
        <p:nvPicPr>
          <p:cNvPr id="26" name="Imagen 38" descr="Icono&#10;&#10;Descripción generada automáticamente">
            <a:extLst>
              <a:ext uri="{FF2B5EF4-FFF2-40B4-BE49-F238E27FC236}">
                <a16:creationId xmlns:a16="http://schemas.microsoft.com/office/drawing/2014/main" id="{F712983B-4208-884F-8DF4-BB911BA4C6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1770103">
            <a:off x="-487865" y="-422341"/>
            <a:ext cx="1512334" cy="670067"/>
          </a:xfrm>
          <a:prstGeom prst="rect">
            <a:avLst/>
          </a:prstGeom>
        </p:spPr>
      </p:pic>
      <p:pic>
        <p:nvPicPr>
          <p:cNvPr id="29" name="Imagen 38" descr="Icono&#10;&#10;Descripción generada automáticamente">
            <a:extLst>
              <a:ext uri="{FF2B5EF4-FFF2-40B4-BE49-F238E27FC236}">
                <a16:creationId xmlns:a16="http://schemas.microsoft.com/office/drawing/2014/main" id="{E90685D4-30CD-7F42-800D-90F35E20B9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3315736">
            <a:off x="-679545" y="-147297"/>
            <a:ext cx="1512334" cy="670067"/>
          </a:xfrm>
          <a:prstGeom prst="rect">
            <a:avLst/>
          </a:prstGeom>
        </p:spPr>
      </p:pic>
      <p:pic>
        <p:nvPicPr>
          <p:cNvPr id="31" name="Imagen 4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E5339382-556E-B044-9238-7B59D5ACC0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10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16723" r="2755" b="16857"/>
          <a:stretch/>
        </p:blipFill>
        <p:spPr>
          <a:xfrm rot="698680">
            <a:off x="-366091" y="3859828"/>
            <a:ext cx="3194062" cy="209195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contourClr>
              <a:schemeClr val="accent3">
                <a:lumMod val="75000"/>
              </a:schemeClr>
            </a:contourClr>
          </a:sp3d>
        </p:spPr>
      </p:pic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130704" y="-525851"/>
            <a:ext cx="1489988" cy="1427174"/>
          </a:xfrm>
          <a:prstGeom prst="rect">
            <a:avLst/>
          </a:prstGeom>
        </p:spPr>
      </p:pic>
      <p:pic>
        <p:nvPicPr>
          <p:cNvPr id="53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2946CF3D-6C71-7E4A-B430-FE89E0C2EE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-1113342" y="1116633"/>
            <a:ext cx="1489988" cy="14271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C1C3E8-F3B3-2A46-B2A5-015ED7554901}"/>
              </a:ext>
            </a:extLst>
          </p:cNvPr>
          <p:cNvSpPr txBox="1"/>
          <p:nvPr/>
        </p:nvSpPr>
        <p:spPr>
          <a:xfrm>
            <a:off x="3082649" y="701134"/>
            <a:ext cx="2978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4800" dirty="0">
                <a:solidFill>
                  <a:schemeClr val="bg1"/>
                </a:solidFill>
                <a:latin typeface="Lalezar" pitchFamily="2" charset="-78"/>
                <a:cs typeface="Lalezar" pitchFamily="2" charset="-78"/>
              </a:rPr>
              <a:t>برگشت صریح</a:t>
            </a:r>
            <a:endParaRPr lang="en-US" sz="4800" dirty="0">
              <a:solidFill>
                <a:schemeClr val="bg1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4B6BB-C31D-BA4D-A9FA-62777461F9C7}"/>
              </a:ext>
            </a:extLst>
          </p:cNvPr>
          <p:cNvSpPr txBox="1"/>
          <p:nvPr/>
        </p:nvSpPr>
        <p:spPr>
          <a:xfrm>
            <a:off x="2874245" y="2083104"/>
            <a:ext cx="3437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400" dirty="0">
                <a:latin typeface="Lalezar" pitchFamily="2" charset="-78"/>
                <a:cs typeface="Lalezar" pitchFamily="2" charset="-78"/>
              </a:rPr>
              <a:t>ساده ترین تکنیک بازیابی حافظه</a:t>
            </a:r>
            <a:endParaRPr lang="en-US" sz="24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A2AB9-8A21-2241-91E3-158AB762ED42}"/>
              </a:ext>
            </a:extLst>
          </p:cNvPr>
          <p:cNvSpPr txBox="1"/>
          <p:nvPr/>
        </p:nvSpPr>
        <p:spPr>
          <a:xfrm>
            <a:off x="2475898" y="2662758"/>
            <a:ext cx="4233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دارای مشکلاتی مانند زباله ها و ارجاع های معلق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69753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4" dur="2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97531E-6 L 0.00035 0.05031 " pathEditMode="relative" rAng="0" ptsTypes="AA">
                                          <p:cBhvr>
                                            <p:cTn id="8" dur="5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0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0.00185 L -1.66667E-6 0.03765 " pathEditMode="relative" rAng="0" ptsTypes="AA">
                                          <p:cBhvr>
                                            <p:cTn id="12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14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-0.00186 L -1.38889E-6 0.03765 " pathEditMode="relative" rAng="0" ptsTypes="AA">
                                          <p:cBhvr>
                                            <p:cTn id="16" dur="2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18" dur="4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6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24" dur="2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836108" y="4955192"/>
            <a:ext cx="393191" cy="376615"/>
          </a:xfrm>
          <a:prstGeom prst="rect">
            <a:avLst/>
          </a:prstGeom>
        </p:spPr>
      </p:pic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647573" y="425604"/>
            <a:ext cx="1489988" cy="1427174"/>
          </a:xfrm>
          <a:prstGeom prst="rect">
            <a:avLst/>
          </a:prstGeom>
          <a:effectLst>
            <a:outerShdw blurRad="1270000" dist="50800" dir="1860000" sx="55049" sy="55049" algn="ctr" rotWithShape="0">
              <a:schemeClr val="tx2"/>
            </a:outerShdw>
          </a:effectLst>
        </p:spPr>
      </p:pic>
      <p:pic>
        <p:nvPicPr>
          <p:cNvPr id="19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F2C0C937-683C-5F42-9049-963465FD3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9055513">
            <a:off x="-1484875" y="-545059"/>
            <a:ext cx="5063778" cy="3012288"/>
          </a:xfrm>
          <a:prstGeom prst="rect">
            <a:avLst/>
          </a:prstGeom>
          <a:effectLst>
            <a:outerShdw blurRad="298239" dir="5400000" sx="94000" sy="94000" algn="ctr" rotWithShape="0">
              <a:schemeClr val="tx1">
                <a:lumMod val="75000"/>
                <a:lumOff val="25000"/>
                <a:alpha val="16000"/>
              </a:schemeClr>
            </a:outerShdw>
            <a:reflection endPos="65000" dist="50800" dir="5400000" sy="-100000" algn="bl" rotWithShape="0"/>
          </a:effectLst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240422" y="4596819"/>
            <a:ext cx="801545" cy="799242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>
            <a:off x="6139232" y="3507807"/>
            <a:ext cx="3090067" cy="1710466"/>
          </a:xfrm>
          <a:prstGeom prst="rect">
            <a:avLst/>
          </a:prstGeom>
          <a:effectLst>
            <a:outerShdw blurRad="132048" dist="50800" dir="5400000" algn="ctr" rotWithShape="0">
              <a:schemeClr val="tx1">
                <a:lumMod val="25000"/>
                <a:lumOff val="75000"/>
              </a:schemeClr>
            </a:outerShdw>
          </a:effectLst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1861291" y="4676180"/>
            <a:ext cx="2286955" cy="1134961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591EC7-B15E-8A4E-9B2B-4596E943C6A0}"/>
              </a:ext>
            </a:extLst>
          </p:cNvPr>
          <p:cNvSpPr txBox="1"/>
          <p:nvPr/>
        </p:nvSpPr>
        <p:spPr>
          <a:xfrm>
            <a:off x="4159775" y="1529579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Lalezar" pitchFamily="2" charset="-78"/>
                <a:cs typeface="Lalezar" pitchFamily="2" charset="-78"/>
              </a:rPr>
              <a:t>ن</a:t>
            </a:r>
            <a:r>
              <a:rPr lang="fa-IR" sz="2800" dirty="0">
                <a:latin typeface="Lalezar" pitchFamily="2" charset="-78"/>
                <a:cs typeface="Lalezar" pitchFamily="2" charset="-78"/>
              </a:rPr>
              <a:t>فر سوم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35797E-ABFA-C644-9A5C-FD815429CC79}"/>
              </a:ext>
            </a:extLst>
          </p:cNvPr>
          <p:cNvSpPr txBox="1"/>
          <p:nvPr/>
        </p:nvSpPr>
        <p:spPr>
          <a:xfrm>
            <a:off x="2286149" y="2052799"/>
            <a:ext cx="5363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4800" dirty="0">
                <a:latin typeface="Lalezar" pitchFamily="2" charset="-78"/>
                <a:cs typeface="Lalezar" pitchFamily="2" charset="-78"/>
              </a:rPr>
              <a:t>امیر مهدی شجاعی کیان</a:t>
            </a:r>
            <a:endParaRPr lang="en-US" sz="48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6777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66667E-6 1.60494E-6 L 0.00729 -0.01759 " pathEditMode="relative" rAng="0" ptsTypes="AA" p14:bounceEnd="5091">
                                          <p:cBhvr>
                                            <p:cTn id="10" dur="6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2" dur="3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7037E-6 L 0.00035 0.0503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22222E-6 0.00123 L 0.01337 0.03055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-4.44444E-6 L 0.07136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66667E-6 1.60494E-6 L 0.00729 -0.01759 " pathEditMode="relative" rAng="0" ptsTypes="AA">
                                          <p:cBhvr>
                                            <p:cTn id="10" dur="6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2" dur="3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7037E-6 L 0.00035 0.0503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22222E-6 0.00123 L 0.01337 0.03055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2222E-6 -4.44444E-6 L 0.07136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8" grpId="0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5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7F12F0B-A4E2-5045-9613-BF4827D7B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836108" y="4955192"/>
            <a:ext cx="393191" cy="376615"/>
          </a:xfrm>
          <a:prstGeom prst="rect">
            <a:avLst/>
          </a:prstGeom>
        </p:spPr>
      </p:pic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287709" y="-538223"/>
            <a:ext cx="1489988" cy="1427174"/>
          </a:xfrm>
          <a:prstGeom prst="rect">
            <a:avLst/>
          </a:prstGeom>
        </p:spPr>
      </p:pic>
      <p:pic>
        <p:nvPicPr>
          <p:cNvPr id="19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F2C0C937-683C-5F42-9049-963465FD3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9819523">
            <a:off x="-1970766" y="-737468"/>
            <a:ext cx="5063778" cy="3012288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4306864" y="-476307"/>
            <a:ext cx="801545" cy="799242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19726182">
            <a:off x="6827964" y="3610396"/>
            <a:ext cx="3090067" cy="1710466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915933" y="4647321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39" name="Imagen 41" descr="Icono&#10;&#10;Descripción generada automáticamente">
            <a:extLst>
              <a:ext uri="{FF2B5EF4-FFF2-40B4-BE49-F238E27FC236}">
                <a16:creationId xmlns:a16="http://schemas.microsoft.com/office/drawing/2014/main" id="{3DFFB509-FBD4-814A-8562-9120710F716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68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81" t="24065" r="2121" b="25099"/>
          <a:stretch/>
        </p:blipFill>
        <p:spPr>
          <a:xfrm>
            <a:off x="-468034" y="4609507"/>
            <a:ext cx="2061553" cy="1067983"/>
          </a:xfrm>
          <a:prstGeom prst="rect">
            <a:avLst/>
          </a:prstGeom>
          <a:effectLst>
            <a:outerShdw blurRad="50800" dist="50800" sx="1000" sy="1000" algn="ctr" rotWithShape="0">
              <a:srgbClr val="000000"/>
            </a:outerShdw>
          </a:effectLst>
        </p:spPr>
      </p:pic>
      <p:pic>
        <p:nvPicPr>
          <p:cNvPr id="14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DDCF66F6-A1B3-3642-BC27-B9136B4939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9055513">
            <a:off x="-1879393" y="-38720"/>
            <a:ext cx="5063778" cy="3012288"/>
          </a:xfrm>
          <a:prstGeom prst="rect">
            <a:avLst/>
          </a:prstGeom>
          <a:effectLst>
            <a:outerShdw blurRad="298239" dir="5400000" sx="94000" sy="94000" algn="ctr" rotWithShape="0">
              <a:schemeClr val="tx1">
                <a:lumMod val="75000"/>
                <a:lumOff val="25000"/>
                <a:alpha val="16000"/>
              </a:schemeClr>
            </a:outerShdw>
            <a:reflection endPos="65000" dist="50800" dir="5400000" sy="-100000" algn="bl" rotWithShape="0"/>
          </a:effectLst>
        </p:spPr>
      </p:pic>
      <p:pic>
        <p:nvPicPr>
          <p:cNvPr id="16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A080C129-550D-3745-A778-C1E3C3521D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647573" y="425604"/>
            <a:ext cx="1489988" cy="1427174"/>
          </a:xfrm>
          <a:prstGeom prst="rect">
            <a:avLst/>
          </a:prstGeom>
          <a:effectLst>
            <a:outerShdw blurRad="1270000" dist="50800" dir="1860000" sx="55049" sy="55049" algn="ctr" rotWithShape="0">
              <a:schemeClr val="tx2"/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5561C0-E263-9D4E-A008-A3B8CB4C61C3}"/>
              </a:ext>
            </a:extLst>
          </p:cNvPr>
          <p:cNvSpPr txBox="1"/>
          <p:nvPr/>
        </p:nvSpPr>
        <p:spPr>
          <a:xfrm>
            <a:off x="3373813" y="1031156"/>
            <a:ext cx="3031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4800" dirty="0">
                <a:latin typeface="Lalezar" pitchFamily="2" charset="-78"/>
                <a:cs typeface="Lalezar" pitchFamily="2" charset="-78"/>
              </a:rPr>
              <a:t>شمارش ارجاع</a:t>
            </a:r>
            <a:endParaRPr lang="en-US" sz="4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0EE8A-6EFA-914B-9888-53942DADCBF6}"/>
              </a:ext>
            </a:extLst>
          </p:cNvPr>
          <p:cNvSpPr txBox="1"/>
          <p:nvPr/>
        </p:nvSpPr>
        <p:spPr>
          <a:xfrm>
            <a:off x="979729" y="2267965"/>
            <a:ext cx="7819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در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این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روش هر عنصر هرم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فضای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اضافی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برای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شمارنده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ارجاع منظور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می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شود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76925-0AEC-3449-A9D9-2B969EE46D92}"/>
              </a:ext>
            </a:extLst>
          </p:cNvPr>
          <p:cNvSpPr txBox="1"/>
          <p:nvPr/>
        </p:nvSpPr>
        <p:spPr>
          <a:xfrm>
            <a:off x="2740552" y="2821931"/>
            <a:ext cx="4386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شمارنده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ارجاع 	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      </a:t>
            </a:r>
            <a:r>
              <a:rPr lang="ar-SA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تعداد ارجاع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10134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-6.17284E-7 L 2.77778E-6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-2.71605E-6 L 0.0073 -0.01759 " pathEditMode="relative" rAng="0" ptsTypes="AA" p14:bounceEnd="5091">
                                          <p:cBhvr>
                                            <p:cTn id="10" dur="6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2" dur="3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4.81481E-6 L 0.00034 0.0503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E-6 0.00123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22" dur="27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9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66667E-6 1.60494E-6 L 0.00729 -0.01759 " pathEditMode="relative" rAng="0" ptsTypes="AA" p14:bounceEnd="5091">
                                          <p:cBhvr>
                                            <p:cTn id="26" dur="6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8" dur="3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3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6 -6.17284E-7 L 2.77778E-6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-2.71605E-6 L 0.0073 -0.01759 " pathEditMode="relative" rAng="0" ptsTypes="AA">
                                          <p:cBhvr>
                                            <p:cTn id="10" dur="6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2" dur="3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4.81481E-6 L 0.00034 0.0503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E-6 0.00123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22" dur="27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9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66667E-6 1.60494E-6 L 0.00729 -0.01759 " pathEditMode="relative" rAng="0" ptsTypes="AA">
                                          <p:cBhvr>
                                            <p:cTn id="26" dur="6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8" dur="3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-3.33333E-6 0.01234 " pathEditMode="relative" rAng="0" ptsTypes="AA">
                                          <p:cBhvr>
                                            <p:cTn id="3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4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6430074" y="-824496"/>
            <a:ext cx="1489988" cy="1427174"/>
          </a:xfrm>
          <a:prstGeom prst="rect">
            <a:avLst/>
          </a:prstGeom>
        </p:spPr>
      </p:pic>
      <p:pic>
        <p:nvPicPr>
          <p:cNvPr id="19" name="Imagen 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F2C0C937-683C-5F42-9049-963465FD3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8296" r="54437" b="15040"/>
          <a:stretch/>
        </p:blipFill>
        <p:spPr>
          <a:xfrm rot="9819523">
            <a:off x="-1827719" y="-583904"/>
            <a:ext cx="5063778" cy="3012288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2245446" y="-224257"/>
            <a:ext cx="801545" cy="799242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19726182">
            <a:off x="5512702" y="2988042"/>
            <a:ext cx="4906480" cy="2715918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409285" y="4618922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294418" y="-1071387"/>
            <a:ext cx="3125438" cy="2676923"/>
          </a:xfrm>
          <a:prstGeom prst="rect">
            <a:avLst/>
          </a:prstGeom>
          <a:effectLst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D6B246-595C-3C46-A649-E4CD93B4BA5B}"/>
              </a:ext>
            </a:extLst>
          </p:cNvPr>
          <p:cNvSpPr txBox="1"/>
          <p:nvPr/>
        </p:nvSpPr>
        <p:spPr>
          <a:xfrm>
            <a:off x="814155" y="1098487"/>
            <a:ext cx="6678202" cy="81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ar-SA" sz="4400" dirty="0" err="1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مهمترین</a:t>
            </a:r>
            <a:r>
              <a:rPr lang="ar-SA" sz="4400" dirty="0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4400" dirty="0" err="1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مشکلات</a:t>
            </a:r>
            <a:r>
              <a:rPr lang="ar-SA" sz="4400" dirty="0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4400" dirty="0" err="1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شمارش</a:t>
            </a:r>
            <a:r>
              <a:rPr lang="ar-SA" sz="4400" dirty="0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ارجاع</a:t>
            </a:r>
            <a:endParaRPr lang="en-US" sz="4400" dirty="0"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</p:txBody>
      </p:sp>
      <p:pic>
        <p:nvPicPr>
          <p:cNvPr id="26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28AEFDF4-4EEB-5442-B37A-9AD071035E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608022" y="2107793"/>
            <a:ext cx="393191" cy="376615"/>
          </a:xfrm>
          <a:prstGeom prst="rect">
            <a:avLst/>
          </a:prstGeom>
        </p:spPr>
      </p:pic>
      <p:pic>
        <p:nvPicPr>
          <p:cNvPr id="30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E05A3212-F4B8-CD46-8109-B93330A90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 rot="7572138">
            <a:off x="2820784" y="4796500"/>
            <a:ext cx="1127514" cy="1079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7968A5-0C3A-4048-9932-68902114F734}"/>
              </a:ext>
            </a:extLst>
          </p:cNvPr>
          <p:cNvSpPr txBox="1"/>
          <p:nvPr/>
        </p:nvSpPr>
        <p:spPr>
          <a:xfrm>
            <a:off x="3611929" y="2116936"/>
            <a:ext cx="2015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دستیابی به عناصر پی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3356D-DFD0-9745-ADF5-AB34CE27C2E0}"/>
              </a:ext>
            </a:extLst>
          </p:cNvPr>
          <p:cNvSpPr txBox="1"/>
          <p:nvPr/>
        </p:nvSpPr>
        <p:spPr>
          <a:xfrm>
            <a:off x="3364275" y="2687048"/>
            <a:ext cx="6711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تست تعداد ارجاع حاصل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27D18F-06E8-5543-BB6C-6FE6CFEE8763}"/>
              </a:ext>
            </a:extLst>
          </p:cNvPr>
          <p:cNvSpPr txBox="1"/>
          <p:nvPr/>
        </p:nvSpPr>
        <p:spPr>
          <a:xfrm>
            <a:off x="3979875" y="3250997"/>
            <a:ext cx="6711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مقدارذخیره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شده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AD00E8-4AA3-D642-B1D0-BA44AB247AA1}"/>
              </a:ext>
            </a:extLst>
          </p:cNvPr>
          <p:cNvSpPr txBox="1"/>
          <p:nvPr/>
        </p:nvSpPr>
        <p:spPr>
          <a:xfrm>
            <a:off x="3611929" y="3810078"/>
            <a:ext cx="6896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دستیابی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به عنصر </a:t>
            </a:r>
            <a:r>
              <a:rPr lang="ar-SA" sz="2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کیو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37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83F452C8-EA49-8140-A8B3-8D46050C44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608021" y="2660871"/>
            <a:ext cx="393191" cy="376615"/>
          </a:xfrm>
          <a:prstGeom prst="rect">
            <a:avLst/>
          </a:prstGeom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608020" y="3236596"/>
            <a:ext cx="393191" cy="376615"/>
          </a:xfrm>
          <a:prstGeom prst="rect">
            <a:avLst/>
          </a:prstGeom>
        </p:spPr>
      </p:pic>
      <p:pic>
        <p:nvPicPr>
          <p:cNvPr id="39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ACE14278-F3B3-E04B-8A5D-50623B9052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618160" y="3772182"/>
            <a:ext cx="393191" cy="37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0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3.7037E-6 L 1.38889E-6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-9.87654E-7 L 0.00729 -0.01759 " pathEditMode="relative" rAng="0" ptsTypes="AA" p14:bounceEnd="5091">
                                          <p:cBhvr>
                                            <p:cTn id="10" dur="6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2" dur="3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-6.17284E-7 L 0.00034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5.55556E-7 0.00124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0851 -0.03241 " pathEditMode="relative" rAng="0" ptsTypes="AA" p14:bounceEnd="5091">
                                          <p:cBhvr>
                                            <p:cTn id="22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2.22222E-6 3.7037E-6 L 0.00035 0.01882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2.22222E-6 -3.7037E-6 L 0.00035 0.01883 " pathEditMode="relative" rAng="0" ptsTypes="AA">
                                          <p:cBhvr>
                                            <p:cTn id="28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2.22222E-6 -7.40741E-7 L 0.00035 0.01883 " pathEditMode="relative" rAng="0" ptsTypes="AA">
                                          <p:cBhvr>
                                            <p:cTn id="30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2.5E-6 -3.08642E-6 L 0.00034 0.01883 " pathEditMode="relative" rAng="0" ptsTypes="AA">
                                          <p:cBhvr>
                                            <p:cTn id="32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3" grpId="0"/>
          <p:bldP spid="31" grpId="0"/>
          <p:bldP spid="32" grpId="0"/>
          <p:bldP spid="3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3.7037E-6 L 1.38889E-6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7778E-7 -9.87654E-7 L 0.00729 -0.01759 " pathEditMode="relative" rAng="0" ptsTypes="AA">
                                          <p:cBhvr>
                                            <p:cTn id="10" dur="6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65" y="-8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2" dur="3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-6.17284E-7 L 0.00034 0.05031 " pathEditMode="relative" rAng="0" ptsTypes="AA">
                                          <p:cBhvr>
                                            <p:cTn id="14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5.55556E-7 0.00124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0851 -0.03241 " pathEditMode="relative" rAng="0" ptsTypes="AA">
                                          <p:cBhvr>
                                            <p:cTn id="22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2.22222E-6 3.7037E-6 L 0.00035 0.01882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2.22222E-6 -3.7037E-6 L 0.00035 0.01883 " pathEditMode="relative" rAng="0" ptsTypes="AA">
                                          <p:cBhvr>
                                            <p:cTn id="28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2.22222E-6 -7.40741E-7 L 0.00035 0.01883 " pathEditMode="relative" rAng="0" ptsTypes="AA">
                                          <p:cBhvr>
                                            <p:cTn id="30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2.5E-6 -3.08642E-6 L 0.00034 0.01883 " pathEditMode="relative" rAng="0" ptsTypes="AA">
                                          <p:cBhvr>
                                            <p:cTn id="32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3" grpId="0"/>
          <p:bldP spid="31" grpId="0"/>
          <p:bldP spid="32" grpId="0"/>
          <p:bldP spid="33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399006" y="-766323"/>
            <a:ext cx="1489988" cy="1427174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19726182">
            <a:off x="5307998" y="2987859"/>
            <a:ext cx="4906480" cy="2715918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21030" y="4911876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026005" y="-598478"/>
            <a:ext cx="3125438" cy="2676923"/>
          </a:xfrm>
          <a:prstGeom prst="rect">
            <a:avLst/>
          </a:prstGeom>
          <a:effectLst/>
        </p:spPr>
      </p:pic>
      <p:pic>
        <p:nvPicPr>
          <p:cNvPr id="30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E05A3212-F4B8-CD46-8109-B93330A90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 rot="12905414">
            <a:off x="2820784" y="4796500"/>
            <a:ext cx="1127514" cy="1079981"/>
          </a:xfrm>
          <a:prstGeom prst="rect">
            <a:avLst/>
          </a:prstGeom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3763065" y="-188308"/>
            <a:ext cx="393191" cy="376615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rot="8332136">
            <a:off x="2245446" y="-224257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F5431E-086D-E04E-993F-E198F6ED2135}"/>
              </a:ext>
            </a:extLst>
          </p:cNvPr>
          <p:cNvSpPr txBox="1"/>
          <p:nvPr/>
        </p:nvSpPr>
        <p:spPr>
          <a:xfrm>
            <a:off x="3668087" y="4345819"/>
            <a:ext cx="1755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عملیات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CDRلی</a:t>
            </a:r>
            <a:r>
              <a:rPr lang="fa-I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سپ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D46F36-9B8B-2C4D-994D-47B97DCF7B45}"/>
              </a:ext>
            </a:extLst>
          </p:cNvPr>
          <p:cNvCxnSpPr/>
          <p:nvPr/>
        </p:nvCxnSpPr>
        <p:spPr>
          <a:xfrm>
            <a:off x="1530024" y="767872"/>
            <a:ext cx="697762" cy="25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94C03-6413-594D-916E-B61A66957F4A}"/>
              </a:ext>
            </a:extLst>
          </p:cNvPr>
          <p:cNvCxnSpPr>
            <a:cxnSpLocks/>
          </p:cNvCxnSpPr>
          <p:nvPr/>
        </p:nvCxnSpPr>
        <p:spPr>
          <a:xfrm>
            <a:off x="1463577" y="1176281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20E2DC-CC67-334B-BD50-7F91ED762085}"/>
              </a:ext>
            </a:extLst>
          </p:cNvPr>
          <p:cNvCxnSpPr>
            <a:cxnSpLocks/>
          </p:cNvCxnSpPr>
          <p:nvPr/>
        </p:nvCxnSpPr>
        <p:spPr>
          <a:xfrm flipV="1">
            <a:off x="1529372" y="1331136"/>
            <a:ext cx="697762" cy="24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1C960D9-47B2-534C-AAA6-3268EB83257F}"/>
              </a:ext>
            </a:extLst>
          </p:cNvPr>
          <p:cNvSpPr/>
          <p:nvPr/>
        </p:nvSpPr>
        <p:spPr>
          <a:xfrm>
            <a:off x="2291308" y="959548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429476-DBAC-6442-8640-6F3EFA39B179}"/>
              </a:ext>
            </a:extLst>
          </p:cNvPr>
          <p:cNvCxnSpPr>
            <a:stCxn id="7" idx="0"/>
            <a:endCxn id="7" idx="2"/>
          </p:cNvCxnSpPr>
          <p:nvPr/>
        </p:nvCxnSpPr>
        <p:spPr>
          <a:xfrm>
            <a:off x="2939340" y="959548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85B22F-FFF1-074A-9BC0-446B17531A97}"/>
              </a:ext>
            </a:extLst>
          </p:cNvPr>
          <p:cNvSpPr txBox="1"/>
          <p:nvPr/>
        </p:nvSpPr>
        <p:spPr>
          <a:xfrm>
            <a:off x="2291308" y="154351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(</a:t>
            </a:r>
            <a:r>
              <a:rPr lang="en-US" sz="1100" dirty="0" err="1">
                <a:latin typeface="Lalezar" pitchFamily="2" charset="-78"/>
                <a:cs typeface="Lalezar" pitchFamily="2" charset="-78"/>
              </a:rPr>
              <a:t>cdr</a:t>
            </a:r>
            <a:r>
              <a:rPr lang="en-US" sz="1100" dirty="0">
                <a:latin typeface="Lalezar" pitchFamily="2" charset="-78"/>
                <a:cs typeface="Lalezar" pitchFamily="2" charset="-78"/>
              </a:rPr>
              <a:t> x 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68887F-6CB8-4B4A-909F-D0C244661E97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566005" y="1416265"/>
            <a:ext cx="14806" cy="12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77FE50-1429-7945-BDD5-707F8D1D7956}"/>
              </a:ext>
            </a:extLst>
          </p:cNvPr>
          <p:cNvCxnSpPr>
            <a:cxnSpLocks/>
          </p:cNvCxnSpPr>
          <p:nvPr/>
        </p:nvCxnSpPr>
        <p:spPr>
          <a:xfrm>
            <a:off x="3310665" y="1176281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EBE8754-D3FC-8940-9932-8E9DF4368CCB}"/>
              </a:ext>
            </a:extLst>
          </p:cNvPr>
          <p:cNvSpPr/>
          <p:nvPr/>
        </p:nvSpPr>
        <p:spPr>
          <a:xfrm>
            <a:off x="4081715" y="958735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931AA3-FF58-1644-8E26-6A996F17795F}"/>
              </a:ext>
            </a:extLst>
          </p:cNvPr>
          <p:cNvCxnSpPr>
            <a:stCxn id="32" idx="0"/>
            <a:endCxn id="32" idx="2"/>
          </p:cNvCxnSpPr>
          <p:nvPr/>
        </p:nvCxnSpPr>
        <p:spPr>
          <a:xfrm>
            <a:off x="4729747" y="958735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142B30-B565-F44E-838C-70879B710DE8}"/>
              </a:ext>
            </a:extLst>
          </p:cNvPr>
          <p:cNvCxnSpPr>
            <a:cxnSpLocks/>
          </p:cNvCxnSpPr>
          <p:nvPr/>
        </p:nvCxnSpPr>
        <p:spPr>
          <a:xfrm>
            <a:off x="5092384" y="1172393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B6D66BB-FB24-FA48-B3C5-D80F7C166CF3}"/>
              </a:ext>
            </a:extLst>
          </p:cNvPr>
          <p:cNvSpPr/>
          <p:nvPr/>
        </p:nvSpPr>
        <p:spPr>
          <a:xfrm>
            <a:off x="5863434" y="954847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8CB50B-BB87-774F-B220-980C65AD100F}"/>
              </a:ext>
            </a:extLst>
          </p:cNvPr>
          <p:cNvCxnSpPr>
            <a:stCxn id="35" idx="0"/>
            <a:endCxn id="35" idx="2"/>
          </p:cNvCxnSpPr>
          <p:nvPr/>
        </p:nvCxnSpPr>
        <p:spPr>
          <a:xfrm>
            <a:off x="6511466" y="954847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923A06-0C61-6043-A45F-FCAD5A934DF0}"/>
              </a:ext>
            </a:extLst>
          </p:cNvPr>
          <p:cNvSpPr txBox="1"/>
          <p:nvPr/>
        </p:nvSpPr>
        <p:spPr>
          <a:xfrm>
            <a:off x="3973118" y="1598701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(1) Input to (</a:t>
            </a:r>
            <a:r>
              <a:rPr lang="en-US" sz="1100" dirty="0" err="1">
                <a:latin typeface="Lalezar" pitchFamily="2" charset="-78"/>
                <a:cs typeface="Lalezar" pitchFamily="2" charset="-78"/>
              </a:rPr>
              <a:t>cdr</a:t>
            </a:r>
            <a:r>
              <a:rPr lang="en-US" sz="1100" dirty="0">
                <a:latin typeface="Lalezar" pitchFamily="2" charset="-78"/>
                <a:cs typeface="Lalezar" pitchFamily="2" charset="-78"/>
              </a:rPr>
              <a:t>  x)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27FAD1-DC4B-5F4C-8900-E1D3C499E841}"/>
              </a:ext>
            </a:extLst>
          </p:cNvPr>
          <p:cNvSpPr txBox="1"/>
          <p:nvPr/>
        </p:nvSpPr>
        <p:spPr>
          <a:xfrm>
            <a:off x="1188503" y="509259"/>
            <a:ext cx="30489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X</a:t>
            </a:r>
          </a:p>
          <a:p>
            <a:pPr>
              <a:lnSpc>
                <a:spcPct val="150000"/>
              </a:lnSpc>
            </a:pPr>
            <a:r>
              <a:rPr lang="en-US" dirty="0"/>
              <a:t>Y</a:t>
            </a:r>
          </a:p>
          <a:p>
            <a:pPr>
              <a:lnSpc>
                <a:spcPct val="150000"/>
              </a:lnSpc>
            </a:pPr>
            <a:r>
              <a:rPr lang="en-US" dirty="0"/>
              <a:t>Z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18EB12-1CAA-3E47-9183-CBD8BF05FE5B}"/>
              </a:ext>
            </a:extLst>
          </p:cNvPr>
          <p:cNvCxnSpPr/>
          <p:nvPr/>
        </p:nvCxnSpPr>
        <p:spPr>
          <a:xfrm>
            <a:off x="1544671" y="2314268"/>
            <a:ext cx="697762" cy="25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D6CEBAF-4FC6-8A4B-8115-1389FF412797}"/>
              </a:ext>
            </a:extLst>
          </p:cNvPr>
          <p:cNvCxnSpPr>
            <a:cxnSpLocks/>
          </p:cNvCxnSpPr>
          <p:nvPr/>
        </p:nvCxnSpPr>
        <p:spPr>
          <a:xfrm>
            <a:off x="1478224" y="2722677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C7E67B-F45F-9648-9168-DFED93D5FE84}"/>
              </a:ext>
            </a:extLst>
          </p:cNvPr>
          <p:cNvCxnSpPr>
            <a:cxnSpLocks/>
          </p:cNvCxnSpPr>
          <p:nvPr/>
        </p:nvCxnSpPr>
        <p:spPr>
          <a:xfrm flipV="1">
            <a:off x="1544019" y="2877532"/>
            <a:ext cx="697762" cy="24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D9D3D61-C256-A848-B9E7-27CFACEE91F4}"/>
              </a:ext>
            </a:extLst>
          </p:cNvPr>
          <p:cNvSpPr/>
          <p:nvPr/>
        </p:nvSpPr>
        <p:spPr>
          <a:xfrm>
            <a:off x="2305955" y="2505944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48D468-7B41-4E4A-9BF2-6E003478DC1B}"/>
              </a:ext>
            </a:extLst>
          </p:cNvPr>
          <p:cNvCxnSpPr>
            <a:stCxn id="42" idx="0"/>
            <a:endCxn id="42" idx="2"/>
          </p:cNvCxnSpPr>
          <p:nvPr/>
        </p:nvCxnSpPr>
        <p:spPr>
          <a:xfrm>
            <a:off x="2953987" y="2505944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ED5DA85-2E67-5645-B5A2-6A23DB234F1A}"/>
              </a:ext>
            </a:extLst>
          </p:cNvPr>
          <p:cNvSpPr txBox="1"/>
          <p:nvPr/>
        </p:nvSpPr>
        <p:spPr>
          <a:xfrm>
            <a:off x="2305955" y="3089913"/>
            <a:ext cx="1152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Should be freed?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5DB0CE-A062-D042-AEFA-1F6E0BC45341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2580659" y="2962661"/>
            <a:ext cx="301736" cy="12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3985CC7-E64E-0C49-AFC7-10A573BF1467}"/>
              </a:ext>
            </a:extLst>
          </p:cNvPr>
          <p:cNvCxnSpPr>
            <a:cxnSpLocks/>
          </p:cNvCxnSpPr>
          <p:nvPr/>
        </p:nvCxnSpPr>
        <p:spPr>
          <a:xfrm>
            <a:off x="3325312" y="2722677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91DF4A9-899F-D540-ABAD-3F0AD29F0EC0}"/>
              </a:ext>
            </a:extLst>
          </p:cNvPr>
          <p:cNvSpPr/>
          <p:nvPr/>
        </p:nvSpPr>
        <p:spPr>
          <a:xfrm>
            <a:off x="4096362" y="2505131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7A3511E-A296-7644-A640-5C6239AF0EEC}"/>
              </a:ext>
            </a:extLst>
          </p:cNvPr>
          <p:cNvCxnSpPr>
            <a:stCxn id="47" idx="0"/>
            <a:endCxn id="47" idx="2"/>
          </p:cNvCxnSpPr>
          <p:nvPr/>
        </p:nvCxnSpPr>
        <p:spPr>
          <a:xfrm>
            <a:off x="4744394" y="2505131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D871FCF-E48D-0540-AF14-FDF1BD4A9787}"/>
              </a:ext>
            </a:extLst>
          </p:cNvPr>
          <p:cNvCxnSpPr>
            <a:cxnSpLocks/>
          </p:cNvCxnSpPr>
          <p:nvPr/>
        </p:nvCxnSpPr>
        <p:spPr>
          <a:xfrm>
            <a:off x="5107031" y="2718789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6D6FD43-E6C8-8F4A-ACCA-20C1DF90C3C3}"/>
              </a:ext>
            </a:extLst>
          </p:cNvPr>
          <p:cNvSpPr/>
          <p:nvPr/>
        </p:nvSpPr>
        <p:spPr>
          <a:xfrm>
            <a:off x="5878081" y="2501243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AA6E300-18BE-9A44-A8D8-394176DE762F}"/>
              </a:ext>
            </a:extLst>
          </p:cNvPr>
          <p:cNvCxnSpPr>
            <a:stCxn id="50" idx="0"/>
            <a:endCxn id="50" idx="2"/>
          </p:cNvCxnSpPr>
          <p:nvPr/>
        </p:nvCxnSpPr>
        <p:spPr>
          <a:xfrm>
            <a:off x="6526113" y="2501243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D43098F-BC16-E140-9F97-8E47C156774B}"/>
              </a:ext>
            </a:extLst>
          </p:cNvPr>
          <p:cNvSpPr txBox="1"/>
          <p:nvPr/>
        </p:nvSpPr>
        <p:spPr>
          <a:xfrm>
            <a:off x="3987765" y="3145097"/>
            <a:ext cx="12602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(2) result of (</a:t>
            </a:r>
            <a:r>
              <a:rPr lang="en-US" sz="1100" dirty="0" err="1">
                <a:latin typeface="Lalezar" pitchFamily="2" charset="-78"/>
                <a:cs typeface="Lalezar" pitchFamily="2" charset="-78"/>
              </a:rPr>
              <a:t>cdr</a:t>
            </a:r>
            <a:r>
              <a:rPr lang="en-US" sz="1100" dirty="0">
                <a:latin typeface="Lalezar" pitchFamily="2" charset="-78"/>
                <a:cs typeface="Lalezar" pitchFamily="2" charset="-78"/>
              </a:rPr>
              <a:t>  x)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B165CE-942F-E44B-AD38-78C046121E93}"/>
              </a:ext>
            </a:extLst>
          </p:cNvPr>
          <p:cNvSpPr txBox="1"/>
          <p:nvPr/>
        </p:nvSpPr>
        <p:spPr>
          <a:xfrm>
            <a:off x="1203150" y="2055655"/>
            <a:ext cx="30489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X</a:t>
            </a:r>
          </a:p>
          <a:p>
            <a:pPr>
              <a:lnSpc>
                <a:spcPct val="150000"/>
              </a:lnSpc>
            </a:pPr>
            <a:r>
              <a:rPr lang="en-US" dirty="0"/>
              <a:t>Y</a:t>
            </a:r>
          </a:p>
          <a:p>
            <a:pPr>
              <a:lnSpc>
                <a:spcPct val="150000"/>
              </a:lnSpc>
            </a:pPr>
            <a:r>
              <a:rPr lang="en-US" dirty="0"/>
              <a:t>Z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8C0FDE-DD39-8348-8459-D7371597BAB8}"/>
              </a:ext>
            </a:extLst>
          </p:cNvPr>
          <p:cNvSpPr txBox="1"/>
          <p:nvPr/>
        </p:nvSpPr>
        <p:spPr>
          <a:xfrm>
            <a:off x="3638065" y="3904191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الف) مدل زباله رویی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DD3FD81-DB08-4E47-BA8A-930363E9E1DD}"/>
              </a:ext>
            </a:extLst>
          </p:cNvPr>
          <p:cNvCxnSpPr>
            <a:cxnSpLocks/>
          </p:cNvCxnSpPr>
          <p:nvPr/>
        </p:nvCxnSpPr>
        <p:spPr>
          <a:xfrm flipV="1">
            <a:off x="4444651" y="2962661"/>
            <a:ext cx="0" cy="18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92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4.81481E-6 L 0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-6.17284E-7 L 0.00034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3 L 0.01336 0.0305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3.7037E-7 L 0.07135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0851 -0.03241 " pathEditMode="relative" rAng="0" ptsTypes="AA" p14:bounceEnd="5091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7" grpId="0" animBg="1"/>
          <p:bldP spid="10" grpId="0"/>
          <p:bldP spid="32" grpId="0" animBg="1"/>
          <p:bldP spid="35" grpId="0" animBg="1"/>
          <p:bldP spid="37" grpId="0"/>
          <p:bldP spid="42" grpId="0" animBg="1"/>
          <p:bldP spid="44" grpId="0"/>
          <p:bldP spid="47" grpId="0" animBg="1"/>
          <p:bldP spid="50" grpId="0" animBg="1"/>
          <p:bldP spid="52" grpId="0"/>
          <p:bldP spid="53" grpId="0"/>
          <p:bldP spid="5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4.81481E-6 L 0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-6.17284E-7 L 0.00034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3 L 0.01336 0.0305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3.7037E-7 L 0.07135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0851 -0.03241 " pathEditMode="relative" rAng="0" ptsTypes="AA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7" grpId="0" animBg="1"/>
          <p:bldP spid="10" grpId="0"/>
          <p:bldP spid="32" grpId="0" animBg="1"/>
          <p:bldP spid="35" grpId="0" animBg="1"/>
          <p:bldP spid="37" grpId="0"/>
          <p:bldP spid="42" grpId="0" animBg="1"/>
          <p:bldP spid="44" grpId="0"/>
          <p:bldP spid="47" grpId="0" animBg="1"/>
          <p:bldP spid="50" grpId="0" animBg="1"/>
          <p:bldP spid="52" grpId="0"/>
          <p:bldP spid="53" grpId="0"/>
          <p:bldP spid="54" grpId="0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399006" y="-766323"/>
            <a:ext cx="1489988" cy="1427174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19726182">
            <a:off x="5307998" y="2987859"/>
            <a:ext cx="4906480" cy="2715918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205393" y="4930662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241742" y="-640432"/>
            <a:ext cx="3125438" cy="2676923"/>
          </a:xfrm>
          <a:prstGeom prst="rect">
            <a:avLst/>
          </a:prstGeom>
          <a:effectLst/>
        </p:spPr>
      </p:pic>
      <p:pic>
        <p:nvPicPr>
          <p:cNvPr id="30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E05A3212-F4B8-CD46-8109-B93330A90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 rot="12905414">
            <a:off x="2873657" y="4815285"/>
            <a:ext cx="1127514" cy="1079981"/>
          </a:xfrm>
          <a:prstGeom prst="rect">
            <a:avLst/>
          </a:prstGeom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3763065" y="-188308"/>
            <a:ext cx="393191" cy="376615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rot="8332136">
            <a:off x="1947314" y="-327480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F5431E-086D-E04E-993F-E198F6ED2135}"/>
              </a:ext>
            </a:extLst>
          </p:cNvPr>
          <p:cNvSpPr txBox="1"/>
          <p:nvPr/>
        </p:nvSpPr>
        <p:spPr>
          <a:xfrm>
            <a:off x="3668087" y="4345819"/>
            <a:ext cx="1755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عملیات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CDRلی</a:t>
            </a:r>
            <a:r>
              <a:rPr lang="fa-I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سپ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D46F36-9B8B-2C4D-994D-47B97DCF7B45}"/>
              </a:ext>
            </a:extLst>
          </p:cNvPr>
          <p:cNvCxnSpPr/>
          <p:nvPr/>
        </p:nvCxnSpPr>
        <p:spPr>
          <a:xfrm>
            <a:off x="1530024" y="767872"/>
            <a:ext cx="697762" cy="25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94C03-6413-594D-916E-B61A66957F4A}"/>
              </a:ext>
            </a:extLst>
          </p:cNvPr>
          <p:cNvCxnSpPr>
            <a:cxnSpLocks/>
          </p:cNvCxnSpPr>
          <p:nvPr/>
        </p:nvCxnSpPr>
        <p:spPr>
          <a:xfrm>
            <a:off x="1463577" y="1176281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20E2DC-CC67-334B-BD50-7F91ED762085}"/>
              </a:ext>
            </a:extLst>
          </p:cNvPr>
          <p:cNvCxnSpPr>
            <a:cxnSpLocks/>
          </p:cNvCxnSpPr>
          <p:nvPr/>
        </p:nvCxnSpPr>
        <p:spPr>
          <a:xfrm flipV="1">
            <a:off x="1529372" y="1331136"/>
            <a:ext cx="697762" cy="24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1C960D9-47B2-534C-AAA6-3268EB83257F}"/>
              </a:ext>
            </a:extLst>
          </p:cNvPr>
          <p:cNvSpPr/>
          <p:nvPr/>
        </p:nvSpPr>
        <p:spPr>
          <a:xfrm>
            <a:off x="2291308" y="959548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429476-DBAC-6442-8640-6F3EFA39B179}"/>
              </a:ext>
            </a:extLst>
          </p:cNvPr>
          <p:cNvCxnSpPr>
            <a:stCxn id="7" idx="0"/>
            <a:endCxn id="7" idx="2"/>
          </p:cNvCxnSpPr>
          <p:nvPr/>
        </p:nvCxnSpPr>
        <p:spPr>
          <a:xfrm>
            <a:off x="2939340" y="959548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85B22F-FFF1-074A-9BC0-446B17531A97}"/>
              </a:ext>
            </a:extLst>
          </p:cNvPr>
          <p:cNvSpPr txBox="1"/>
          <p:nvPr/>
        </p:nvSpPr>
        <p:spPr>
          <a:xfrm>
            <a:off x="2291308" y="154351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(</a:t>
            </a:r>
            <a:r>
              <a:rPr lang="en-US" sz="1100" dirty="0" err="1">
                <a:latin typeface="Lalezar" pitchFamily="2" charset="-78"/>
                <a:cs typeface="Lalezar" pitchFamily="2" charset="-78"/>
              </a:rPr>
              <a:t>cdr</a:t>
            </a:r>
            <a:r>
              <a:rPr lang="en-US" sz="1100" dirty="0">
                <a:latin typeface="Lalezar" pitchFamily="2" charset="-78"/>
                <a:cs typeface="Lalezar" pitchFamily="2" charset="-78"/>
              </a:rPr>
              <a:t> x 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68887F-6CB8-4B4A-909F-D0C244661E97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566005" y="1416265"/>
            <a:ext cx="14806" cy="12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77FE50-1429-7945-BDD5-707F8D1D7956}"/>
              </a:ext>
            </a:extLst>
          </p:cNvPr>
          <p:cNvCxnSpPr>
            <a:cxnSpLocks/>
          </p:cNvCxnSpPr>
          <p:nvPr/>
        </p:nvCxnSpPr>
        <p:spPr>
          <a:xfrm>
            <a:off x="3310665" y="1176281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EBE8754-D3FC-8940-9932-8E9DF4368CCB}"/>
              </a:ext>
            </a:extLst>
          </p:cNvPr>
          <p:cNvSpPr/>
          <p:nvPr/>
        </p:nvSpPr>
        <p:spPr>
          <a:xfrm>
            <a:off x="4081715" y="958735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931AA3-FF58-1644-8E26-6A996F17795F}"/>
              </a:ext>
            </a:extLst>
          </p:cNvPr>
          <p:cNvCxnSpPr>
            <a:stCxn id="32" idx="0"/>
            <a:endCxn id="32" idx="2"/>
          </p:cNvCxnSpPr>
          <p:nvPr/>
        </p:nvCxnSpPr>
        <p:spPr>
          <a:xfrm>
            <a:off x="4729747" y="958735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142B30-B565-F44E-838C-70879B710DE8}"/>
              </a:ext>
            </a:extLst>
          </p:cNvPr>
          <p:cNvCxnSpPr>
            <a:cxnSpLocks/>
          </p:cNvCxnSpPr>
          <p:nvPr/>
        </p:nvCxnSpPr>
        <p:spPr>
          <a:xfrm>
            <a:off x="5092384" y="1172393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B6D66BB-FB24-FA48-B3C5-D80F7C166CF3}"/>
              </a:ext>
            </a:extLst>
          </p:cNvPr>
          <p:cNvSpPr/>
          <p:nvPr/>
        </p:nvSpPr>
        <p:spPr>
          <a:xfrm>
            <a:off x="5863434" y="954847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8CB50B-BB87-774F-B220-980C65AD100F}"/>
              </a:ext>
            </a:extLst>
          </p:cNvPr>
          <p:cNvCxnSpPr>
            <a:stCxn id="35" idx="0"/>
            <a:endCxn id="35" idx="2"/>
          </p:cNvCxnSpPr>
          <p:nvPr/>
        </p:nvCxnSpPr>
        <p:spPr>
          <a:xfrm>
            <a:off x="6511466" y="954847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923A06-0C61-6043-A45F-FCAD5A934DF0}"/>
              </a:ext>
            </a:extLst>
          </p:cNvPr>
          <p:cNvSpPr txBox="1"/>
          <p:nvPr/>
        </p:nvSpPr>
        <p:spPr>
          <a:xfrm>
            <a:off x="3973118" y="1598701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(1) Input to (</a:t>
            </a:r>
            <a:r>
              <a:rPr lang="en-US" sz="1100" dirty="0" err="1">
                <a:latin typeface="Lalezar" pitchFamily="2" charset="-78"/>
                <a:cs typeface="Lalezar" pitchFamily="2" charset="-78"/>
              </a:rPr>
              <a:t>cdr</a:t>
            </a:r>
            <a:r>
              <a:rPr lang="en-US" sz="1100" dirty="0">
                <a:latin typeface="Lalezar" pitchFamily="2" charset="-78"/>
                <a:cs typeface="Lalezar" pitchFamily="2" charset="-78"/>
              </a:rPr>
              <a:t>  x)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27FAD1-DC4B-5F4C-8900-E1D3C499E841}"/>
              </a:ext>
            </a:extLst>
          </p:cNvPr>
          <p:cNvSpPr txBox="1"/>
          <p:nvPr/>
        </p:nvSpPr>
        <p:spPr>
          <a:xfrm>
            <a:off x="1188503" y="509259"/>
            <a:ext cx="30489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X</a:t>
            </a:r>
          </a:p>
          <a:p>
            <a:pPr>
              <a:lnSpc>
                <a:spcPct val="150000"/>
              </a:lnSpc>
            </a:pPr>
            <a:r>
              <a:rPr lang="en-US" dirty="0"/>
              <a:t>Y</a:t>
            </a:r>
          </a:p>
          <a:p>
            <a:pPr>
              <a:lnSpc>
                <a:spcPct val="150000"/>
              </a:lnSpc>
            </a:pPr>
            <a:r>
              <a:rPr lang="en-US" dirty="0"/>
              <a:t>Z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18EB12-1CAA-3E47-9183-CBD8BF05FE5B}"/>
              </a:ext>
            </a:extLst>
          </p:cNvPr>
          <p:cNvCxnSpPr/>
          <p:nvPr/>
        </p:nvCxnSpPr>
        <p:spPr>
          <a:xfrm>
            <a:off x="1544671" y="2314268"/>
            <a:ext cx="697762" cy="25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D6CEBAF-4FC6-8A4B-8115-1389FF412797}"/>
              </a:ext>
            </a:extLst>
          </p:cNvPr>
          <p:cNvCxnSpPr>
            <a:cxnSpLocks/>
          </p:cNvCxnSpPr>
          <p:nvPr/>
        </p:nvCxnSpPr>
        <p:spPr>
          <a:xfrm>
            <a:off x="1478224" y="2722677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C7E67B-F45F-9648-9168-DFED93D5FE84}"/>
              </a:ext>
            </a:extLst>
          </p:cNvPr>
          <p:cNvCxnSpPr>
            <a:cxnSpLocks/>
          </p:cNvCxnSpPr>
          <p:nvPr/>
        </p:nvCxnSpPr>
        <p:spPr>
          <a:xfrm flipV="1">
            <a:off x="1544019" y="2877532"/>
            <a:ext cx="697762" cy="24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D9D3D61-C256-A848-B9E7-27CFACEE91F4}"/>
              </a:ext>
            </a:extLst>
          </p:cNvPr>
          <p:cNvSpPr/>
          <p:nvPr/>
        </p:nvSpPr>
        <p:spPr>
          <a:xfrm>
            <a:off x="2305955" y="2505944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48D468-7B41-4E4A-9BF2-6E003478DC1B}"/>
              </a:ext>
            </a:extLst>
          </p:cNvPr>
          <p:cNvCxnSpPr>
            <a:stCxn id="42" idx="0"/>
            <a:endCxn id="42" idx="2"/>
          </p:cNvCxnSpPr>
          <p:nvPr/>
        </p:nvCxnSpPr>
        <p:spPr>
          <a:xfrm>
            <a:off x="2953987" y="2505944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ED5DA85-2E67-5645-B5A2-6A23DB234F1A}"/>
              </a:ext>
            </a:extLst>
          </p:cNvPr>
          <p:cNvSpPr txBox="1"/>
          <p:nvPr/>
        </p:nvSpPr>
        <p:spPr>
          <a:xfrm>
            <a:off x="2305955" y="3089913"/>
            <a:ext cx="1152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Should be freed?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5DB0CE-A062-D042-AEFA-1F6E0BC45341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2580659" y="2962661"/>
            <a:ext cx="301736" cy="12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3985CC7-E64E-0C49-AFC7-10A573BF1467}"/>
              </a:ext>
            </a:extLst>
          </p:cNvPr>
          <p:cNvCxnSpPr>
            <a:cxnSpLocks/>
          </p:cNvCxnSpPr>
          <p:nvPr/>
        </p:nvCxnSpPr>
        <p:spPr>
          <a:xfrm>
            <a:off x="3325312" y="2722677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91DF4A9-899F-D540-ABAD-3F0AD29F0EC0}"/>
              </a:ext>
            </a:extLst>
          </p:cNvPr>
          <p:cNvSpPr/>
          <p:nvPr/>
        </p:nvSpPr>
        <p:spPr>
          <a:xfrm>
            <a:off x="4096362" y="2505131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7A3511E-A296-7644-A640-5C6239AF0EEC}"/>
              </a:ext>
            </a:extLst>
          </p:cNvPr>
          <p:cNvCxnSpPr>
            <a:stCxn id="47" idx="0"/>
            <a:endCxn id="47" idx="2"/>
          </p:cNvCxnSpPr>
          <p:nvPr/>
        </p:nvCxnSpPr>
        <p:spPr>
          <a:xfrm>
            <a:off x="4744394" y="2505131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D871FCF-E48D-0540-AF14-FDF1BD4A9787}"/>
              </a:ext>
            </a:extLst>
          </p:cNvPr>
          <p:cNvCxnSpPr>
            <a:cxnSpLocks/>
          </p:cNvCxnSpPr>
          <p:nvPr/>
        </p:nvCxnSpPr>
        <p:spPr>
          <a:xfrm>
            <a:off x="5107031" y="2718789"/>
            <a:ext cx="763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6D6FD43-E6C8-8F4A-ACCA-20C1DF90C3C3}"/>
              </a:ext>
            </a:extLst>
          </p:cNvPr>
          <p:cNvSpPr/>
          <p:nvPr/>
        </p:nvSpPr>
        <p:spPr>
          <a:xfrm>
            <a:off x="5878081" y="2501243"/>
            <a:ext cx="1296063" cy="433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AA6E300-18BE-9A44-A8D8-394176DE762F}"/>
              </a:ext>
            </a:extLst>
          </p:cNvPr>
          <p:cNvCxnSpPr>
            <a:stCxn id="50" idx="0"/>
            <a:endCxn id="50" idx="2"/>
          </p:cNvCxnSpPr>
          <p:nvPr/>
        </p:nvCxnSpPr>
        <p:spPr>
          <a:xfrm>
            <a:off x="6526113" y="2501243"/>
            <a:ext cx="0" cy="433466"/>
          </a:xfrm>
          <a:prstGeom prst="line">
            <a:avLst/>
          </a:prstGeom>
          <a:ln>
            <a:solidFill>
              <a:srgbClr val="9186AD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D43098F-BC16-E140-9F97-8E47C156774B}"/>
              </a:ext>
            </a:extLst>
          </p:cNvPr>
          <p:cNvSpPr txBox="1"/>
          <p:nvPr/>
        </p:nvSpPr>
        <p:spPr>
          <a:xfrm>
            <a:off x="3987765" y="3145097"/>
            <a:ext cx="12602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alezar" pitchFamily="2" charset="-78"/>
                <a:cs typeface="Lalezar" pitchFamily="2" charset="-78"/>
              </a:rPr>
              <a:t>(2) result of (</a:t>
            </a:r>
            <a:r>
              <a:rPr lang="en-US" sz="1100" dirty="0" err="1">
                <a:latin typeface="Lalezar" pitchFamily="2" charset="-78"/>
                <a:cs typeface="Lalezar" pitchFamily="2" charset="-78"/>
              </a:rPr>
              <a:t>cdr</a:t>
            </a:r>
            <a:r>
              <a:rPr lang="en-US" sz="1100" dirty="0">
                <a:latin typeface="Lalezar" pitchFamily="2" charset="-78"/>
                <a:cs typeface="Lalezar" pitchFamily="2" charset="-78"/>
              </a:rPr>
              <a:t>  x)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B165CE-942F-E44B-AD38-78C046121E93}"/>
              </a:ext>
            </a:extLst>
          </p:cNvPr>
          <p:cNvSpPr txBox="1"/>
          <p:nvPr/>
        </p:nvSpPr>
        <p:spPr>
          <a:xfrm>
            <a:off x="1203150" y="2055655"/>
            <a:ext cx="30489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X</a:t>
            </a:r>
          </a:p>
          <a:p>
            <a:pPr>
              <a:lnSpc>
                <a:spcPct val="150000"/>
              </a:lnSpc>
            </a:pPr>
            <a:r>
              <a:rPr lang="en-US" dirty="0"/>
              <a:t>Y</a:t>
            </a:r>
          </a:p>
          <a:p>
            <a:pPr>
              <a:lnSpc>
                <a:spcPct val="150000"/>
              </a:lnSpc>
            </a:pPr>
            <a:r>
              <a:rPr lang="en-US" dirty="0"/>
              <a:t>Z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DD3FD81-DB08-4E47-BA8A-930363E9E1DD}"/>
              </a:ext>
            </a:extLst>
          </p:cNvPr>
          <p:cNvCxnSpPr>
            <a:cxnSpLocks/>
          </p:cNvCxnSpPr>
          <p:nvPr/>
        </p:nvCxnSpPr>
        <p:spPr>
          <a:xfrm flipV="1">
            <a:off x="4444651" y="2962661"/>
            <a:ext cx="0" cy="18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B217FE6-EBB3-9849-BC0C-BB394C2D18D4}"/>
              </a:ext>
            </a:extLst>
          </p:cNvPr>
          <p:cNvSpPr txBox="1"/>
          <p:nvPr/>
        </p:nvSpPr>
        <p:spPr>
          <a:xfrm>
            <a:off x="2299962" y="987169"/>
            <a:ext cx="643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dirty="0" err="1"/>
              <a:t>K</a:t>
            </a:r>
            <a:r>
              <a:rPr lang="en-US" dirty="0"/>
              <a:t> = 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E10CC2-2426-1249-89A0-A8AB8F7DD9E1}"/>
              </a:ext>
            </a:extLst>
          </p:cNvPr>
          <p:cNvSpPr txBox="1"/>
          <p:nvPr/>
        </p:nvSpPr>
        <p:spPr>
          <a:xfrm>
            <a:off x="4244206" y="989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E5E919-9E12-AF45-8351-6DDC75524592}"/>
              </a:ext>
            </a:extLst>
          </p:cNvPr>
          <p:cNvSpPr txBox="1"/>
          <p:nvPr/>
        </p:nvSpPr>
        <p:spPr>
          <a:xfrm>
            <a:off x="6018575" y="9869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3DA549-4951-8B47-9E37-B06CC7BEB658}"/>
              </a:ext>
            </a:extLst>
          </p:cNvPr>
          <p:cNvSpPr txBox="1"/>
          <p:nvPr/>
        </p:nvSpPr>
        <p:spPr>
          <a:xfrm>
            <a:off x="2271353" y="2568711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 -1 =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03E0FA-1E2D-184F-ADA8-CB4438EBC0BB}"/>
              </a:ext>
            </a:extLst>
          </p:cNvPr>
          <p:cNvSpPr txBox="1"/>
          <p:nvPr/>
        </p:nvSpPr>
        <p:spPr>
          <a:xfrm>
            <a:off x="4267107" y="2556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5AC0D6-6F47-D545-80FC-CA82ECA96BA0}"/>
              </a:ext>
            </a:extLst>
          </p:cNvPr>
          <p:cNvSpPr txBox="1"/>
          <p:nvPr/>
        </p:nvSpPr>
        <p:spPr>
          <a:xfrm>
            <a:off x="6035730" y="25333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EBAC82-5E72-3745-A84F-222483168947}"/>
              </a:ext>
            </a:extLst>
          </p:cNvPr>
          <p:cNvSpPr txBox="1"/>
          <p:nvPr/>
        </p:nvSpPr>
        <p:spPr>
          <a:xfrm>
            <a:off x="3560466" y="3939041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err="1">
                <a:latin typeface="Lalezar" pitchFamily="2" charset="-78"/>
                <a:cs typeface="Lalezar" pitchFamily="2" charset="-78"/>
              </a:rPr>
              <a:t>ب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) مدل شمارش ارجاع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38032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4.81481E-6 L 0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1.1111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3 L 0.01336 0.0305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07407E-6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0.00124 L 0.00851 -0.0324 " pathEditMode="relative" rAng="0" ptsTypes="AA" p14:bounceEnd="5091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7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6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9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12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7" grpId="0" animBg="1"/>
          <p:bldP spid="10" grpId="0"/>
          <p:bldP spid="32" grpId="0" animBg="1"/>
          <p:bldP spid="35" grpId="0" animBg="1"/>
          <p:bldP spid="37" grpId="0"/>
          <p:bldP spid="42" grpId="0" animBg="1"/>
          <p:bldP spid="44" grpId="0"/>
          <p:bldP spid="47" grpId="0" animBg="1"/>
          <p:bldP spid="50" grpId="0" animBg="1"/>
          <p:bldP spid="52" grpId="0"/>
          <p:bldP spid="53" grpId="0"/>
          <p:bldP spid="55" grpId="0"/>
          <p:bldP spid="57" grpId="0"/>
          <p:bldP spid="58" grpId="0"/>
          <p:bldP spid="59" grpId="0"/>
          <p:bldP spid="60" grpId="0"/>
          <p:bldP spid="6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4.81481E-6 L 0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1.1111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16667E-6 0.00123 L 0.01336 0.0305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07407E-6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5.55556E-7 0.00124 L 0.00851 -0.0324 " pathEditMode="relative" rAng="0" ptsTypes="AA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7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6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09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9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12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7" grpId="0" animBg="1"/>
          <p:bldP spid="10" grpId="0"/>
          <p:bldP spid="32" grpId="0" animBg="1"/>
          <p:bldP spid="35" grpId="0" animBg="1"/>
          <p:bldP spid="37" grpId="0"/>
          <p:bldP spid="42" grpId="0" animBg="1"/>
          <p:bldP spid="44" grpId="0"/>
          <p:bldP spid="47" grpId="0" animBg="1"/>
          <p:bldP spid="50" grpId="0" animBg="1"/>
          <p:bldP spid="52" grpId="0"/>
          <p:bldP spid="53" grpId="0"/>
          <p:bldP spid="55" grpId="0"/>
          <p:bldP spid="57" grpId="0"/>
          <p:bldP spid="58" grpId="0"/>
          <p:bldP spid="59" grpId="0"/>
          <p:bldP spid="60" grpId="0"/>
          <p:bldP spid="61" grpId="0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7520126" y="-538223"/>
            <a:ext cx="1489988" cy="1427174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21271954">
            <a:off x="5105971" y="2799316"/>
            <a:ext cx="4906480" cy="2715918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513528" y="4728944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349133" y="-1163097"/>
            <a:ext cx="3125438" cy="2676923"/>
          </a:xfrm>
          <a:prstGeom prst="rect">
            <a:avLst/>
          </a:prstGeom>
          <a:effectLst/>
        </p:spPr>
      </p:pic>
      <p:pic>
        <p:nvPicPr>
          <p:cNvPr id="30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E05A3212-F4B8-CD46-8109-B93330A90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 rot="12905414">
            <a:off x="2381708" y="4856070"/>
            <a:ext cx="1127514" cy="1079981"/>
          </a:xfrm>
          <a:prstGeom prst="rect">
            <a:avLst/>
          </a:prstGeom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3763065" y="-188308"/>
            <a:ext cx="393191" cy="376615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rot="8332136">
            <a:off x="297843" y="-303388"/>
            <a:ext cx="801545" cy="799242"/>
          </a:xfrm>
          <a:prstGeom prst="rect">
            <a:avLst/>
          </a:prstGeom>
        </p:spPr>
      </p:pic>
      <p:pic>
        <p:nvPicPr>
          <p:cNvPr id="16" name="Imagen 37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A56B7BB9-1913-8E4A-B2BD-61FE27273DE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20144325">
            <a:off x="-337592" y="1245995"/>
            <a:ext cx="1528693" cy="680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6754B9-7D9A-FF49-AE01-AC73AC185C93}"/>
              </a:ext>
            </a:extLst>
          </p:cNvPr>
          <p:cNvSpPr txBox="1"/>
          <p:nvPr/>
        </p:nvSpPr>
        <p:spPr>
          <a:xfrm>
            <a:off x="3578208" y="698832"/>
            <a:ext cx="21499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800" dirty="0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زباله </a:t>
            </a:r>
            <a:r>
              <a:rPr lang="ar-SA" sz="4800" dirty="0" err="1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روبی</a:t>
            </a:r>
            <a:endParaRPr lang="en-US" sz="4800" dirty="0"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  <a:p>
            <a:endParaRPr lang="en-US" sz="4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2B66F-DE15-694D-8BF7-C723A643E2E1}"/>
              </a:ext>
            </a:extLst>
          </p:cNvPr>
          <p:cNvSpPr txBox="1"/>
          <p:nvPr/>
        </p:nvSpPr>
        <p:spPr>
          <a:xfrm>
            <a:off x="740043" y="1425801"/>
            <a:ext cx="7757629" cy="1759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ar-SA" sz="1800" dirty="0"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 </a:t>
            </a:r>
            <a:endParaRPr lang="en-US" sz="1800" dirty="0"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زباله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روبی</a:t>
            </a:r>
            <a:r>
              <a:rPr lang="en-US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(Garbage Collection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یا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به اختصار</a:t>
            </a:r>
            <a:r>
              <a:rPr lang="en-US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GC)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اصطلاحی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در حوزه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مدیریت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و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بازیابی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خودکار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حافظه (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مموری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) است و به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فرایندی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اشاره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می‌کند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که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طی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آن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فضای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اشغال شده توسط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اشیائی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که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مورد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نیاز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برنامه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نیستند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به صورت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خودکار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آزاد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می‌شود</a:t>
            </a:r>
            <a:endParaRPr lang="en-US" sz="1800" dirty="0"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  <a:p>
            <a:pPr algn="ctr"/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70CFE-7783-DC45-A1FA-E8B8112C9809}"/>
              </a:ext>
            </a:extLst>
          </p:cNvPr>
          <p:cNvSpPr txBox="1"/>
          <p:nvPr/>
        </p:nvSpPr>
        <p:spPr>
          <a:xfrm>
            <a:off x="1797167" y="2971710"/>
            <a:ext cx="5830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b="0" i="0" dirty="0">
                <a:solidFill>
                  <a:srgbClr val="3F3F46"/>
                </a:solidFill>
                <a:effectLst/>
                <a:latin typeface="Lalezar" pitchFamily="2" charset="-78"/>
                <a:cs typeface="Lalezar" pitchFamily="2" charset="-78"/>
              </a:rPr>
              <a:t>وظیفه انجام این کار بر عهده عاملی موسوم به زباله روب یا جمع آوری کننده زباله (</a:t>
            </a:r>
            <a:r>
              <a:rPr lang="en-US" b="0" i="0" dirty="0">
                <a:solidFill>
                  <a:srgbClr val="3F3F46"/>
                </a:solidFill>
                <a:effectLst/>
                <a:latin typeface="Lalezar" pitchFamily="2" charset="-78"/>
                <a:cs typeface="Lalezar" pitchFamily="2" charset="-78"/>
              </a:rPr>
              <a:t> (Garbage Collector</a:t>
            </a:r>
            <a:r>
              <a:rPr lang="fa-IR" b="0" i="0" dirty="0">
                <a:solidFill>
                  <a:srgbClr val="3F3F46"/>
                </a:solidFill>
                <a:effectLst/>
                <a:latin typeface="Lalezar" pitchFamily="2" charset="-78"/>
                <a:cs typeface="Lalezar" pitchFamily="2" charset="-78"/>
              </a:rPr>
              <a:t>است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0489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-6.17284E-7 L 5.55556E-7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1.48148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5E-6 0.00124 L 0.01337 0.0305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3.45679E-6 L 0.07136 0.00061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0.00124 L 0.00851 -0.03241 " pathEditMode="relative" rAng="0" ptsTypes="AA" p14:bounceEnd="5091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4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39 L 2.22222E-6 0.03951 " pathEditMode="relative" rAng="0" ptsTypes="AA">
                                          <p:cBhvr>
                                            <p:cTn id="26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-6.17284E-7 L 5.55556E-7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1.48148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5E-6 0.00124 L 0.01337 0.0305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3.45679E-6 L 0.07136 0.00061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88889E-6 0.00124 L 0.00851 -0.03241 " pathEditMode="relative" rAng="0" ptsTypes="AA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4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39 L 2.22222E-6 0.03951 " pathEditMode="relative" rAng="0" ptsTypes="AA">
                                          <p:cBhvr>
                                            <p:cTn id="26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7752678" y="-553719"/>
            <a:ext cx="1489988" cy="1427174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21271954">
            <a:off x="5091373" y="2813868"/>
            <a:ext cx="4906480" cy="2715918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359442">
            <a:off x="-315281" y="4750932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935489" y="-618278"/>
            <a:ext cx="3125438" cy="2676923"/>
          </a:xfrm>
          <a:prstGeom prst="rect">
            <a:avLst/>
          </a:prstGeom>
          <a:effectLst/>
        </p:spPr>
      </p:pic>
      <p:pic>
        <p:nvPicPr>
          <p:cNvPr id="30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E05A3212-F4B8-CD46-8109-B93330A90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 rot="12905414">
            <a:off x="5512753" y="4803076"/>
            <a:ext cx="1127514" cy="1079981"/>
          </a:xfrm>
          <a:prstGeom prst="rect">
            <a:avLst/>
          </a:prstGeom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3763065" y="-188308"/>
            <a:ext cx="393191" cy="376615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rot="8332136">
            <a:off x="884229" y="-303037"/>
            <a:ext cx="801545" cy="799242"/>
          </a:xfrm>
          <a:prstGeom prst="rect">
            <a:avLst/>
          </a:prstGeom>
        </p:spPr>
      </p:pic>
      <p:pic>
        <p:nvPicPr>
          <p:cNvPr id="16" name="Imagen 37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A56B7BB9-1913-8E4A-B2BD-61FE27273DE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20144325">
            <a:off x="-310583" y="3500039"/>
            <a:ext cx="1528693" cy="680216"/>
          </a:xfrm>
          <a:prstGeom prst="rect">
            <a:avLst/>
          </a:prstGeom>
        </p:spPr>
      </p:pic>
      <p:pic>
        <p:nvPicPr>
          <p:cNvPr id="19" name="Imagen 37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D236D6F4-2025-624B-ACF6-9F1110288D1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19630240">
            <a:off x="-519718" y="3196004"/>
            <a:ext cx="1528693" cy="68021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30F29B-56F2-0946-BB82-4B09125C3B87}"/>
              </a:ext>
            </a:extLst>
          </p:cNvPr>
          <p:cNvSpPr/>
          <p:nvPr/>
        </p:nvSpPr>
        <p:spPr>
          <a:xfrm>
            <a:off x="6124390" y="778455"/>
            <a:ext cx="1223158" cy="320164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9C1C27-2487-894B-926B-F00D2F5221EE}"/>
              </a:ext>
            </a:extLst>
          </p:cNvPr>
          <p:cNvSpPr/>
          <p:nvPr/>
        </p:nvSpPr>
        <p:spPr>
          <a:xfrm>
            <a:off x="6193161" y="851785"/>
            <a:ext cx="1072238" cy="1990834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A919C4-E928-C447-8E4C-89E0EAEE3034}"/>
              </a:ext>
            </a:extLst>
          </p:cNvPr>
          <p:cNvSpPr/>
          <p:nvPr/>
        </p:nvSpPr>
        <p:spPr>
          <a:xfrm>
            <a:off x="6212047" y="2949307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D14576-234E-F14B-AD48-5F59DB6B5219}"/>
              </a:ext>
            </a:extLst>
          </p:cNvPr>
          <p:cNvSpPr/>
          <p:nvPr/>
        </p:nvSpPr>
        <p:spPr>
          <a:xfrm>
            <a:off x="6221947" y="3267957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8956A4E-EEB6-D041-BA65-41E83BAA5B79}"/>
              </a:ext>
            </a:extLst>
          </p:cNvPr>
          <p:cNvSpPr/>
          <p:nvPr/>
        </p:nvSpPr>
        <p:spPr>
          <a:xfrm>
            <a:off x="6219969" y="3586608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BFC85B6-54C3-3448-B82F-CA882571FB2C}"/>
              </a:ext>
            </a:extLst>
          </p:cNvPr>
          <p:cNvSpPr/>
          <p:nvPr/>
        </p:nvSpPr>
        <p:spPr>
          <a:xfrm>
            <a:off x="4771185" y="778455"/>
            <a:ext cx="1223158" cy="320164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5E911D8-14A0-E945-9C2E-F36C1E727499}"/>
              </a:ext>
            </a:extLst>
          </p:cNvPr>
          <p:cNvSpPr/>
          <p:nvPr/>
        </p:nvSpPr>
        <p:spPr>
          <a:xfrm>
            <a:off x="4839956" y="851785"/>
            <a:ext cx="1072238" cy="737085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124C761-053E-2843-9502-11DFC38EDAFF}"/>
              </a:ext>
            </a:extLst>
          </p:cNvPr>
          <p:cNvSpPr/>
          <p:nvPr/>
        </p:nvSpPr>
        <p:spPr>
          <a:xfrm>
            <a:off x="4855824" y="1649600"/>
            <a:ext cx="1040501" cy="3132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2575065-8EE7-6C47-86F2-031B02F8E984}"/>
              </a:ext>
            </a:extLst>
          </p:cNvPr>
          <p:cNvSpPr/>
          <p:nvPr/>
        </p:nvSpPr>
        <p:spPr>
          <a:xfrm>
            <a:off x="4855824" y="2018281"/>
            <a:ext cx="1040501" cy="254820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69CDB3C-F4F9-BF46-AA46-127237DD1233}"/>
              </a:ext>
            </a:extLst>
          </p:cNvPr>
          <p:cNvSpPr/>
          <p:nvPr/>
        </p:nvSpPr>
        <p:spPr>
          <a:xfrm>
            <a:off x="4855823" y="2343944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5AEB087-7978-6048-A49F-8091F961CF03}"/>
              </a:ext>
            </a:extLst>
          </p:cNvPr>
          <p:cNvSpPr/>
          <p:nvPr/>
        </p:nvSpPr>
        <p:spPr>
          <a:xfrm>
            <a:off x="4848854" y="2667241"/>
            <a:ext cx="1072238" cy="379657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4785418-7843-6A44-9D23-44117EFB28AC}"/>
              </a:ext>
            </a:extLst>
          </p:cNvPr>
          <p:cNvSpPr/>
          <p:nvPr/>
        </p:nvSpPr>
        <p:spPr>
          <a:xfrm>
            <a:off x="4855823" y="3103497"/>
            <a:ext cx="1072238" cy="453731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2E557F1-8A58-B040-9549-831A99D0F460}"/>
              </a:ext>
            </a:extLst>
          </p:cNvPr>
          <p:cNvSpPr/>
          <p:nvPr/>
        </p:nvSpPr>
        <p:spPr>
          <a:xfrm>
            <a:off x="4875685" y="3611892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52795E-4C35-754A-B832-FFE858C9197D}"/>
              </a:ext>
            </a:extLst>
          </p:cNvPr>
          <p:cNvSpPr/>
          <p:nvPr/>
        </p:nvSpPr>
        <p:spPr>
          <a:xfrm>
            <a:off x="3427297" y="764604"/>
            <a:ext cx="1223158" cy="320164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3C564F8-7A8D-A842-AAD6-8E19F5880867}"/>
              </a:ext>
            </a:extLst>
          </p:cNvPr>
          <p:cNvSpPr/>
          <p:nvPr/>
        </p:nvSpPr>
        <p:spPr>
          <a:xfrm>
            <a:off x="3496068" y="837934"/>
            <a:ext cx="1072238" cy="737085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B775C09-D512-E040-8BD3-FFB492703D98}"/>
              </a:ext>
            </a:extLst>
          </p:cNvPr>
          <p:cNvSpPr/>
          <p:nvPr/>
        </p:nvSpPr>
        <p:spPr>
          <a:xfrm>
            <a:off x="3511936" y="1635749"/>
            <a:ext cx="1040501" cy="3132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F580652-3FB6-2442-B50E-544545E323E5}"/>
              </a:ext>
            </a:extLst>
          </p:cNvPr>
          <p:cNvSpPr/>
          <p:nvPr/>
        </p:nvSpPr>
        <p:spPr>
          <a:xfrm>
            <a:off x="3511936" y="2004430"/>
            <a:ext cx="1040501" cy="2548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CEDC552-ACE4-654F-93FA-98D590F98B71}"/>
              </a:ext>
            </a:extLst>
          </p:cNvPr>
          <p:cNvSpPr/>
          <p:nvPr/>
        </p:nvSpPr>
        <p:spPr>
          <a:xfrm>
            <a:off x="3511935" y="2330093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DD7FD69-6259-C54E-9D8A-5E7BA1C487C4}"/>
              </a:ext>
            </a:extLst>
          </p:cNvPr>
          <p:cNvSpPr/>
          <p:nvPr/>
        </p:nvSpPr>
        <p:spPr>
          <a:xfrm>
            <a:off x="3504966" y="2653390"/>
            <a:ext cx="1072238" cy="37965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0930ED7-EA78-364A-AC8C-B776B9CA4620}"/>
              </a:ext>
            </a:extLst>
          </p:cNvPr>
          <p:cNvSpPr/>
          <p:nvPr/>
        </p:nvSpPr>
        <p:spPr>
          <a:xfrm>
            <a:off x="3511935" y="3089646"/>
            <a:ext cx="1072238" cy="4537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D227B91-AE4F-4741-82D6-71722638CE2A}"/>
              </a:ext>
            </a:extLst>
          </p:cNvPr>
          <p:cNvSpPr/>
          <p:nvPr/>
        </p:nvSpPr>
        <p:spPr>
          <a:xfrm>
            <a:off x="3531797" y="3598041"/>
            <a:ext cx="1040501" cy="2548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231B15E-8B3C-D14B-B8F4-ACB84C09C461}"/>
              </a:ext>
            </a:extLst>
          </p:cNvPr>
          <p:cNvSpPr/>
          <p:nvPr/>
        </p:nvSpPr>
        <p:spPr>
          <a:xfrm>
            <a:off x="2102930" y="740946"/>
            <a:ext cx="1223158" cy="320164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F2C03CE-4A55-1B4F-B1D6-2771A4598EAA}"/>
              </a:ext>
            </a:extLst>
          </p:cNvPr>
          <p:cNvSpPr/>
          <p:nvPr/>
        </p:nvSpPr>
        <p:spPr>
          <a:xfrm>
            <a:off x="2171701" y="814276"/>
            <a:ext cx="1072238" cy="737085"/>
          </a:xfrm>
          <a:prstGeom prst="roundRect">
            <a:avLst/>
          </a:prstGeom>
          <a:solidFill>
            <a:srgbClr val="998C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39A8239-2FB4-8640-9D85-C64CD27BC8B1}"/>
              </a:ext>
            </a:extLst>
          </p:cNvPr>
          <p:cNvSpPr/>
          <p:nvPr/>
        </p:nvSpPr>
        <p:spPr>
          <a:xfrm>
            <a:off x="2187569" y="1600216"/>
            <a:ext cx="1040501" cy="3097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104192F-2A71-CA4D-AAC3-CDC165132E53}"/>
              </a:ext>
            </a:extLst>
          </p:cNvPr>
          <p:cNvSpPr/>
          <p:nvPr/>
        </p:nvSpPr>
        <p:spPr>
          <a:xfrm>
            <a:off x="2187568" y="1982589"/>
            <a:ext cx="1040501" cy="3097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3D6080C-FEB1-7D46-9A2F-B894294F18E6}"/>
              </a:ext>
            </a:extLst>
          </p:cNvPr>
          <p:cNvSpPr/>
          <p:nvPr/>
        </p:nvSpPr>
        <p:spPr>
          <a:xfrm>
            <a:off x="2194258" y="2357527"/>
            <a:ext cx="1040501" cy="3097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7DCAF3F-AA52-5044-A86F-B7F4902AA3E8}"/>
              </a:ext>
            </a:extLst>
          </p:cNvPr>
          <p:cNvSpPr/>
          <p:nvPr/>
        </p:nvSpPr>
        <p:spPr>
          <a:xfrm>
            <a:off x="2194258" y="2737900"/>
            <a:ext cx="1040501" cy="3097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66A7A4A-1821-D44B-8D9E-251AA56E01CD}"/>
              </a:ext>
            </a:extLst>
          </p:cNvPr>
          <p:cNvSpPr/>
          <p:nvPr/>
        </p:nvSpPr>
        <p:spPr>
          <a:xfrm>
            <a:off x="2194258" y="3133502"/>
            <a:ext cx="1040501" cy="3097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B5F5EE-035C-9C4A-8D3C-77E4BF4E88A3}"/>
              </a:ext>
            </a:extLst>
          </p:cNvPr>
          <p:cNvSpPr/>
          <p:nvPr/>
        </p:nvSpPr>
        <p:spPr>
          <a:xfrm>
            <a:off x="2199217" y="3511914"/>
            <a:ext cx="1040501" cy="30971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5C39EB81-9D18-AA44-ABC9-ACA5ADDBC524}"/>
              </a:ext>
            </a:extLst>
          </p:cNvPr>
          <p:cNvSpPr/>
          <p:nvPr/>
        </p:nvSpPr>
        <p:spPr>
          <a:xfrm rot="5400000">
            <a:off x="6704943" y="3946086"/>
            <a:ext cx="190937" cy="66677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8495295-3139-F046-859F-1D2C01A6903A}"/>
              </a:ext>
            </a:extLst>
          </p:cNvPr>
          <p:cNvSpPr/>
          <p:nvPr/>
        </p:nvSpPr>
        <p:spPr>
          <a:xfrm rot="5400000">
            <a:off x="5283478" y="3945853"/>
            <a:ext cx="190937" cy="666773"/>
          </a:xfrm>
          <a:prstGeom prst="roundRect">
            <a:avLst/>
          </a:prstGeom>
          <a:solidFill>
            <a:srgbClr val="998CD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CEF47BA-A745-BE46-BF4E-C6D1EEA7EA34}"/>
              </a:ext>
            </a:extLst>
          </p:cNvPr>
          <p:cNvSpPr/>
          <p:nvPr/>
        </p:nvSpPr>
        <p:spPr>
          <a:xfrm rot="5400000">
            <a:off x="3918210" y="3944386"/>
            <a:ext cx="190937" cy="666773"/>
          </a:xfrm>
          <a:prstGeom prst="roundRect">
            <a:avLst/>
          </a:prstGeom>
          <a:solidFill>
            <a:srgbClr val="D9C4E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626959D-D5F9-CE4D-A8F3-963A1509997C}"/>
              </a:ext>
            </a:extLst>
          </p:cNvPr>
          <p:cNvSpPr/>
          <p:nvPr/>
        </p:nvSpPr>
        <p:spPr>
          <a:xfrm rot="5400000">
            <a:off x="2546688" y="3928559"/>
            <a:ext cx="190937" cy="66677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32B17-51A8-5647-8E7C-855B11E7BB48}"/>
              </a:ext>
            </a:extLst>
          </p:cNvPr>
          <p:cNvSpPr txBox="1"/>
          <p:nvPr/>
        </p:nvSpPr>
        <p:spPr>
          <a:xfrm>
            <a:off x="6437170" y="440366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err="1">
                <a:latin typeface="Lalezar" pitchFamily="2" charset="-78"/>
                <a:cs typeface="Lalezar" pitchFamily="2" charset="-78"/>
              </a:rPr>
              <a:t>مموری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86F1B-6687-9A40-8620-286A13E70816}"/>
              </a:ext>
            </a:extLst>
          </p:cNvPr>
          <p:cNvSpPr txBox="1"/>
          <p:nvPr/>
        </p:nvSpPr>
        <p:spPr>
          <a:xfrm>
            <a:off x="4875685" y="4454639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alezar" pitchFamily="2" charset="-78"/>
                <a:cs typeface="Lalezar" pitchFamily="2" charset="-78"/>
              </a:rPr>
              <a:t>ف</a:t>
            </a:r>
            <a:r>
              <a:rPr lang="fa-IR" dirty="0" err="1">
                <a:latin typeface="Lalezar" pitchFamily="2" charset="-78"/>
                <a:cs typeface="Lalezar" pitchFamily="2" charset="-78"/>
              </a:rPr>
              <a:t>ضای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 آزاد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C8B89-21F5-1A42-8A56-C3D2E385C4B9}"/>
              </a:ext>
            </a:extLst>
          </p:cNvPr>
          <p:cNvSpPr txBox="1"/>
          <p:nvPr/>
        </p:nvSpPr>
        <p:spPr>
          <a:xfrm>
            <a:off x="3326088" y="4398613"/>
            <a:ext cx="136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400" dirty="0">
                <a:latin typeface="Lalezar" pitchFamily="2" charset="-78"/>
                <a:cs typeface="Lalezar" pitchFamily="2" charset="-78"/>
              </a:rPr>
              <a:t>اشیای قابل دسترسی در برنامه</a:t>
            </a:r>
            <a:endParaRPr lang="en-US" sz="14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21BF8A-C8EA-3441-8AF2-5D45F293228F}"/>
              </a:ext>
            </a:extLst>
          </p:cNvPr>
          <p:cNvSpPr txBox="1"/>
          <p:nvPr/>
        </p:nvSpPr>
        <p:spPr>
          <a:xfrm>
            <a:off x="1828522" y="4399759"/>
            <a:ext cx="1614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400" dirty="0">
                <a:latin typeface="Lalezar" pitchFamily="2" charset="-78"/>
                <a:cs typeface="Lalezar" pitchFamily="2" charset="-78"/>
              </a:rPr>
              <a:t>اشیای علامت گذاری شده به عنوان زباله</a:t>
            </a:r>
            <a:endParaRPr lang="en-US" sz="14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44663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4.19753E-6 L -2.77778E-7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2.8395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 0.00124 L 0.01337 0.0305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1.11111E-6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61111E-6 0.00124 L 0.0085 -0.0324 " pathEditMode="relative" rAng="0" ptsTypes="AA" p14:bounceEnd="5091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4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39 L 8.33333E-7 0.03951 " pathEditMode="relative" rAng="0" ptsTypes="AA">
                                          <p:cBhvr>
                                            <p:cTn id="26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8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4 L 3.88889E-6 0.0395 " pathEditMode="relative" rAng="0" ptsTypes="AA">
                                          <p:cBhvr>
                                            <p:cTn id="30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2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42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grpId="1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2" presetClass="entr" presetSubtype="4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22" presetClass="entr" presetSubtype="4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22" presetClass="entr" presetSubtype="4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4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2" presetClass="entr" presetSubtype="4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22" presetClass="entr" presetSubtype="4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1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42" presetClass="entr" presetSubtype="0" fill="hold" grpId="0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5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1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grpId="0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0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0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grpId="0" nodeType="withEffect">
                                      <p:stCondLst>
                                        <p:cond delay="105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10" presetClass="entr" presetSubtype="0" fill="hold" grpId="0" nodeType="withEffect">
                                      <p:stCondLst>
                                        <p:cond delay="1100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10" presetClass="entr" presetSubtype="0" fill="hold" grpId="0" nodeType="withEffect">
                                      <p:stCondLst>
                                        <p:cond delay="115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10" presetClass="entr" presetSubtype="0" fill="hold" grpId="0" nodeType="withEffect">
                                      <p:stCondLst>
                                        <p:cond delay="1200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10" presetClass="entr" presetSubtype="0" fill="hold" grpId="0" nodeType="withEffect">
                                      <p:stCondLst>
                                        <p:cond delay="1300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7" presetID="10" presetClass="entr" presetSubtype="0" fill="hold" grpId="0" nodeType="withEffect">
                                      <p:stCondLst>
                                        <p:cond delay="1350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10" presetClass="entr" presetSubtype="0" fill="hold" grpId="0" nodeType="withEffect">
                                      <p:stCondLst>
                                        <p:cond delay="1400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10" presetClass="entr" presetSubtype="0" fill="hold" grpId="0" nodeType="withEffect">
                                      <p:stCondLst>
                                        <p:cond delay="145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6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9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2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8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1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7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7" grpId="1" animBg="1"/>
          <p:bldP spid="8" grpId="0" animBg="1"/>
          <p:bldP spid="26" grpId="0" animBg="1"/>
          <p:bldP spid="27" grpId="0" animBg="1"/>
          <p:bldP spid="28" grpId="0" animBg="1"/>
          <p:bldP spid="29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9" grpId="0" animBg="1"/>
          <p:bldP spid="40" grpId="0" animBg="1"/>
          <p:bldP spid="41" grpId="0" animBg="1"/>
          <p:bldP spid="42" grpId="0" animBg="1"/>
          <p:bldP spid="43" grpId="1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9" grpId="0"/>
          <p:bldP spid="10" grpId="0"/>
          <p:bldP spid="1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4.19753E-6 L -2.77778E-7 0.01235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2.8395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 0.00124 L 0.01337 0.0305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1.11111E-6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61111E-6 0.00124 L 0.0085 -0.0324 " pathEditMode="relative" rAng="0" ptsTypes="AA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88889E-6 0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4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39 L 8.33333E-7 0.03951 " pathEditMode="relative" rAng="0" ptsTypes="AA">
                                          <p:cBhvr>
                                            <p:cTn id="26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8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4 L 3.88889E-6 0.0395 " pathEditMode="relative" rAng="0" ptsTypes="AA">
                                          <p:cBhvr>
                                            <p:cTn id="30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2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42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grpId="1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2" presetClass="entr" presetSubtype="4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22" presetClass="entr" presetSubtype="4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22" presetClass="entr" presetSubtype="4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55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4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2" presetClass="entr" presetSubtype="4" fill="hold" grpId="0" nodeType="withEffect">
                                      <p:stCondLst>
                                        <p:cond delay="65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22" presetClass="entr" presetSubtype="4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1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42" presetClass="entr" presetSubtype="0" fill="hold" grpId="0" nodeType="withEffect">
                                      <p:stCondLst>
                                        <p:cond delay="75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5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1" nodeType="withEffect">
                                      <p:stCondLst>
                                        <p:cond delay="85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grpId="0" nodeType="withEffect">
                                      <p:stCondLst>
                                        <p:cond delay="90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0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0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grpId="0" nodeType="withEffect">
                                      <p:stCondLst>
                                        <p:cond delay="105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10" presetClass="entr" presetSubtype="0" fill="hold" grpId="0" nodeType="withEffect">
                                      <p:stCondLst>
                                        <p:cond delay="1100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10" presetClass="entr" presetSubtype="0" fill="hold" grpId="0" nodeType="withEffect">
                                      <p:stCondLst>
                                        <p:cond delay="115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10" presetClass="entr" presetSubtype="0" fill="hold" grpId="0" nodeType="withEffect">
                                      <p:stCondLst>
                                        <p:cond delay="1200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10" presetClass="entr" presetSubtype="0" fill="hold" grpId="0" nodeType="withEffect">
                                      <p:stCondLst>
                                        <p:cond delay="1300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7" presetID="10" presetClass="entr" presetSubtype="0" fill="hold" grpId="0" nodeType="withEffect">
                                      <p:stCondLst>
                                        <p:cond delay="1350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10" presetClass="entr" presetSubtype="0" fill="hold" grpId="0" nodeType="withEffect">
                                      <p:stCondLst>
                                        <p:cond delay="1400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10" presetClass="entr" presetSubtype="0" fill="hold" grpId="0" nodeType="withEffect">
                                      <p:stCondLst>
                                        <p:cond delay="145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6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9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2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8" presetID="10" presetClass="entr" presetSubtype="0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1" presetID="10" presetClass="entr" presetSubtype="0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7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7" grpId="1" animBg="1"/>
          <p:bldP spid="8" grpId="0" animBg="1"/>
          <p:bldP spid="26" grpId="0" animBg="1"/>
          <p:bldP spid="27" grpId="0" animBg="1"/>
          <p:bldP spid="28" grpId="0" animBg="1"/>
          <p:bldP spid="29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9" grpId="0" animBg="1"/>
          <p:bldP spid="40" grpId="0" animBg="1"/>
          <p:bldP spid="41" grpId="0" animBg="1"/>
          <p:bldP spid="42" grpId="0" animBg="1"/>
          <p:bldP spid="43" grpId="1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9" grpId="0"/>
          <p:bldP spid="10" grpId="0"/>
          <p:bldP spid="11" grpId="0"/>
          <p:bldP spid="63" grpId="0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8048920" y="-617003"/>
            <a:ext cx="1489988" cy="1427174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 rot="21271954">
            <a:off x="5025619" y="2615641"/>
            <a:ext cx="4906480" cy="2715918"/>
          </a:xfrm>
          <a:prstGeom prst="rect">
            <a:avLst/>
          </a:prstGeom>
        </p:spPr>
      </p:pic>
      <p:pic>
        <p:nvPicPr>
          <p:cNvPr id="25" name="Imagen 18" descr="Forma&#10;&#10;Descripción generada automáticamente">
            <a:extLst>
              <a:ext uri="{FF2B5EF4-FFF2-40B4-BE49-F238E27FC236}">
                <a16:creationId xmlns:a16="http://schemas.microsoft.com/office/drawing/2014/main" id="{8B3F1E6B-43B6-F24A-ABFB-10D4015229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359442">
            <a:off x="-315281" y="4750932"/>
            <a:ext cx="1355173" cy="672540"/>
          </a:xfrm>
          <a:prstGeom prst="rect">
            <a:avLst/>
          </a:prstGeom>
          <a:effectLst>
            <a:outerShdw blurRad="50800" dist="50800" dir="17702561" sx="93123" sy="93123" algn="ctr" rotWithShape="0">
              <a:schemeClr val="tx1">
                <a:lumMod val="50000"/>
                <a:lumOff val="50000"/>
                <a:alpha val="43000"/>
              </a:schemeClr>
            </a:outerShdw>
          </a:effectLst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258000" y="-1282490"/>
            <a:ext cx="3125438" cy="2676923"/>
          </a:xfrm>
          <a:prstGeom prst="rect">
            <a:avLst/>
          </a:prstGeom>
          <a:effectLst/>
        </p:spPr>
      </p:pic>
      <p:pic>
        <p:nvPicPr>
          <p:cNvPr id="30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E05A3212-F4B8-CD46-8109-B93330A90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 rot="12905414">
            <a:off x="5404747" y="4717315"/>
            <a:ext cx="1127514" cy="1079981"/>
          </a:xfrm>
          <a:prstGeom prst="rect">
            <a:avLst/>
          </a:prstGeom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733047" y="-156094"/>
            <a:ext cx="393191" cy="376615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rot="695603">
            <a:off x="884229" y="-303037"/>
            <a:ext cx="801545" cy="799242"/>
          </a:xfrm>
          <a:prstGeom prst="rect">
            <a:avLst/>
          </a:prstGeom>
        </p:spPr>
      </p:pic>
      <p:pic>
        <p:nvPicPr>
          <p:cNvPr id="19" name="Imagen 37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D236D6F4-2025-624B-ACF6-9F1110288D1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19630240">
            <a:off x="-409760" y="4299197"/>
            <a:ext cx="1528693" cy="6802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DC92B1-914B-D54E-8B14-E3A139318153}"/>
              </a:ext>
            </a:extLst>
          </p:cNvPr>
          <p:cNvSpPr txBox="1"/>
          <p:nvPr/>
        </p:nvSpPr>
        <p:spPr>
          <a:xfrm>
            <a:off x="1883039" y="895491"/>
            <a:ext cx="5811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دو </a:t>
            </a:r>
            <a:r>
              <a:rPr lang="ar-SA" sz="400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استراتژی</a:t>
            </a:r>
            <a:r>
              <a:rPr lang="ar-SA" sz="40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400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برای</a:t>
            </a:r>
            <a:r>
              <a:rPr lang="ar-SA" sz="40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عمل زباله </a:t>
            </a:r>
            <a:r>
              <a:rPr lang="ar-SA" sz="400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روبی</a:t>
            </a:r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sz="4000" dirty="0">
              <a:solidFill>
                <a:schemeClr val="tx1">
                  <a:lumMod val="90000"/>
                  <a:lumOff val="1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1C346-851E-0647-89F8-5C86A8150927}"/>
              </a:ext>
            </a:extLst>
          </p:cNvPr>
          <p:cNvSpPr txBox="1"/>
          <p:nvPr/>
        </p:nvSpPr>
        <p:spPr>
          <a:xfrm>
            <a:off x="4923662" y="2011253"/>
            <a:ext cx="1263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latin typeface="Lalezar" pitchFamily="2" charset="-78"/>
                <a:cs typeface="Lalezar" pitchFamily="2" charset="-78"/>
              </a:rPr>
              <a:t>نشانه گذاری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B5511B-DD15-9749-A1EA-DEF207419320}"/>
              </a:ext>
            </a:extLst>
          </p:cNvPr>
          <p:cNvSpPr txBox="1"/>
          <p:nvPr/>
        </p:nvSpPr>
        <p:spPr>
          <a:xfrm>
            <a:off x="3275774" y="2015737"/>
            <a:ext cx="1037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latin typeface="Lalezar" pitchFamily="2" charset="-78"/>
                <a:cs typeface="Lalezar" pitchFamily="2" charset="-78"/>
              </a:rPr>
              <a:t>جارو کردن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07BB9-9619-E64B-8451-B688AFAD215F}"/>
              </a:ext>
            </a:extLst>
          </p:cNvPr>
          <p:cNvSpPr txBox="1"/>
          <p:nvPr/>
        </p:nvSpPr>
        <p:spPr>
          <a:xfrm>
            <a:off x="2554697" y="2915573"/>
            <a:ext cx="44678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عنصر هرم </a:t>
            </a:r>
            <a:r>
              <a:rPr lang="ar-SA" sz="32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چه</a:t>
            </a:r>
            <a:r>
              <a:rPr lang="ar-SA" sz="32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32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زمانی</a:t>
            </a:r>
            <a:r>
              <a:rPr lang="ar-SA" sz="32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فعال است؟</a:t>
            </a:r>
            <a:endParaRPr lang="en-US" sz="3200" dirty="0"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  <a:p>
            <a:endParaRPr lang="en-US" sz="32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0455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1.48148E-6 L -1.94444E-6 0.01234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2.8395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94444E-6 0.00124 L 0.01337 0.0305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1.11111E-6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33333E-6 0.00124 L 0.00851 -0.0324 " pathEditMode="relative" rAng="0" ptsTypes="AA" p14:bounceEnd="5091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2.5E-6 -2.83951E-6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39 L 4.72222E-6 0.03951 " pathEditMode="relative" rAng="0" ptsTypes="AA">
                                          <p:cBhvr>
                                            <p:cTn id="26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64" grpId="0"/>
          <p:bldP spid="5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94444E-6 1.48148E-6 L -1.94444E-6 0.01234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2.8395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94444E-6 0.00124 L 0.01337 0.0305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1.11111E-6 L 0.07136 0.00062 " pathEditMode="relative" rAng="0" ptsTypes="AA">
                                          <p:cBhvr>
                                            <p:cTn id="1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33333E-6 0.00124 L 0.00851 -0.0324 " pathEditMode="relative" rAng="0" ptsTypes="AA">
                                          <p:cBhvr>
                                            <p:cTn id="18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0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2.5E-6 -2.83951E-6 L 0.00034 0.01883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2 -0.00339 L 4.72222E-6 0.03951 " pathEditMode="relative" rAng="0" ptsTypes="AA">
                                          <p:cBhvr>
                                            <p:cTn id="26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7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64" grpId="0"/>
          <p:bldP spid="5" grpId="0" build="allAtOnce"/>
        </p:bldLst>
      </p:timing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25000"/>
                <a:lumOff val="75000"/>
              </a:schemeClr>
            </a:gs>
            <a:gs pos="100000">
              <a:srgbClr val="D9C4E8">
                <a:alpha val="38824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657740A-6B80-923F-789D-7125FB7B2177}"/>
              </a:ext>
            </a:extLst>
          </p:cNvPr>
          <p:cNvGrpSpPr/>
          <p:nvPr/>
        </p:nvGrpSpPr>
        <p:grpSpPr>
          <a:xfrm>
            <a:off x="8723298" y="2057841"/>
            <a:ext cx="1714094" cy="3338220"/>
            <a:chOff x="6625637" y="1285109"/>
            <a:chExt cx="1714094" cy="3338220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5E7825F7-7ABB-8046-5E87-42906D9373F9}"/>
                </a:ext>
              </a:extLst>
            </p:cNvPr>
            <p:cNvSpPr/>
            <p:nvPr/>
          </p:nvSpPr>
          <p:spPr>
            <a:xfrm>
              <a:off x="6625637" y="4470929"/>
              <a:ext cx="152400" cy="152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17D4BEC-47F7-BD37-F8EB-02859ED32197}"/>
                </a:ext>
              </a:extLst>
            </p:cNvPr>
            <p:cNvSpPr/>
            <p:nvPr/>
          </p:nvSpPr>
          <p:spPr>
            <a:xfrm>
              <a:off x="8258642" y="3160325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C36AB78-403D-11B4-4E02-664CDC193816}"/>
                </a:ext>
              </a:extLst>
            </p:cNvPr>
            <p:cNvSpPr/>
            <p:nvPr/>
          </p:nvSpPr>
          <p:spPr>
            <a:xfrm>
              <a:off x="6625637" y="128510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401F6F-01F8-1A44-97E7-591380B93C27}"/>
                </a:ext>
              </a:extLst>
            </p:cNvPr>
            <p:cNvSpPr/>
            <p:nvPr/>
          </p:nvSpPr>
          <p:spPr>
            <a:xfrm>
              <a:off x="8039900" y="2863942"/>
              <a:ext cx="110554" cy="1105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15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90EAA795-DC05-B943-9172-DC2B5912E4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-268180" y="4407910"/>
            <a:ext cx="1489988" cy="1427174"/>
          </a:xfrm>
          <a:prstGeom prst="rect">
            <a:avLst/>
          </a:prstGeom>
        </p:spPr>
      </p:pic>
      <p:pic>
        <p:nvPicPr>
          <p:cNvPr id="24" name="Imagen 14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0D48446C-5A07-DB42-8316-4D0D86272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41356" r="63618" b="23902"/>
          <a:stretch/>
        </p:blipFill>
        <p:spPr>
          <a:xfrm>
            <a:off x="4788642" y="2603943"/>
            <a:ext cx="4906480" cy="2715918"/>
          </a:xfrm>
          <a:prstGeom prst="rect">
            <a:avLst/>
          </a:prstGeom>
        </p:spPr>
      </p:pic>
      <p:pic>
        <p:nvPicPr>
          <p:cNvPr id="14" name="Imagen 6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3439191-B5D9-5547-AAE7-1F48B64A6E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9029" r="34047" b="28091"/>
          <a:stretch/>
        </p:blipFill>
        <p:spPr>
          <a:xfrm rot="9329521">
            <a:off x="-1050781" y="-632829"/>
            <a:ext cx="3125438" cy="2676923"/>
          </a:xfrm>
          <a:prstGeom prst="rect">
            <a:avLst/>
          </a:prstGeom>
          <a:effectLst/>
        </p:spPr>
      </p:pic>
      <p:pic>
        <p:nvPicPr>
          <p:cNvPr id="38" name="Imagen 3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7E4AE1E3-FEAD-3B4F-96BF-99AEBAD19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733047" y="-156094"/>
            <a:ext cx="393191" cy="376615"/>
          </a:xfrm>
          <a:prstGeom prst="rect">
            <a:avLst/>
          </a:prstGeom>
        </p:spPr>
      </p:pic>
      <p:pic>
        <p:nvPicPr>
          <p:cNvPr id="23" name="Imagen 53" descr="Círculo&#10;&#10;Descripción generada automáticamente">
            <a:extLst>
              <a:ext uri="{FF2B5EF4-FFF2-40B4-BE49-F238E27FC236}">
                <a16:creationId xmlns:a16="http://schemas.microsoft.com/office/drawing/2014/main" id="{27184178-2F10-9D41-A82B-4250B5C7F1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 rot="695603">
            <a:off x="884229" y="-303037"/>
            <a:ext cx="801545" cy="799242"/>
          </a:xfrm>
          <a:prstGeom prst="rect">
            <a:avLst/>
          </a:prstGeom>
        </p:spPr>
      </p:pic>
      <p:pic>
        <p:nvPicPr>
          <p:cNvPr id="19" name="Imagen 37" descr="Imagen que contiene Gráfico circular&#10;&#10;Descripción generada automáticamente">
            <a:extLst>
              <a:ext uri="{FF2B5EF4-FFF2-40B4-BE49-F238E27FC236}">
                <a16:creationId xmlns:a16="http://schemas.microsoft.com/office/drawing/2014/main" id="{D236D6F4-2025-624B-ACF6-9F1110288D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14258" r="3883" b="15917"/>
          <a:stretch/>
        </p:blipFill>
        <p:spPr>
          <a:xfrm rot="19630240">
            <a:off x="-410730" y="4107292"/>
            <a:ext cx="1528693" cy="680216"/>
          </a:xfrm>
          <a:prstGeom prst="rect">
            <a:avLst/>
          </a:prstGeom>
        </p:spPr>
      </p:pic>
      <p:pic>
        <p:nvPicPr>
          <p:cNvPr id="26" name="Imagen 38" descr="Icono&#10;&#10;Descripción generada automáticamente">
            <a:extLst>
              <a:ext uri="{FF2B5EF4-FFF2-40B4-BE49-F238E27FC236}">
                <a16:creationId xmlns:a16="http://schemas.microsoft.com/office/drawing/2014/main" id="{B6A6F49D-0A8F-9542-8DD2-3E03DACC72C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4022" r="5733" b="13919"/>
          <a:stretch/>
        </p:blipFill>
        <p:spPr>
          <a:xfrm rot="18667738">
            <a:off x="-693803" y="3909088"/>
            <a:ext cx="1512334" cy="670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7FA1B5-58C9-7044-860D-D8D6EF6B589A}"/>
              </a:ext>
            </a:extLst>
          </p:cNvPr>
          <p:cNvSpPr txBox="1"/>
          <p:nvPr/>
        </p:nvSpPr>
        <p:spPr>
          <a:xfrm>
            <a:off x="1757908" y="953218"/>
            <a:ext cx="6102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6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سه </a:t>
            </a:r>
            <a:r>
              <a:rPr lang="ar-SA" sz="360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فرضیه</a:t>
            </a:r>
            <a:r>
              <a:rPr lang="ar-SA" sz="36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در مورد </a:t>
            </a:r>
            <a:r>
              <a:rPr lang="ar-SA" sz="360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فرایند</a:t>
            </a:r>
            <a:r>
              <a:rPr lang="ar-SA" sz="36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نشانه </a:t>
            </a:r>
            <a:r>
              <a:rPr lang="ar-SA" sz="360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گذاری</a:t>
            </a:r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sz="3600" dirty="0">
              <a:solidFill>
                <a:schemeClr val="tx1">
                  <a:lumMod val="90000"/>
                  <a:lumOff val="1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6B67F-251D-F549-A628-E11CDB7FA25C}"/>
              </a:ext>
            </a:extLst>
          </p:cNvPr>
          <p:cNvSpPr txBox="1"/>
          <p:nvPr/>
        </p:nvSpPr>
        <p:spPr>
          <a:xfrm>
            <a:off x="1219335" y="2054659"/>
            <a:ext cx="7237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هرعنصر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فعال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باید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از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طریق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زنجیره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ای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از اشاره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گرها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،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با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شروع از خارج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هرم،قابل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دستیابی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باشد</a:t>
            </a:r>
            <a:r>
              <a:rPr lang="en-US" dirty="0"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7BBA8-B649-B842-88B5-821917B262F8}"/>
              </a:ext>
            </a:extLst>
          </p:cNvPr>
          <p:cNvSpPr txBox="1"/>
          <p:nvPr/>
        </p:nvSpPr>
        <p:spPr>
          <a:xfrm>
            <a:off x="1587720" y="2483986"/>
            <a:ext cx="6745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باید بتوان اشاره گر های خارج از هرم را که به عنصری در هرم اشاره میکند تعیین کرد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CD966C-E528-8841-A9C3-EC46F7F36245}"/>
              </a:ext>
            </a:extLst>
          </p:cNvPr>
          <p:cNvSpPr txBox="1"/>
          <p:nvPr/>
        </p:nvSpPr>
        <p:spPr>
          <a:xfrm>
            <a:off x="1697422" y="2930773"/>
            <a:ext cx="6459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باید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بتوان در داخل هر عنصر فعال هرم ،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فیلدهایی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را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تعیین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کرد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که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حائی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نشانه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گر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هایی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به عناصر </a:t>
            </a:r>
            <a:r>
              <a:rPr lang="ar-SA" sz="1800" dirty="0" err="1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دیگر</a:t>
            </a:r>
            <a:r>
              <a:rPr lang="ar-SA" sz="1800" dirty="0">
                <a:solidFill>
                  <a:srgbClr val="3F3F46"/>
                </a:solidFill>
                <a:effectLst/>
                <a:latin typeface="Lalezar" pitchFamily="2" charset="-78"/>
                <a:ea typeface="Calibri" panose="020F0502020204030204" pitchFamily="34" charset="0"/>
                <a:cs typeface="Lalezar" pitchFamily="2" charset="-78"/>
              </a:rPr>
              <a:t> هرم اند</a:t>
            </a:r>
            <a:endParaRPr lang="en-US" sz="1800" dirty="0">
              <a:effectLst/>
              <a:latin typeface="Lalezar" pitchFamily="2" charset="-78"/>
              <a:ea typeface="Calibri" panose="020F0502020204030204" pitchFamily="34" charset="0"/>
              <a:cs typeface="Lalezar" pitchFamily="2" charset="-78"/>
            </a:endParaRPr>
          </a:p>
          <a:p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88364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9.87654E-7 L -3.33333E-6 0.01234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2.8395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1337 0.03056 " pathEditMode="relative" rAng="0" ptsTypes="AA" p14:bounceEnd="5091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6 0.00123 L 0.00851 -0.03241 " pathEditMode="relative" rAng="0" ptsTypes="AA" p14:bounceEnd="5091">
                                          <p:cBhvr>
                                            <p:cTn id="16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2.5E-6 -2.83951E-6 L 0.00034 0.01883 " pathEditMode="relative" rAng="0" ptsTypes="AA">
                                          <p:cBhvr>
                                            <p:cTn id="20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2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1 -0.0034 L -1.66667E-6 0.0395 " pathEditMode="relative" rAng="0" ptsTypes="AA">
                                          <p:cBhvr>
                                            <p:cTn id="2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6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0.00185 L -8.33333E-7 0.03765 " pathEditMode="relative" rAng="0" ptsTypes="AA">
                                          <p:cBhvr>
                                            <p:cTn id="28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6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6000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9.87654E-7 L -3.33333E-6 0.01234 " pathEditMode="relative" rAng="0" ptsTypes="AA">
                                          <p:cBhvr>
                                            <p:cTn id="8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61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38889E-6 2.83951E-6 L 0.00035 0.05031 " pathEditMode="relative" rAng="0" ptsTypes="AA">
                                          <p:cBhvr>
                                            <p:cTn id="10" dur="3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7 0.00124 L 0.01337 0.03056 " pathEditMode="relative" rAng="0" ptsTypes="AA">
                                          <p:cBhvr>
                                            <p:cTn id="12" dur="6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4" dur="3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2.77778E-6 0.00123 L 0.00851 -0.03241 " pathEditMode="relative" rAng="0" ptsTypes="AA">
                                          <p:cBhvr>
                                            <p:cTn id="16" dur="3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17" y="-16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8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2.5E-6 -2.83951E-6 L 0.00034 0.01883 " pathEditMode="relative" rAng="0" ptsTypes="AA">
                                          <p:cBhvr>
                                            <p:cTn id="20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92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2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121 -0.0034 L -1.66667E-6 0.0395 " pathEditMode="relative" rAng="0" ptsTypes="AA">
                                          <p:cBhvr>
                                            <p:cTn id="2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" y="2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26" dur="2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0.00185 L -8.33333E-7 0.03765 " pathEditMode="relative" rAng="0" ptsTypes="AA">
                                          <p:cBhvr>
                                            <p:cTn id="28" dur="2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6" grpId="0"/>
          <p:bldP spid="10" grpId="0"/>
          <p:bldP spid="11" grpId="0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94891" y="3405721"/>
            <a:ext cx="2286955" cy="1134961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647441" y="2990605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6155856" y="2355413"/>
            <a:ext cx="4093228" cy="3100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2545" y="2399817"/>
            <a:ext cx="5778910" cy="1124885"/>
          </a:xfrm>
        </p:spPr>
        <p:txBody>
          <a:bodyPr anchor="b"/>
          <a:lstStyle/>
          <a:p>
            <a:pPr>
              <a:lnSpc>
                <a:spcPct val="80000"/>
              </a:lnSpc>
            </a:pPr>
            <a:r>
              <a:rPr lang="fa-IR" sz="7200" dirty="0">
                <a:latin typeface="Lalezar" pitchFamily="2" charset="-78"/>
                <a:cs typeface="Lalezar" pitchFamily="2" charset="-78"/>
              </a:rPr>
              <a:t>علی رحمتی</a:t>
            </a:r>
            <a:endParaRPr lang="en-US" sz="72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405433" y="-234272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>
            <a:off x="7489226" y="-1440331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577081" y="1386147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8343797" y="3435080"/>
            <a:ext cx="801545" cy="79924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51042CB-BA83-3441-9325-154B2543AFC7}"/>
              </a:ext>
            </a:extLst>
          </p:cNvPr>
          <p:cNvSpPr txBox="1"/>
          <p:nvPr/>
        </p:nvSpPr>
        <p:spPr>
          <a:xfrm>
            <a:off x="4028740" y="1999707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نفر چهارم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714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2.59259E-6 L -0.0349 2.59259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1.60494E-6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-1.11111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7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38889E-6 0.00123 L 0.01337 0.03055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6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2.59259E-6 L -0.0349 2.59259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1.60494E-6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-1.11111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7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1.38889E-6 0.00123 L 0.01337 0.03055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6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2" grpId="0"/>
        </p:bldLst>
      </p:timing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812834" y="4224203"/>
            <a:ext cx="1391544" cy="690590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970620" y="3593423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6460443" y="2517796"/>
            <a:ext cx="4093228" cy="3100152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312544" y="-145056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9489407">
            <a:off x="7489226" y="-1210079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411715" y="-145056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495664" y="229548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7A6C2-328C-5049-AE51-B08CD00D484B}"/>
              </a:ext>
            </a:extLst>
          </p:cNvPr>
          <p:cNvSpPr txBox="1"/>
          <p:nvPr/>
        </p:nvSpPr>
        <p:spPr>
          <a:xfrm>
            <a:off x="1904701" y="882501"/>
            <a:ext cx="4900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مدیریت حافظه هرم با عناصر طول متغیر</a:t>
            </a:r>
            <a:endParaRPr lang="en-US" sz="2800" dirty="0">
              <a:solidFill>
                <a:schemeClr val="tx1">
                  <a:lumMod val="10000"/>
                  <a:lumOff val="9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79B7C-C8E0-F74C-968F-0C5026AB8C21}"/>
              </a:ext>
            </a:extLst>
          </p:cNvPr>
          <p:cNvSpPr txBox="1"/>
          <p:nvPr/>
        </p:nvSpPr>
        <p:spPr>
          <a:xfrm>
            <a:off x="5873325" y="1856051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مثال :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14337-3176-EE43-A4D3-0AE355B3673D}"/>
              </a:ext>
            </a:extLst>
          </p:cNvPr>
          <p:cNvSpPr txBox="1"/>
          <p:nvPr/>
        </p:nvSpPr>
        <p:spPr>
          <a:xfrm>
            <a:off x="4453635" y="2193089"/>
            <a:ext cx="2185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تخصیص حافظه </a:t>
            </a:r>
            <a:r>
              <a:rPr lang="fa-IR" sz="2000" dirty="0" err="1">
                <a:latin typeface="Lalezar" pitchFamily="2" charset="-78"/>
                <a:cs typeface="Lalezar" pitchFamily="2" charset="-78"/>
              </a:rPr>
              <a:t>لیسپ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DFE7B-4335-734E-8DB6-810030B1E5FC}"/>
              </a:ext>
            </a:extLst>
          </p:cNvPr>
          <p:cNvSpPr txBox="1"/>
          <p:nvPr/>
        </p:nvSpPr>
        <p:spPr>
          <a:xfrm>
            <a:off x="2220568" y="2779130"/>
            <a:ext cx="3405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sz="2000" dirty="0"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 err="1">
                <a:latin typeface="Lalezar" pitchFamily="2" charset="-78"/>
                <a:cs typeface="Lalezar" pitchFamily="2" charset="-78"/>
              </a:rPr>
              <a:t>defun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x y z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)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cons x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f2 y z 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Lalezar" pitchFamily="2" charset="-78"/>
                <a:cs typeface="Lalezar" pitchFamily="2" charset="-78"/>
              </a:rPr>
              <a:t>)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)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73876-1EFC-1845-9616-1EB8B0DDCE94}"/>
              </a:ext>
            </a:extLst>
          </p:cNvPr>
          <p:cNvSpPr txBox="1"/>
          <p:nvPr/>
        </p:nvSpPr>
        <p:spPr>
          <a:xfrm>
            <a:off x="2468242" y="3207977"/>
            <a:ext cx="2978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sz="2000" dirty="0"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 err="1">
                <a:latin typeface="Lalezar" pitchFamily="2" charset="-78"/>
                <a:cs typeface="Lalezar" pitchFamily="2" charset="-78"/>
              </a:rPr>
              <a:t>defun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f2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v w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Lalezar" pitchFamily="2" charset="-78"/>
                <a:cs typeface="Lalezar" pitchFamily="2" charset="-78"/>
              </a:rPr>
              <a:t>)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(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cons v w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alezar" pitchFamily="2" charset="-78"/>
                <a:cs typeface="Lalezar" pitchFamily="2" charset="-78"/>
              </a:rPr>
              <a:t>)</a:t>
            </a:r>
            <a:r>
              <a:rPr lang="en-US" sz="2000" dirty="0">
                <a:latin typeface="Lalezar" pitchFamily="2" charset="-78"/>
                <a:cs typeface="Lalezar" pitchFamily="2" charset="-78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474545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89 -1.35802E-6 L -0.0349 -1.35802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-4.19753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-2.22222E-6 L 0.00034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94444E-6 0.00124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6" grpId="0"/>
          <p:bldP spid="7" grpId="0"/>
          <p:bldP spid="2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89 -1.35802E-6 L -0.0349 -1.35802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-4.19753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05556E-6 -2.22222E-6 L 0.00034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94444E-6 0.00124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6" grpId="0"/>
          <p:bldP spid="7" grpId="0"/>
          <p:bldP spid="20" grpId="0"/>
        </p:bldLst>
      </p:timing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312544" y="4222543"/>
            <a:ext cx="1391544" cy="690590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1371393" y="3508696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6611027" y="2571750"/>
            <a:ext cx="4093228" cy="3100152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312544" y="-145056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9489407">
            <a:off x="7986116" y="-1661706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433196" y="-293264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586285" y="275780"/>
            <a:ext cx="801545" cy="799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B24267-F32F-264E-A744-634C4ED572A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807098" y="1281697"/>
            <a:ext cx="3477858" cy="28710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367E6E-8D12-894E-8159-4B14E468781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51"/>
          <a:stretch/>
        </p:blipFill>
        <p:spPr>
          <a:xfrm>
            <a:off x="4572000" y="1251581"/>
            <a:ext cx="3477858" cy="29312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79D62E-A1B3-554C-8295-C22F651169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566" y="139696"/>
            <a:ext cx="592925" cy="978945"/>
          </a:xfrm>
          <a:prstGeom prst="rect">
            <a:avLst/>
          </a:prstGeom>
        </p:spPr>
      </p:pic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9A232445-59AC-154D-BD8E-40D215F8AB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11949" y="399669"/>
            <a:ext cx="972149" cy="812226"/>
          </a:xfrm>
          <a:prstGeom prst="curvedConnector3">
            <a:avLst>
              <a:gd name="adj1" fmla="val 10009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9082A4EE-72CD-DE4B-8B62-20624283819C}"/>
              </a:ext>
            </a:extLst>
          </p:cNvPr>
          <p:cNvCxnSpPr>
            <a:cxnSpLocks/>
          </p:cNvCxnSpPr>
          <p:nvPr/>
        </p:nvCxnSpPr>
        <p:spPr>
          <a:xfrm>
            <a:off x="4755509" y="756908"/>
            <a:ext cx="761177" cy="391550"/>
          </a:xfrm>
          <a:prstGeom prst="curvedConnector3">
            <a:avLst>
              <a:gd name="adj1" fmla="val 9961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09B9CB-0F75-094C-8D26-9CC15163E3F5}"/>
              </a:ext>
            </a:extLst>
          </p:cNvPr>
          <p:cNvCxnSpPr/>
          <p:nvPr/>
        </p:nvCxnSpPr>
        <p:spPr>
          <a:xfrm>
            <a:off x="3991810" y="220428"/>
            <a:ext cx="0" cy="36044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13880E3-9566-9649-AFDA-6C736B072CCD}"/>
              </a:ext>
            </a:extLst>
          </p:cNvPr>
          <p:cNvCxnSpPr/>
          <p:nvPr/>
        </p:nvCxnSpPr>
        <p:spPr>
          <a:xfrm>
            <a:off x="4665181" y="665462"/>
            <a:ext cx="0" cy="36044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449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89 -1.35802E-6 L -0.0349 -1.35802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2.96296E-6 L 0.00034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4444E-6 -1.23457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11111E-6 -2.83951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38889E-6 0.00124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2.96296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7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89 -1.35802E-6 L -0.0349 -1.35802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2.96296E-6 L 0.00034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4444E-6 -1.23457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11111E-6 -2.83951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38889E-6 0.00124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2.96296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7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812834" y="4224203"/>
            <a:ext cx="1391544" cy="690590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 rot="1229642">
            <a:off x="-1012945" y="3364716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6062878" y="2399817"/>
            <a:ext cx="4093228" cy="3100152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533392" y="131394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9489407">
            <a:off x="7489226" y="-1210079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411715" y="-145056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400773" y="797683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7A6C2-328C-5049-AE51-B08CD00D484B}"/>
              </a:ext>
            </a:extLst>
          </p:cNvPr>
          <p:cNvSpPr txBox="1"/>
          <p:nvPr/>
        </p:nvSpPr>
        <p:spPr>
          <a:xfrm>
            <a:off x="2016066" y="918506"/>
            <a:ext cx="4604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200" dirty="0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تخصیص اولیه و استفاده مجدد</a:t>
            </a:r>
            <a:endParaRPr lang="en-US" sz="3200" dirty="0">
              <a:solidFill>
                <a:schemeClr val="tx1">
                  <a:lumMod val="10000"/>
                  <a:lumOff val="9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14337-3176-EE43-A4D3-0AE355B3673D}"/>
              </a:ext>
            </a:extLst>
          </p:cNvPr>
          <p:cNvSpPr txBox="1"/>
          <p:nvPr/>
        </p:nvSpPr>
        <p:spPr>
          <a:xfrm>
            <a:off x="2870106" y="2038791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۱ . استفاده از لیست فضای آزاد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E569D-C8CA-044E-AC2F-E436A2DAC4D9}"/>
              </a:ext>
            </a:extLst>
          </p:cNvPr>
          <p:cNvSpPr txBox="1"/>
          <p:nvPr/>
        </p:nvSpPr>
        <p:spPr>
          <a:xfrm>
            <a:off x="3394602" y="2517796"/>
            <a:ext cx="1931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۲ . انتقال تمام عناصر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5008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4.93827E-6 L -0.03489 4.9382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-4.19753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3.95062E-6 L 0.00035 0.0503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44444E-6 0.00124 L 0.01336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6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4.93827E-6 L -0.03489 4.9382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2222E-6 -4.19753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3.95062E-6 L 0.00035 0.0503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4.44444E-6 0.00124 L 0.01336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6" grpId="0"/>
          <p:bldP spid="9" grpId="0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812834" y="4224203"/>
            <a:ext cx="1391544" cy="690590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 rot="1229642">
            <a:off x="-1012945" y="3364716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257069" y="697690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6284552" y="2317717"/>
            <a:ext cx="4093228" cy="3100152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533392" y="131394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15419277">
            <a:off x="7115514" y="-1368441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411715" y="-145056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256942" y="1503281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7A6C2-328C-5049-AE51-B08CD00D484B}"/>
              </a:ext>
            </a:extLst>
          </p:cNvPr>
          <p:cNvSpPr txBox="1"/>
          <p:nvPr/>
        </p:nvSpPr>
        <p:spPr>
          <a:xfrm>
            <a:off x="2016066" y="918506"/>
            <a:ext cx="4899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200" dirty="0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استفاده مجدد از لیست فضای آزاد</a:t>
            </a:r>
            <a:endParaRPr lang="en-US" sz="3200" dirty="0">
              <a:solidFill>
                <a:schemeClr val="tx1">
                  <a:lumMod val="10000"/>
                  <a:lumOff val="9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14337-3176-EE43-A4D3-0AE355B3673D}"/>
              </a:ext>
            </a:extLst>
          </p:cNvPr>
          <p:cNvSpPr txBox="1"/>
          <p:nvPr/>
        </p:nvSpPr>
        <p:spPr>
          <a:xfrm>
            <a:off x="3171470" y="2038791"/>
            <a:ext cx="2504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۱ . روش اولین جای مناسب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E569D-C8CA-044E-AC2F-E436A2DAC4D9}"/>
              </a:ext>
            </a:extLst>
          </p:cNvPr>
          <p:cNvSpPr txBox="1"/>
          <p:nvPr/>
        </p:nvSpPr>
        <p:spPr>
          <a:xfrm>
            <a:off x="3171470" y="2659026"/>
            <a:ext cx="2616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۲ . روش بهترین جای مناسب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5709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4.93827E-6 L -0.03489 4.9382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0 L 0.00035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-3.08642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11111E-6 0.00124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6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4.93827E-6 L -0.03489 4.9382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0 L 0.00035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-3.08642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11111E-6 0.00124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6" grpId="0"/>
          <p:bldP spid="9" grpId="0"/>
        </p:bldLst>
      </p:timing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624522" y="4430881"/>
            <a:ext cx="1391544" cy="690590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 rot="1229642">
            <a:off x="-998842" y="3725759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257069" y="697690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6284552" y="2317717"/>
            <a:ext cx="4093228" cy="3100152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533392" y="131394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16921692">
            <a:off x="7112587" y="-1503493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411715" y="-145056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256942" y="1503281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7A6C2-328C-5049-AE51-B08CD00D484B}"/>
              </a:ext>
            </a:extLst>
          </p:cNvPr>
          <p:cNvSpPr txBox="1"/>
          <p:nvPr/>
        </p:nvSpPr>
        <p:spPr>
          <a:xfrm>
            <a:off x="2226246" y="1550960"/>
            <a:ext cx="4338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ب</a:t>
            </a:r>
            <a:r>
              <a:rPr lang="fa-IR" sz="3200" dirty="0" err="1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ازیابی</a:t>
            </a:r>
            <a:r>
              <a:rPr lang="fa-IR" sz="3200" dirty="0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 با بلوک های طول متغیر</a:t>
            </a:r>
            <a:endParaRPr lang="en-US" sz="3200" dirty="0">
              <a:solidFill>
                <a:schemeClr val="tx1">
                  <a:lumMod val="10000"/>
                  <a:lumOff val="9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14337-3176-EE43-A4D3-0AE355B3673D}"/>
              </a:ext>
            </a:extLst>
          </p:cNvPr>
          <p:cNvSpPr txBox="1"/>
          <p:nvPr/>
        </p:nvSpPr>
        <p:spPr>
          <a:xfrm>
            <a:off x="3314684" y="2482391"/>
            <a:ext cx="2161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800" dirty="0">
                <a:latin typeface="Lalezar" pitchFamily="2" charset="-78"/>
                <a:cs typeface="Lalezar" pitchFamily="2" charset="-78"/>
              </a:rPr>
              <a:t>تکنیک زباله روبی</a:t>
            </a:r>
            <a:endParaRPr lang="en-US" sz="28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20" name="Imagen 6" descr="Icono&#10;&#10;Descripción generada automáticamente">
            <a:extLst>
              <a:ext uri="{FF2B5EF4-FFF2-40B4-BE49-F238E27FC236}">
                <a16:creationId xmlns:a16="http://schemas.microsoft.com/office/drawing/2014/main" id="{823291CD-4EEB-DB46-A755-782E636F898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8" t="24065" r="2121" b="29834"/>
          <a:stretch/>
        </p:blipFill>
        <p:spPr>
          <a:xfrm>
            <a:off x="-722105" y="4637212"/>
            <a:ext cx="2023578" cy="9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19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4.93827E-6 L -0.03489 4.9382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0 L 0.00035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-3.08642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11111E-6 0.00124 L 0.01337 0.03056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35" dur="2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6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7" dur="9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4.93827E-6 L -0.03489 4.93827E-6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-7.40741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0 L 0.00035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-3.08642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11111E-6 0.00124 L 0.01337 0.03056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5.55556E-7 -1.60494E-6 L 0.07135 0.00062 " pathEditMode="relative" rAng="0" ptsTypes="AA">
                                          <p:cBhvr>
                                            <p:cTn id="20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22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35" dur="2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6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7" dur="9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6" grpId="0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">
            <a:extLst>
              <a:ext uri="{FF2B5EF4-FFF2-40B4-BE49-F238E27FC236}">
                <a16:creationId xmlns:a16="http://schemas.microsoft.com/office/drawing/2014/main" id="{0616DF4A-2FFF-2C13-7E9C-4F919C319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7951692" y="-212127"/>
            <a:ext cx="1391544" cy="690590"/>
          </a:xfrm>
          <a:prstGeom prst="rect">
            <a:avLst/>
          </a:prstGeom>
        </p:spPr>
      </p:pic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 rot="18550781">
            <a:off x="7649259" y="3895862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2499371" y="5524910"/>
            <a:ext cx="2867759" cy="2171999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404984" y="4871137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15419277">
            <a:off x="-1508463" y="-1470091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110124" y="-212127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385352" y="869358"/>
            <a:ext cx="801545" cy="79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7A6C2-328C-5049-AE51-B08CD00D484B}"/>
              </a:ext>
            </a:extLst>
          </p:cNvPr>
          <p:cNvSpPr txBox="1"/>
          <p:nvPr/>
        </p:nvSpPr>
        <p:spPr>
          <a:xfrm>
            <a:off x="2254552" y="976592"/>
            <a:ext cx="4362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200" dirty="0">
                <a:solidFill>
                  <a:schemeClr val="tx1">
                    <a:lumMod val="10000"/>
                    <a:lumOff val="90000"/>
                  </a:schemeClr>
                </a:solidFill>
                <a:latin typeface="Lalezar" pitchFamily="2" charset="-78"/>
                <a:cs typeface="Lalezar" pitchFamily="2" charset="-78"/>
              </a:rPr>
              <a:t>فشرده سازی و پراکندگی حافظه</a:t>
            </a:r>
            <a:endParaRPr lang="en-US" sz="3200" dirty="0">
              <a:solidFill>
                <a:schemeClr val="tx1">
                  <a:lumMod val="10000"/>
                  <a:lumOff val="9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20" name="Imagen 53" descr="Círculo&#10;&#10;Descripción generada automáticamente">
            <a:extLst>
              <a:ext uri="{FF2B5EF4-FFF2-40B4-BE49-F238E27FC236}">
                <a16:creationId xmlns:a16="http://schemas.microsoft.com/office/drawing/2014/main" id="{9BE16A21-A7D5-2C40-AE45-84F36E5A52D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1453007" y="4892018"/>
            <a:ext cx="801545" cy="79924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E31A49-A8E2-DA4C-AE3A-43F73BF94048}"/>
              </a:ext>
            </a:extLst>
          </p:cNvPr>
          <p:cNvSpPr txBox="1"/>
          <p:nvPr/>
        </p:nvSpPr>
        <p:spPr>
          <a:xfrm>
            <a:off x="3585992" y="2100542"/>
            <a:ext cx="1972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۱ . فشرده سازی جزئی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3D2DE5-3647-484E-84CB-5D6C2C404AFA}"/>
              </a:ext>
            </a:extLst>
          </p:cNvPr>
          <p:cNvSpPr txBox="1"/>
          <p:nvPr/>
        </p:nvSpPr>
        <p:spPr>
          <a:xfrm>
            <a:off x="3541107" y="2571750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latin typeface="Lalezar" pitchFamily="2" charset="-78"/>
                <a:cs typeface="Lalezar" pitchFamily="2" charset="-78"/>
              </a:rPr>
              <a:t>۲ . فشرده سازی کامل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14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A27C644-E84B-CF40-87CD-CE620E8F52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292231" y="2362112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pic>
        <p:nvPicPr>
          <p:cNvPr id="13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18FD851-691F-C846-BF57-D309F845CDE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0" t="16723" r="2754" b="16297"/>
          <a:stretch/>
        </p:blipFill>
        <p:spPr>
          <a:xfrm>
            <a:off x="-292231" y="3617306"/>
            <a:ext cx="3276213" cy="1719481"/>
          </a:xfrm>
          <a:prstGeom prst="rect">
            <a:avLst/>
          </a:prstGeom>
        </p:spPr>
      </p:pic>
      <p:pic>
        <p:nvPicPr>
          <p:cNvPr id="16" name="Imagen 6" descr="Icono&#10;&#10;Descripción generada automáticamente">
            <a:extLst>
              <a:ext uri="{FF2B5EF4-FFF2-40B4-BE49-F238E27FC236}">
                <a16:creationId xmlns:a16="http://schemas.microsoft.com/office/drawing/2014/main" id="{D632F3C2-9402-4846-B53B-BF6B334B463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8" t="24065" r="2121" b="29834"/>
          <a:stretch/>
        </p:blipFill>
        <p:spPr>
          <a:xfrm>
            <a:off x="-314956" y="4409405"/>
            <a:ext cx="2023578" cy="9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03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0 L -0.0349 0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8.64198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3.08642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93827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337 0.03055 " pathEditMode="relative" rAng="0" ptsTypes="AA" p14:bounceEnd="5091">
                                          <p:cBhvr>
                                            <p:cTn id="14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6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7 2.71605E-6 L 0.07135 0.00061 " pathEditMode="relative" rAng="0" ptsTypes="AA">
                                          <p:cBhvr>
                                            <p:cTn id="18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20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3.7037E-6 L 0.00035 0.05031 " pathEditMode="relative" rAng="0" ptsTypes="AA">
                                          <p:cBhvr>
                                            <p:cTn id="30" dur="3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38" dur="4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40" dur="6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42" dur="6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44" dur="3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46" dur="2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8" dur="9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21" grpId="0"/>
          <p:bldP spid="2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0 L -0.0349 0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8.64198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3.08642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93827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337 0.03055 " pathEditMode="relative" rAng="0" ptsTypes="AA">
                                          <p:cBhvr>
                                            <p:cTn id="14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6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778E-7 2.71605E-6 L 0.07135 0.00061 " pathEditMode="relative" rAng="0" ptsTypes="AA">
                                          <p:cBhvr>
                                            <p:cTn id="18" dur="7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20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3.7037E-6 L 0.00035 0.05031 " pathEditMode="relative" rAng="0" ptsTypes="AA">
                                          <p:cBhvr>
                                            <p:cTn id="30" dur="3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38" dur="4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0" dur="6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42" dur="6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4" dur="3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46" dur="2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8" dur="9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21" grpId="0"/>
          <p:bldP spid="22" grpId="0"/>
        </p:bldLst>
      </p:timing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9C91E0"/>
            </a:gs>
            <a:gs pos="55000">
              <a:srgbClr val="9386DD"/>
            </a:gs>
            <a:gs pos="0">
              <a:schemeClr val="bg2">
                <a:lumMod val="75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B33848EC-A231-1995-0AA4-F7B721A240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 rot="18550781">
            <a:off x="7649259" y="3895862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252CE12-3B36-12AF-BC31-EECE72395B89}"/>
              </a:ext>
            </a:extLst>
          </p:cNvPr>
          <p:cNvGrpSpPr/>
          <p:nvPr/>
        </p:nvGrpSpPr>
        <p:grpSpPr>
          <a:xfrm>
            <a:off x="1257069" y="697690"/>
            <a:ext cx="6221780" cy="3538714"/>
            <a:chOff x="1217515" y="451653"/>
            <a:chExt cx="6576224" cy="374030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A55D6E9-C2A1-7AC4-CFE8-517A0B47B1E3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09F50E8-8908-9D49-CF25-75AA9E31E354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76080A4-25C7-3DBE-F73F-160910291B56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4D46114-2E67-E3A5-A6FC-59CE6B7A57FD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4D9B40B-F94C-9D00-0511-4B0E931BD7A2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341BF1A-72C5-837F-B2EA-F87553846C24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36DE4F0E-359C-8659-9F6A-E7FB60FA61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2499371" y="5524910"/>
            <a:ext cx="2867759" cy="2171999"/>
          </a:xfrm>
          <a:prstGeom prst="rect">
            <a:avLst/>
          </a:prstGeom>
        </p:spPr>
      </p:pic>
      <p:pic>
        <p:nvPicPr>
          <p:cNvPr id="15" name="Imagen 14" descr="Forma&#10;&#10;Descripción generada automáticamente">
            <a:extLst>
              <a:ext uri="{FF2B5EF4-FFF2-40B4-BE49-F238E27FC236}">
                <a16:creationId xmlns:a16="http://schemas.microsoft.com/office/drawing/2014/main" id="{2E0AF15B-946B-E61F-27E1-33F2B2A3824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 rot="5400000">
            <a:off x="-404984" y="4871137"/>
            <a:ext cx="1097627" cy="54472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6C64AD8-0DB0-2832-F1C1-35805C11E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1" t="7067" r="23582" b="7841"/>
          <a:stretch/>
        </p:blipFill>
        <p:spPr>
          <a:xfrm rot="15419277">
            <a:off x="-1508463" y="-1470091"/>
            <a:ext cx="2759858" cy="2736884"/>
          </a:xfrm>
          <a:prstGeom prst="rect">
            <a:avLst/>
          </a:prstGeom>
          <a:noFill/>
        </p:spPr>
      </p:pic>
      <p:pic>
        <p:nvPicPr>
          <p:cNvPr id="23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DD46D984-9223-3367-6904-B3BCA1FAFD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1110124" y="-212127"/>
            <a:ext cx="471505" cy="451627"/>
          </a:xfrm>
          <a:prstGeom prst="rect">
            <a:avLst/>
          </a:prstGeom>
        </p:spPr>
      </p:pic>
      <p:pic>
        <p:nvPicPr>
          <p:cNvPr id="54" name="Imagen 53" descr="Círculo&#10;&#10;Descripción generada automáticamente">
            <a:extLst>
              <a:ext uri="{FF2B5EF4-FFF2-40B4-BE49-F238E27FC236}">
                <a16:creationId xmlns:a16="http://schemas.microsoft.com/office/drawing/2014/main" id="{F11A0CF4-010E-A5AB-9200-827BEFFCAB7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-385352" y="869358"/>
            <a:ext cx="801545" cy="799242"/>
          </a:xfrm>
          <a:prstGeom prst="rect">
            <a:avLst/>
          </a:prstGeom>
        </p:spPr>
      </p:pic>
      <p:pic>
        <p:nvPicPr>
          <p:cNvPr id="20" name="Imagen 53" descr="Círculo&#10;&#10;Descripción generada automáticamente">
            <a:extLst>
              <a:ext uri="{FF2B5EF4-FFF2-40B4-BE49-F238E27FC236}">
                <a16:creationId xmlns:a16="http://schemas.microsoft.com/office/drawing/2014/main" id="{9BE16A21-A7D5-2C40-AE45-84F36E5A52D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1453007" y="4892018"/>
            <a:ext cx="801545" cy="799242"/>
          </a:xfrm>
          <a:prstGeom prst="rect">
            <a:avLst/>
          </a:prstGeom>
        </p:spPr>
      </p:pic>
      <p:pic>
        <p:nvPicPr>
          <p:cNvPr id="25" name="Imagen 3" descr="Forma&#10;&#10;Descripción generada automáticamente">
            <a:extLst>
              <a:ext uri="{FF2B5EF4-FFF2-40B4-BE49-F238E27FC236}">
                <a16:creationId xmlns:a16="http://schemas.microsoft.com/office/drawing/2014/main" id="{5FA175B8-F7DA-3A4A-BAAA-FBB63873A2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-94891" y="3405721"/>
            <a:ext cx="2286955" cy="1134961"/>
          </a:xfrm>
          <a:prstGeom prst="rect">
            <a:avLst/>
          </a:prstGeom>
        </p:spPr>
      </p:pic>
      <p:pic>
        <p:nvPicPr>
          <p:cNvPr id="28" name="Imagen 4" descr="Imagen que contiene electrónica, cd, computadora&#10;&#10;Descripción generada automáticamente">
            <a:extLst>
              <a:ext uri="{FF2B5EF4-FFF2-40B4-BE49-F238E27FC236}">
                <a16:creationId xmlns:a16="http://schemas.microsoft.com/office/drawing/2014/main" id="{CCAEA877-3AC8-A646-A9DC-1E1D58F9E7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4" t="-1" r="13066" b="2056"/>
          <a:stretch/>
        </p:blipFill>
        <p:spPr>
          <a:xfrm>
            <a:off x="-203021" y="2329195"/>
            <a:ext cx="2553002" cy="3100153"/>
          </a:xfrm>
          <a:prstGeom prst="rect">
            <a:avLst/>
          </a:prstGeom>
          <a:effectLst>
            <a:outerShdw blurRad="50800" dist="50800" dir="6517868" algn="ctr" rotWithShape="0">
              <a:schemeClr val="tx1">
                <a:lumMod val="90000"/>
                <a:lumOff val="10000"/>
              </a:schemeClr>
            </a:outerShdw>
          </a:effectLst>
        </p:spPr>
      </p:pic>
      <p:grpSp>
        <p:nvGrpSpPr>
          <p:cNvPr id="29" name="Grupo 26">
            <a:extLst>
              <a:ext uri="{FF2B5EF4-FFF2-40B4-BE49-F238E27FC236}">
                <a16:creationId xmlns:a16="http://schemas.microsoft.com/office/drawing/2014/main" id="{BD875606-FB86-994D-ADB8-5B76DEB6C097}"/>
              </a:ext>
            </a:extLst>
          </p:cNvPr>
          <p:cNvGrpSpPr/>
          <p:nvPr/>
        </p:nvGrpSpPr>
        <p:grpSpPr>
          <a:xfrm>
            <a:off x="1394737" y="552451"/>
            <a:ext cx="6221780" cy="3538714"/>
            <a:chOff x="1217515" y="451653"/>
            <a:chExt cx="6576224" cy="3740309"/>
          </a:xfrm>
        </p:grpSpPr>
        <p:sp>
          <p:nvSpPr>
            <p:cNvPr id="30" name="Rectángulo 11">
              <a:extLst>
                <a:ext uri="{FF2B5EF4-FFF2-40B4-BE49-F238E27FC236}">
                  <a16:creationId xmlns:a16="http://schemas.microsoft.com/office/drawing/2014/main" id="{2744D515-2118-F649-AF0B-38B764108B0C}"/>
                </a:ext>
              </a:extLst>
            </p:cNvPr>
            <p:cNvSpPr/>
            <p:nvPr/>
          </p:nvSpPr>
          <p:spPr>
            <a:xfrm>
              <a:off x="7708161" y="2528961"/>
              <a:ext cx="85578" cy="8557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1" name="Elipse 12">
              <a:extLst>
                <a:ext uri="{FF2B5EF4-FFF2-40B4-BE49-F238E27FC236}">
                  <a16:creationId xmlns:a16="http://schemas.microsoft.com/office/drawing/2014/main" id="{4356FF23-061D-4040-A890-06CF21D27E4F}"/>
                </a:ext>
              </a:extLst>
            </p:cNvPr>
            <p:cNvSpPr/>
            <p:nvPr/>
          </p:nvSpPr>
          <p:spPr>
            <a:xfrm>
              <a:off x="7092436" y="1245289"/>
              <a:ext cx="108243" cy="1082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2" name="Elipse 15">
              <a:extLst>
                <a:ext uri="{FF2B5EF4-FFF2-40B4-BE49-F238E27FC236}">
                  <a16:creationId xmlns:a16="http://schemas.microsoft.com/office/drawing/2014/main" id="{41362E4C-1582-9F49-8040-0C8991C40E00}"/>
                </a:ext>
              </a:extLst>
            </p:cNvPr>
            <p:cNvSpPr/>
            <p:nvPr/>
          </p:nvSpPr>
          <p:spPr>
            <a:xfrm>
              <a:off x="6571806" y="4032800"/>
              <a:ext cx="159162" cy="1591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Rectángulo 16">
              <a:extLst>
                <a:ext uri="{FF2B5EF4-FFF2-40B4-BE49-F238E27FC236}">
                  <a16:creationId xmlns:a16="http://schemas.microsoft.com/office/drawing/2014/main" id="{EF97267C-EF78-BB47-AB9C-1779958907C9}"/>
                </a:ext>
              </a:extLst>
            </p:cNvPr>
            <p:cNvSpPr/>
            <p:nvPr/>
          </p:nvSpPr>
          <p:spPr>
            <a:xfrm>
              <a:off x="1217515" y="2357327"/>
              <a:ext cx="93867" cy="938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4" name="Elipse 23">
              <a:extLst>
                <a:ext uri="{FF2B5EF4-FFF2-40B4-BE49-F238E27FC236}">
                  <a16:creationId xmlns:a16="http://schemas.microsoft.com/office/drawing/2014/main" id="{F4C6F556-A98C-A64E-B917-6EDE7AC56721}"/>
                </a:ext>
              </a:extLst>
            </p:cNvPr>
            <p:cNvSpPr/>
            <p:nvPr/>
          </p:nvSpPr>
          <p:spPr>
            <a:xfrm>
              <a:off x="1874240" y="451653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5" name="Elipse 25">
              <a:extLst>
                <a:ext uri="{FF2B5EF4-FFF2-40B4-BE49-F238E27FC236}">
                  <a16:creationId xmlns:a16="http://schemas.microsoft.com/office/drawing/2014/main" id="{5962145D-2CB9-7E4B-A922-0C0A9E4E8A77}"/>
                </a:ext>
              </a:extLst>
            </p:cNvPr>
            <p:cNvSpPr/>
            <p:nvPr/>
          </p:nvSpPr>
          <p:spPr>
            <a:xfrm>
              <a:off x="7460195" y="3220214"/>
              <a:ext cx="81089" cy="8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36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E03A6414-53F0-E44F-9A44-E91D9E18176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0" t="16723" r="2754" b="16297"/>
          <a:stretch/>
        </p:blipFill>
        <p:spPr>
          <a:xfrm>
            <a:off x="-333027" y="3604438"/>
            <a:ext cx="3276213" cy="1719481"/>
          </a:xfrm>
          <a:prstGeom prst="rect">
            <a:avLst/>
          </a:prstGeom>
        </p:spPr>
      </p:pic>
      <p:pic>
        <p:nvPicPr>
          <p:cNvPr id="37" name="Imagen 6" descr="Icono&#10;&#10;Descripción generada automáticamente">
            <a:extLst>
              <a:ext uri="{FF2B5EF4-FFF2-40B4-BE49-F238E27FC236}">
                <a16:creationId xmlns:a16="http://schemas.microsoft.com/office/drawing/2014/main" id="{0232AAF6-C3F5-0146-B46D-0EEEB2BD6BD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8" t="24065" r="2121" b="29834"/>
          <a:stretch/>
        </p:blipFill>
        <p:spPr>
          <a:xfrm>
            <a:off x="-314956" y="4409405"/>
            <a:ext cx="2023578" cy="968518"/>
          </a:xfrm>
          <a:prstGeom prst="rect">
            <a:avLst/>
          </a:prstGeom>
        </p:spPr>
      </p:pic>
      <p:pic>
        <p:nvPicPr>
          <p:cNvPr id="38" name="Imagen 7" descr="Un dibujo de un animal&#10;&#10;Descripción generada automáticamente con confianza baja">
            <a:extLst>
              <a:ext uri="{FF2B5EF4-FFF2-40B4-BE49-F238E27FC236}">
                <a16:creationId xmlns:a16="http://schemas.microsoft.com/office/drawing/2014/main" id="{CDF0F2D3-EE12-394D-AB6D-747CD7DA36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0768" r="52157" b="16265"/>
          <a:stretch/>
        </p:blipFill>
        <p:spPr>
          <a:xfrm>
            <a:off x="5569903" y="2169213"/>
            <a:ext cx="4093228" cy="3100152"/>
          </a:xfrm>
          <a:prstGeom prst="rect">
            <a:avLst/>
          </a:prstGeom>
        </p:spPr>
      </p:pic>
      <p:pic>
        <p:nvPicPr>
          <p:cNvPr id="3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3A5FD3E1-4F0E-064A-A904-50F4EB9617F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3" t="3625" r="32257" b="25757"/>
          <a:stretch/>
        </p:blipFill>
        <p:spPr>
          <a:xfrm>
            <a:off x="6812603" y="3234234"/>
            <a:ext cx="2876218" cy="2720365"/>
          </a:xfrm>
          <a:prstGeom prst="rect">
            <a:avLst/>
          </a:prstGeom>
        </p:spPr>
      </p:pic>
      <p:pic>
        <p:nvPicPr>
          <p:cNvPr id="40" name="Imagen 9" descr="Icono&#10;&#10;Descripción generada automáticamente">
            <a:extLst>
              <a:ext uri="{FF2B5EF4-FFF2-40B4-BE49-F238E27FC236}">
                <a16:creationId xmlns:a16="http://schemas.microsoft.com/office/drawing/2014/main" id="{A721AE83-D6CF-DE46-8871-AEC362F2A46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" t="25327" r="75928" b="24553"/>
          <a:stretch/>
        </p:blipFill>
        <p:spPr>
          <a:xfrm>
            <a:off x="8043806" y="3869362"/>
            <a:ext cx="1129668" cy="1426196"/>
          </a:xfrm>
          <a:prstGeom prst="rect">
            <a:avLst/>
          </a:prstGeom>
        </p:spPr>
      </p:pic>
      <p:pic>
        <p:nvPicPr>
          <p:cNvPr id="41" name="Imagen 14" descr="Forma&#10;&#10;Descripción generada automáticamente">
            <a:extLst>
              <a:ext uri="{FF2B5EF4-FFF2-40B4-BE49-F238E27FC236}">
                <a16:creationId xmlns:a16="http://schemas.microsoft.com/office/drawing/2014/main" id="{2B7186E8-99C1-BA4D-8AD3-073BA5B984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11190" r="6996" b="12346"/>
          <a:stretch/>
        </p:blipFill>
        <p:spPr>
          <a:xfrm>
            <a:off x="8202470" y="1179535"/>
            <a:ext cx="1097627" cy="544726"/>
          </a:xfrm>
          <a:prstGeom prst="rect">
            <a:avLst/>
          </a:prstGeom>
        </p:spPr>
      </p:pic>
      <p:pic>
        <p:nvPicPr>
          <p:cNvPr id="44" name="Imagen 22" descr="Imagen que contiene luz, lámpara&#10;&#10;Descripción generada automáticamente">
            <a:extLst>
              <a:ext uri="{FF2B5EF4-FFF2-40B4-BE49-F238E27FC236}">
                <a16:creationId xmlns:a16="http://schemas.microsoft.com/office/drawing/2014/main" id="{A386CEFE-177E-E345-826D-72FA413445F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0" t="6158" r="23333" b="5607"/>
          <a:stretch/>
        </p:blipFill>
        <p:spPr>
          <a:xfrm>
            <a:off x="671495" y="1353532"/>
            <a:ext cx="471505" cy="451627"/>
          </a:xfrm>
          <a:prstGeom prst="rect">
            <a:avLst/>
          </a:prstGeom>
        </p:spPr>
      </p:pic>
      <p:pic>
        <p:nvPicPr>
          <p:cNvPr id="45" name="Imagen 43" descr="Icono&#10;&#10;Descripción generada automáticamente">
            <a:extLst>
              <a:ext uri="{FF2B5EF4-FFF2-40B4-BE49-F238E27FC236}">
                <a16:creationId xmlns:a16="http://schemas.microsoft.com/office/drawing/2014/main" id="{4E7C1DB9-958E-1D42-8158-CFABF060D09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8232" r="2400" b="10923"/>
          <a:stretch/>
        </p:blipFill>
        <p:spPr>
          <a:xfrm>
            <a:off x="862395" y="4600230"/>
            <a:ext cx="1550866" cy="756713"/>
          </a:xfrm>
          <a:prstGeom prst="rect">
            <a:avLst/>
          </a:prstGeom>
        </p:spPr>
      </p:pic>
      <p:pic>
        <p:nvPicPr>
          <p:cNvPr id="46" name="Imagen 53" descr="Círculo&#10;&#10;Descripción generada automáticamente">
            <a:extLst>
              <a:ext uri="{FF2B5EF4-FFF2-40B4-BE49-F238E27FC236}">
                <a16:creationId xmlns:a16="http://schemas.microsoft.com/office/drawing/2014/main" id="{A279676D-CE3A-3348-A674-C319F8AFFE2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6535" r="24866" b="6900"/>
          <a:stretch/>
        </p:blipFill>
        <p:spPr>
          <a:xfrm>
            <a:off x="6654649" y="2968931"/>
            <a:ext cx="801545" cy="79924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92CCD0F-7F39-A141-8BD1-B25756E6D3A5}"/>
              </a:ext>
            </a:extLst>
          </p:cNvPr>
          <p:cNvSpPr txBox="1"/>
          <p:nvPr/>
        </p:nvSpPr>
        <p:spPr>
          <a:xfrm>
            <a:off x="3436449" y="1725242"/>
            <a:ext cx="21515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8800" dirty="0">
                <a:solidFill>
                  <a:schemeClr val="bg1">
                    <a:lumMod val="95000"/>
                  </a:schemeClr>
                </a:solidFill>
                <a:latin typeface="Lalezar" pitchFamily="2" charset="-78"/>
                <a:cs typeface="Lalezar" pitchFamily="2" charset="-78"/>
              </a:rPr>
              <a:t>پایان</a:t>
            </a:r>
            <a:endParaRPr lang="en-US" sz="8800" dirty="0">
              <a:solidFill>
                <a:schemeClr val="bg1">
                  <a:lumMod val="9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518EC4-9C36-944B-AD05-FF6E003AAE37}"/>
              </a:ext>
            </a:extLst>
          </p:cNvPr>
          <p:cNvSpPr txBox="1"/>
          <p:nvPr/>
        </p:nvSpPr>
        <p:spPr>
          <a:xfrm>
            <a:off x="2437115" y="4855475"/>
            <a:ext cx="2916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en-US" sz="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Rounded MT Bold" panose="020F0704030504030204" pitchFamily="34" charset="77"/>
              </a:rPr>
              <a:t>PowerPoint By </a:t>
            </a:r>
            <a:r>
              <a:rPr lang="en-US" sz="9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Rounded MT Bold" panose="020F0704030504030204" pitchFamily="34" charset="77"/>
              </a:rPr>
              <a:t>Parsa</a:t>
            </a:r>
            <a:r>
              <a:rPr lang="en-US" sz="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Rounded MT Bold" panose="020F0704030504030204" pitchFamily="34" charset="77"/>
              </a:rPr>
              <a:t> </a:t>
            </a:r>
            <a:r>
              <a:rPr lang="en-US" sz="9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Rounded MT Bold" panose="020F0704030504030204" pitchFamily="34" charset="77"/>
              </a:rPr>
              <a:t>Banitaba</a:t>
            </a:r>
            <a:endParaRPr lang="en-US" sz="900" dirty="0">
              <a:solidFill>
                <a:schemeClr val="bg2">
                  <a:lumMod val="60000"/>
                  <a:lumOff val="40000"/>
                </a:schemeClr>
              </a:solidFill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199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0 L -0.0349 0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8.64198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3.08642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93827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337 0.03055 " pathEditMode="relative" rAng="0" ptsTypes="AA" p14:bounceEnd="5091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20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22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3.7037E-6 L 0.00035 0.05031 " pathEditMode="relative" rAng="0" ptsTypes="AA">
                                          <p:cBhvr>
                                            <p:cTn id="24" dur="3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1.23457E-6 L -0.03489 1.23457E-6 " pathEditMode="relative" rAng="0" ptsTypes="AA">
                                          <p:cBhvr>
                                            <p:cTn id="26" dur="47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28" dur="3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1.7284E-6 L 0.00035 0.05031 " pathEditMode="relative" rAng="0" ptsTypes="AA">
                                          <p:cBhvr>
                                            <p:cTn id="30" dur="3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repeatCount="indefinite" autoRev="1" fill="hold" nodeType="withEffect" p14:presetBounceEnd="22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22000">
                                          <p:cBhvr>
                                            <p:cTn id="32" dur="600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88889E-6 0.00123 L 0.01336 0.03056 " pathEditMode="relative" rAng="0" ptsTypes="AA" p14:bounceEnd="5091">
                                          <p:cBhvr>
                                            <p:cTn id="34" dur="6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36" dur="3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3636" autoRev="1" fill="hold" nodeType="withEffect" p14:presetBounceEnd="5091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05556E-6 0.00123 L 0.01337 0.03056 " pathEditMode="relative" rAng="0" ptsTypes="AA" p14:bounceEnd="5091">
                                          <p:cBhvr>
                                            <p:cTn id="38" dur="3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40" dur="8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05556E-6 0.00124 L 0.01337 0.03056 " pathEditMode="relative" rAng="0" ptsTypes="AA">
                                          <p:cBhvr>
                                            <p:cTn id="42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44" dur="975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4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48" dur="6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9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50" dur="3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51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4 " pathEditMode="relative" rAng="0" ptsTypes="AA">
                                          <p:cBhvr>
                                            <p:cTn id="52" dur="4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3" presetID="8" presetClass="emph" presetSubtype="0" repeatCount="indefinite" accel="2500" autoRev="1" fill="hold" nodeType="withEffect" p14:presetBounceEnd="3500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 p14:bounceEnd="3500">
                                          <p:cBhvr>
                                            <p:cTn id="54" dur="67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56" dur="27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58" dur="9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5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60" dur="325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6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-0.00185 L -3.05556E-6 0.03766 " pathEditMode="relative" rAng="0" ptsTypes="AA">
                                          <p:cBhvr>
                                            <p:cTn id="62" dur="5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3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42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  <p:bldP spid="4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0 L -0.0349 0 " pathEditMode="relative" rAng="0" ptsTypes="AA">
                                          <p:cBhvr>
                                            <p:cTn id="6" dur="4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8.64198E-7 L 0.00035 0.05031 " pathEditMode="relative" rAng="0" ptsTypes="AA">
                                          <p:cBhvr>
                                            <p:cTn id="8" dur="3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repeatCount="indefinite" accel="10000" decel="14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3.08642E-6 L 0.00034 0.05031 " pathEditMode="relative" rAng="0" ptsTypes="AA">
                                          <p:cBhvr>
                                            <p:cTn id="10" dur="7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93827E-6 L 0.00035 0.05031 " pathEditMode="relative" rAng="0" ptsTypes="AA">
                                          <p:cBhvr>
                                            <p:cTn id="12" dur="32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600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4.72222E-6 0.00123 L 0.01337 0.03055 " pathEditMode="relative" rAng="0" ptsTypes="AA">
                                          <p:cBhvr>
                                            <p:cTn id="16" dur="6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18" dur="3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5 " pathEditMode="relative" rAng="0" ptsTypes="AA">
                                          <p:cBhvr>
                                            <p:cTn id="20" dur="6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22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3.7037E-6 L 0.00035 0.05031 " pathEditMode="relative" rAng="0" ptsTypes="AA">
                                          <p:cBhvr>
                                            <p:cTn id="24" dur="3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349 1.23457E-6 L -0.03489 1.23457E-6 " pathEditMode="relative" rAng="0" ptsTypes="AA">
                                          <p:cBhvr>
                                            <p:cTn id="26" dur="47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49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repeatCount="indefinite" accel="5000" decel="5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2.22222E-6 L 0.00035 0.05031 " pathEditMode="relative" rAng="0" ptsTypes="AA">
                                          <p:cBhvr>
                                            <p:cTn id="28" dur="3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repeatCount="indefinite" accel="19000" decel="1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22222E-6 1.7284E-6 L 0.00035 0.05031 " pathEditMode="relative" rAng="0" ptsTypes="AA">
                                          <p:cBhvr>
                                            <p:cTn id="30" dur="3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" y="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repeatCount="indefinite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600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88889E-6 0.00123 L 0.01336 0.03056 " pathEditMode="relative" rAng="0" ptsTypes="AA">
                                          <p:cBhvr>
                                            <p:cTn id="34" dur="6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36" dur="3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42" presetClass="path" presetSubtype="0" repeatCount="indefinite" ac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3.05556E-6 0.00123 L 0.01337 0.03056 " pathEditMode="relative" rAng="0" ptsTypes="AA">
                                          <p:cBhvr>
                                            <p:cTn id="38" dur="3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0" dur="82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3.05556E-6 0.00124 L 0.01337 0.03056 " pathEditMode="relative" rAng="0" ptsTypes="AA">
                                          <p:cBhvr>
                                            <p:cTn id="42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0" y="145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44" dur="975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5" presetID="35" presetClass="path" presetSubtype="0" repeatCount="indefinite" accel="29000" decel="26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22222E-6 L 0.07136 0.00062 " pathEditMode="relative" rAng="0" ptsTypes="AA">
                                          <p:cBhvr>
                                            <p:cTn id="46" dur="7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559" y="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42" presetClass="path" presetSubtype="0" repeatCount="indefinite" accel="3636" decel="4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1 L 0.00191 0.05155 " pathEditMode="relative" rAng="0" ptsTypes="AA">
                                          <p:cBhvr>
                                            <p:cTn id="48" dur="6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9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50" dur="3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51" presetID="42" presetClass="path" presetSubtype="0" repeatCount="indefinite" accel="9000" decel="800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9 0.0179 L 0.00191 0.05154 " pathEditMode="relative" rAng="0" ptsTypes="AA">
                                          <p:cBhvr>
                                            <p:cTn id="52" dur="4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3" presetID="8" presetClass="emph" presetSubtype="0" repeatCount="indefinite" accel="25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54" dur="67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repeatCount="indefinite" accel="4727" decel="3636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0.02378 0.0179 L 0.00191 0.05155 " pathEditMode="relative" rAng="0" ptsTypes="AA">
                                          <p:cBhvr>
                                            <p:cTn id="56" dur="27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94" y="16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8" presetClass="emph" presetSubtype="0" repeatCount="indefinite" accel="1405" decel="1081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00000">
                                          <p:cBhvr>
                                            <p:cTn id="58" dur="9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59" presetID="8" presetClass="emp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600000">
                                          <p:cBhvr>
                                            <p:cTn id="60" dur="325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61" presetID="42" presetClass="path" presetSubtype="0" repeatCount="indefinite" accel="8000" decel="9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4444E-6 -0.00185 L 4.44444E-6 0.03766 " pathEditMode="relative" rAng="0" ptsTypes="AA">
                                          <p:cBhvr>
                                            <p:cTn id="62" dur="5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9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3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42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  <p:bldP spid="48" grpId="0"/>
        </p:bldLst>
      </p:timing>
    </mc:Fallback>
  </mc:AlternateContent>
</p:sld>
</file>

<file path=ppt/theme/theme1.xml><?xml version="1.0" encoding="utf-8"?>
<a:theme xmlns:a="http://schemas.openxmlformats.org/drawingml/2006/main" name="Motion Graphics App Pitch Deck by Slidesgo">
  <a:themeElements>
    <a:clrScheme name="Personalizado 10">
      <a:dk1>
        <a:srgbClr val="36174D"/>
      </a:dk1>
      <a:lt1>
        <a:sysClr val="window" lastClr="FFFFFF"/>
      </a:lt1>
      <a:dk2>
        <a:srgbClr val="63298F"/>
      </a:dk2>
      <a:lt2>
        <a:srgbClr val="998DDF"/>
      </a:lt2>
      <a:accent1>
        <a:srgbClr val="C6B8EB"/>
      </a:accent1>
      <a:accent2>
        <a:srgbClr val="F3BB30"/>
      </a:accent2>
      <a:accent3>
        <a:srgbClr val="BAD6F1"/>
      </a:accent3>
      <a:accent4>
        <a:srgbClr val="FF8BFF"/>
      </a:accent4>
      <a:accent5>
        <a:srgbClr val="FFFFFF"/>
      </a:accent5>
      <a:accent6>
        <a:srgbClr val="FFFFFF"/>
      </a:accent6>
      <a:hlink>
        <a:srgbClr val="36174D"/>
      </a:hlink>
      <a:folHlink>
        <a:srgbClr val="36174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693</TotalTime>
  <Words>1179</Words>
  <Application>Microsoft Macintosh PowerPoint</Application>
  <PresentationFormat>On-screen Show (16:9)</PresentationFormat>
  <Paragraphs>199</Paragraphs>
  <Slides>38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 Rounded MT Bold</vt:lpstr>
      <vt:lpstr>Calibri</vt:lpstr>
      <vt:lpstr>Lalezar</vt:lpstr>
      <vt:lpstr>Manrope Medium</vt:lpstr>
      <vt:lpstr>Staatliches</vt:lpstr>
      <vt:lpstr>Motion Graphics App Pitch Deck by Slidesgo</vt:lpstr>
      <vt:lpstr>PowerPoint Presentation</vt:lpstr>
      <vt:lpstr>مدیریت حافظه</vt:lpstr>
      <vt:lpstr>نفر اول</vt:lpstr>
      <vt:lpstr>فهرست مطالب </vt:lpstr>
      <vt:lpstr>عناصری که به حافظه نیاز دارند</vt:lpstr>
      <vt:lpstr>برنامه نویس تمایل دارد مدیریت حافظه را برحسب حافظه ی داده ها و برنامه های ترجمه شده ببیند</vt:lpstr>
      <vt:lpstr>PowerPoint Presentation</vt:lpstr>
      <vt:lpstr>PowerPoint Presentation</vt:lpstr>
      <vt:lpstr>PowerPoint Presentation</vt:lpstr>
      <vt:lpstr>PowerPoint Presentation</vt:lpstr>
      <vt:lpstr>مشکلات برنامه نویس  بر روی مدیریت کنترل حافظه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علی رحمتی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مدیریت حافظه</dc:title>
  <cp:lastModifiedBy>Microsoft Office User</cp:lastModifiedBy>
  <cp:revision>14</cp:revision>
  <dcterms:created xsi:type="dcterms:W3CDTF">2021-10-12T08:06:43Z</dcterms:created>
  <dcterms:modified xsi:type="dcterms:W3CDTF">2023-12-08T05:45:03Z</dcterms:modified>
</cp:coreProperties>
</file>