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26"/>
  </p:notesMasterIdLst>
  <p:sldIdLst>
    <p:sldId id="256" r:id="rId2"/>
    <p:sldId id="257" r:id="rId3"/>
    <p:sldId id="259" r:id="rId4"/>
    <p:sldId id="260" r:id="rId5"/>
    <p:sldId id="261" r:id="rId6"/>
    <p:sldId id="263" r:id="rId7"/>
    <p:sldId id="267" r:id="rId8"/>
    <p:sldId id="270" r:id="rId9"/>
    <p:sldId id="290" r:id="rId10"/>
    <p:sldId id="291" r:id="rId11"/>
    <p:sldId id="292" r:id="rId12"/>
    <p:sldId id="293" r:id="rId13"/>
    <p:sldId id="294" r:id="rId14"/>
    <p:sldId id="295" r:id="rId15"/>
    <p:sldId id="280" r:id="rId16"/>
    <p:sldId id="281" r:id="rId17"/>
    <p:sldId id="283" r:id="rId18"/>
    <p:sldId id="296" r:id="rId19"/>
    <p:sldId id="297" r:id="rId20"/>
    <p:sldId id="298" r:id="rId21"/>
    <p:sldId id="299" r:id="rId22"/>
    <p:sldId id="300" r:id="rId23"/>
    <p:sldId id="301" r:id="rId24"/>
    <p:sldId id="302" r:id="rId25"/>
  </p:sldIdLst>
  <p:sldSz cx="9144000" cy="5143500" type="screen16x9"/>
  <p:notesSz cx="6858000" cy="9144000"/>
  <p:embeddedFontLst>
    <p:embeddedFont>
      <p:font typeface="Abril Fatface" panose="02000503000000020003" pitchFamily="2" charset="77"/>
      <p:regular r:id="rId27"/>
    </p:embeddedFont>
    <p:embeddedFont>
      <p:font typeface="Arimo" panose="020B0604020202020204" pitchFamily="34" charset="0"/>
      <p:regular r:id="rId28"/>
      <p:bold r:id="rId29"/>
      <p:italic r:id="rId30"/>
      <p:boldItalic r:id="rId31"/>
    </p:embeddedFont>
    <p:embeddedFont>
      <p:font typeface="B Yekan" pitchFamily="2" charset="-78"/>
      <p:regular r:id="rId32"/>
    </p:embeddedFont>
    <p:embeddedFont>
      <p:font typeface="Calibri" panose="020F0502020204030204" pitchFamily="34" charset="0"/>
      <p:regular r:id="rId33"/>
      <p:bold r:id="rId34"/>
      <p:italic r:id="rId35"/>
      <p:boldItalic r:id="rId36"/>
    </p:embeddedFont>
    <p:embeddedFont>
      <p:font typeface="Krona One" panose="02010605030500060004" pitchFamily="2" charset="77"/>
      <p:regular r:id="rId37"/>
    </p:embeddedFont>
    <p:embeddedFont>
      <p:font typeface="Lalezar" pitchFamily="2" charset="-78"/>
      <p:regular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47AB3"/>
    <a:srgbClr val="D4F4E6"/>
    <a:srgbClr val="FF7A8F"/>
    <a:srgbClr val="AEDCCE"/>
    <a:srgbClr val="F5ACA5"/>
    <a:srgbClr val="000000"/>
    <a:srgbClr val="B7D557"/>
    <a:srgbClr val="6D8C8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FB83D5-7D0B-4998-8F01-86F9F7A8F6A3}">
  <a:tblStyle styleId="{B1FB83D5-7D0B-4998-8F01-86F9F7A8F6A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29"/>
  </p:normalViewPr>
  <p:slideViewPr>
    <p:cSldViewPr snapToGrid="0" snapToObjects="1">
      <p:cViewPr>
        <p:scale>
          <a:sx n="129" d="100"/>
          <a:sy n="129" d="100"/>
        </p:scale>
        <p:origin x="-240"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1615ef1f6c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6" name="Google Shape;446;g1615ef1f6c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146b5086125_0_1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146b5086125_0_1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0" name="Google Shape;510;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102a117a58f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102a117a58f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163ff7294a0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163ff7294a0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g163ff7294a0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2" name="Google Shape;582;g163ff7294a0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163ff7294a0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163ff7294a0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g163ff7294a0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0" name="Google Shape;770;g163ff7294a0_0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g163ff7294a0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0" name="Google Shape;770;g163ff7294a0_0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56336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g163ff7294a0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0" name="Google Shape;770;g163ff7294a0_0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36330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g163ff7294a0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0" name="Google Shape;770;g163ff7294a0_0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637297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g163ff7294a0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0" name="Google Shape;770;g163ff7294a0_0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704548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g163ff7294a0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0" name="Google Shape;770;g163ff7294a0_0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3402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163ff7294a0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163ff7294a0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57430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g163ff7294a0_0_3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1" name="Google Shape;1081;g163ff7294a0_0_3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4"/>
        <p:cNvGrpSpPr/>
        <p:nvPr/>
      </p:nvGrpSpPr>
      <p:grpSpPr>
        <a:xfrm>
          <a:off x="0" y="0"/>
          <a:ext cx="0" cy="0"/>
          <a:chOff x="0" y="0"/>
          <a:chExt cx="0" cy="0"/>
        </a:xfrm>
      </p:grpSpPr>
      <p:sp>
        <p:nvSpPr>
          <p:cNvPr id="1095" name="Google Shape;1095;g163ff7294a0_0_4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6" name="Google Shape;1096;g163ff7294a0_0_4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3"/>
        <p:cNvGrpSpPr/>
        <p:nvPr/>
      </p:nvGrpSpPr>
      <p:grpSpPr>
        <a:xfrm>
          <a:off x="0" y="0"/>
          <a:ext cx="0" cy="0"/>
          <a:chOff x="0" y="0"/>
          <a:chExt cx="0" cy="0"/>
        </a:xfrm>
      </p:grpSpPr>
      <p:sp>
        <p:nvSpPr>
          <p:cNvPr id="1214" name="Google Shape;1214;g163ff7294a0_0_5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5" name="Google Shape;1215;g163ff7294a0_0_5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2399329" y="-3503901"/>
            <a:ext cx="14588392" cy="13747603"/>
            <a:chOff x="-2399329" y="-3503901"/>
            <a:chExt cx="14588392" cy="13747603"/>
          </a:xfrm>
        </p:grpSpPr>
        <p:grpSp>
          <p:nvGrpSpPr>
            <p:cNvPr id="10" name="Google Shape;10;p2"/>
            <p:cNvGrpSpPr/>
            <p:nvPr/>
          </p:nvGrpSpPr>
          <p:grpSpPr>
            <a:xfrm>
              <a:off x="-2399329" y="-3503901"/>
              <a:ext cx="14389291" cy="13747603"/>
              <a:chOff x="-2399329" y="-3503901"/>
              <a:chExt cx="14389291" cy="13747603"/>
            </a:xfrm>
          </p:grpSpPr>
          <p:sp>
            <p:nvSpPr>
              <p:cNvPr id="11" name="Google Shape;11;p2"/>
              <p:cNvSpPr/>
              <p:nvPr/>
            </p:nvSpPr>
            <p:spPr>
              <a:xfrm rot="4815481">
                <a:off x="-1871902" y="-1207118"/>
                <a:ext cx="6487146" cy="6538537"/>
              </a:xfrm>
              <a:prstGeom prst="ellipse">
                <a:avLst/>
              </a:prstGeom>
              <a:gradFill>
                <a:gsLst>
                  <a:gs pos="0">
                    <a:srgbClr val="1645D3">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4815400">
                <a:off x="-1865468" y="2293952"/>
                <a:ext cx="4917430" cy="4956342"/>
              </a:xfrm>
              <a:prstGeom prst="ellipse">
                <a:avLst/>
              </a:prstGeom>
              <a:gradFill>
                <a:gsLst>
                  <a:gs pos="0">
                    <a:srgbClr val="E0FE68">
                      <a:alpha val="52156"/>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4815509">
                <a:off x="5302927" y="-216148"/>
                <a:ext cx="6184270" cy="6233244"/>
              </a:xfrm>
              <a:prstGeom prst="ellipse">
                <a:avLst/>
              </a:prstGeom>
              <a:gradFill>
                <a:gsLst>
                  <a:gs pos="0">
                    <a:srgbClr val="8AC1DC">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4815446">
                <a:off x="1214240" y="1646016"/>
                <a:ext cx="7945794" cy="8009071"/>
              </a:xfrm>
              <a:prstGeom prst="ellipse">
                <a:avLst/>
              </a:prstGeom>
              <a:gradFill>
                <a:gsLst>
                  <a:gs pos="0">
                    <a:srgbClr val="9900FF">
                      <a:alpha val="66274"/>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4815509">
                <a:off x="939427" y="-3045723"/>
                <a:ext cx="6184270" cy="6233244"/>
              </a:xfrm>
              <a:prstGeom prst="ellipse">
                <a:avLst/>
              </a:prstGeom>
              <a:gradFill>
                <a:gsLst>
                  <a:gs pos="0">
                    <a:srgbClr val="8AC1DC">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p:nvPr/>
          </p:nvSpPr>
          <p:spPr>
            <a:xfrm rot="4815446">
              <a:off x="3597065" y="469741"/>
              <a:ext cx="7945794" cy="8009071"/>
            </a:xfrm>
            <a:prstGeom prst="ellipse">
              <a:avLst/>
            </a:prstGeom>
            <a:gradFill>
              <a:gsLst>
                <a:gs pos="0">
                  <a:srgbClr val="9900FF">
                    <a:alpha val="66274"/>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4815400">
              <a:off x="149032" y="2532227"/>
              <a:ext cx="4917430" cy="4956342"/>
            </a:xfrm>
            <a:prstGeom prst="ellipse">
              <a:avLst/>
            </a:prstGeom>
            <a:gradFill>
              <a:gsLst>
                <a:gs pos="0">
                  <a:srgbClr val="E0FE68">
                    <a:alpha val="52156"/>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8" name="Google Shape;18;p2"/>
          <p:cNvPicPr preferRelativeResize="0"/>
          <p:nvPr/>
        </p:nvPicPr>
        <p:blipFill>
          <a:blip r:embed="rId2">
            <a:alphaModFix amt="21000"/>
          </a:blip>
          <a:stretch>
            <a:fillRect/>
          </a:stretch>
        </p:blipFill>
        <p:spPr>
          <a:xfrm>
            <a:off x="0" y="0"/>
            <a:ext cx="9144000" cy="5143500"/>
          </a:xfrm>
          <a:prstGeom prst="rect">
            <a:avLst/>
          </a:prstGeom>
          <a:noFill/>
          <a:ln>
            <a:noFill/>
          </a:ln>
        </p:spPr>
      </p:pic>
      <p:sp>
        <p:nvSpPr>
          <p:cNvPr id="19" name="Google Shape;19;p2"/>
          <p:cNvSpPr txBox="1">
            <a:spLocks noGrp="1"/>
          </p:cNvSpPr>
          <p:nvPr>
            <p:ph type="ctrTitle"/>
          </p:nvPr>
        </p:nvSpPr>
        <p:spPr>
          <a:xfrm>
            <a:off x="749700" y="1335159"/>
            <a:ext cx="7644600" cy="15615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4400" b="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20" name="Google Shape;20;p2"/>
          <p:cNvSpPr txBox="1">
            <a:spLocks noGrp="1"/>
          </p:cNvSpPr>
          <p:nvPr>
            <p:ph type="subTitle" idx="1"/>
          </p:nvPr>
        </p:nvSpPr>
        <p:spPr>
          <a:xfrm>
            <a:off x="1831350" y="3419668"/>
            <a:ext cx="5481300" cy="420000"/>
          </a:xfrm>
          <a:prstGeom prst="rect">
            <a:avLst/>
          </a:prstGeom>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600" b="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21" name="Google Shape;21;p2"/>
          <p:cNvSpPr txBox="1">
            <a:spLocks noGrp="1"/>
          </p:cNvSpPr>
          <p:nvPr>
            <p:ph type="subTitle" idx="2"/>
          </p:nvPr>
        </p:nvSpPr>
        <p:spPr>
          <a:xfrm>
            <a:off x="749700" y="4599700"/>
            <a:ext cx="7644600" cy="3153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000" b="0">
                <a:latin typeface="Krona One"/>
                <a:ea typeface="Krona One"/>
                <a:cs typeface="Krona One"/>
                <a:sym typeface="Krona 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2"/>
        <p:cNvGrpSpPr/>
        <p:nvPr/>
      </p:nvGrpSpPr>
      <p:grpSpPr>
        <a:xfrm>
          <a:off x="0" y="0"/>
          <a:ext cx="0" cy="0"/>
          <a:chOff x="0" y="0"/>
          <a:chExt cx="0" cy="0"/>
        </a:xfrm>
      </p:grpSpPr>
      <p:grpSp>
        <p:nvGrpSpPr>
          <p:cNvPr id="23" name="Google Shape;23;p3"/>
          <p:cNvGrpSpPr/>
          <p:nvPr/>
        </p:nvGrpSpPr>
        <p:grpSpPr>
          <a:xfrm rot="10800000" flipH="1">
            <a:off x="-2696003" y="-4649251"/>
            <a:ext cx="15292590" cy="13876203"/>
            <a:chOff x="-2541703" y="-3503901"/>
            <a:chExt cx="15292590" cy="13876203"/>
          </a:xfrm>
        </p:grpSpPr>
        <p:sp>
          <p:nvSpPr>
            <p:cNvPr id="24" name="Google Shape;24;p3"/>
            <p:cNvSpPr/>
            <p:nvPr/>
          </p:nvSpPr>
          <p:spPr>
            <a:xfrm rot="4815481">
              <a:off x="-688902" y="-117968"/>
              <a:ext cx="6487146" cy="6538537"/>
            </a:xfrm>
            <a:prstGeom prst="ellipse">
              <a:avLst/>
            </a:prstGeom>
            <a:gradFill>
              <a:gsLst>
                <a:gs pos="0">
                  <a:srgbClr val="1645D3">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4815400">
              <a:off x="-2141868" y="2803227"/>
              <a:ext cx="4917430" cy="4956342"/>
            </a:xfrm>
            <a:prstGeom prst="ellipse">
              <a:avLst/>
            </a:prstGeom>
            <a:gradFill>
              <a:gsLst>
                <a:gs pos="0">
                  <a:srgbClr val="E0FE68">
                    <a:alpha val="52156"/>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rot="4815509">
              <a:off x="5302927" y="-216148"/>
              <a:ext cx="6184270" cy="6233244"/>
            </a:xfrm>
            <a:prstGeom prst="ellipse">
              <a:avLst/>
            </a:prstGeom>
            <a:gradFill>
              <a:gsLst>
                <a:gs pos="0">
                  <a:srgbClr val="8AC1DC">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4815446">
              <a:off x="4158890" y="1774616"/>
              <a:ext cx="7945794" cy="8009071"/>
            </a:xfrm>
            <a:prstGeom prst="ellipse">
              <a:avLst/>
            </a:prstGeom>
            <a:gradFill>
              <a:gsLst>
                <a:gs pos="0">
                  <a:srgbClr val="9900FF">
                    <a:alpha val="66274"/>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rot="4815509">
              <a:off x="939427" y="-3045723"/>
              <a:ext cx="6184270" cy="6233244"/>
            </a:xfrm>
            <a:prstGeom prst="ellipse">
              <a:avLst/>
            </a:prstGeom>
            <a:gradFill>
              <a:gsLst>
                <a:gs pos="0">
                  <a:srgbClr val="8AC1DC">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9" name="Google Shape;29;p3"/>
          <p:cNvPicPr preferRelativeResize="0"/>
          <p:nvPr/>
        </p:nvPicPr>
        <p:blipFill>
          <a:blip r:embed="rId2">
            <a:alphaModFix amt="21000"/>
          </a:blip>
          <a:stretch>
            <a:fillRect/>
          </a:stretch>
        </p:blipFill>
        <p:spPr>
          <a:xfrm>
            <a:off x="0" y="0"/>
            <a:ext cx="9144000" cy="5143500"/>
          </a:xfrm>
          <a:prstGeom prst="rect">
            <a:avLst/>
          </a:prstGeom>
          <a:noFill/>
          <a:ln>
            <a:noFill/>
          </a:ln>
        </p:spPr>
      </p:pic>
      <p:sp>
        <p:nvSpPr>
          <p:cNvPr id="30" name="Google Shape;30;p3"/>
          <p:cNvSpPr txBox="1">
            <a:spLocks noGrp="1"/>
          </p:cNvSpPr>
          <p:nvPr>
            <p:ph type="title"/>
          </p:nvPr>
        </p:nvSpPr>
        <p:spPr>
          <a:xfrm>
            <a:off x="3952900" y="2470075"/>
            <a:ext cx="4464300" cy="10929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37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1" name="Google Shape;31;p3"/>
          <p:cNvSpPr txBox="1">
            <a:spLocks noGrp="1"/>
          </p:cNvSpPr>
          <p:nvPr>
            <p:ph type="title" idx="2" hasCustomPrompt="1"/>
          </p:nvPr>
        </p:nvSpPr>
        <p:spPr>
          <a:xfrm>
            <a:off x="3952900" y="977375"/>
            <a:ext cx="2067000" cy="1275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6000"/>
              <a:buNone/>
              <a:defRPr sz="8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2" name="Google Shape;32;p3"/>
          <p:cNvSpPr txBox="1">
            <a:spLocks noGrp="1"/>
          </p:cNvSpPr>
          <p:nvPr>
            <p:ph type="subTitle" idx="1"/>
          </p:nvPr>
        </p:nvSpPr>
        <p:spPr>
          <a:xfrm>
            <a:off x="3952900" y="3563100"/>
            <a:ext cx="4464300" cy="4035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3" name="Google Shape;33;p3"/>
          <p:cNvSpPr txBox="1">
            <a:spLocks noGrp="1"/>
          </p:cNvSpPr>
          <p:nvPr>
            <p:ph type="subTitle" idx="3"/>
          </p:nvPr>
        </p:nvSpPr>
        <p:spPr>
          <a:xfrm>
            <a:off x="749188" y="4599700"/>
            <a:ext cx="7644600" cy="3153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000" b="0">
                <a:latin typeface="Krona One"/>
                <a:ea typeface="Krona One"/>
                <a:cs typeface="Krona One"/>
                <a:sym typeface="Krona 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34" name="Google Shape;34;p3"/>
          <p:cNvSpPr/>
          <p:nvPr/>
        </p:nvSpPr>
        <p:spPr>
          <a:xfrm rot="4815400">
            <a:off x="149032" y="2532227"/>
            <a:ext cx="4917430" cy="4956342"/>
          </a:xfrm>
          <a:prstGeom prst="ellipse">
            <a:avLst/>
          </a:prstGeom>
          <a:gradFill>
            <a:gsLst>
              <a:gs pos="0">
                <a:srgbClr val="E0FE68">
                  <a:alpha val="52156"/>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2"/>
        <p:cNvGrpSpPr/>
        <p:nvPr/>
      </p:nvGrpSpPr>
      <p:grpSpPr>
        <a:xfrm>
          <a:off x="0" y="0"/>
          <a:ext cx="0" cy="0"/>
          <a:chOff x="0" y="0"/>
          <a:chExt cx="0" cy="0"/>
        </a:xfrm>
      </p:grpSpPr>
      <p:grpSp>
        <p:nvGrpSpPr>
          <p:cNvPr id="83" name="Google Shape;83;p8"/>
          <p:cNvGrpSpPr/>
          <p:nvPr/>
        </p:nvGrpSpPr>
        <p:grpSpPr>
          <a:xfrm rot="10800000">
            <a:off x="-3269028" y="-4594676"/>
            <a:ext cx="14472390" cy="14046753"/>
            <a:chOff x="-2541703" y="-3108251"/>
            <a:chExt cx="14472390" cy="14046753"/>
          </a:xfrm>
        </p:grpSpPr>
        <p:sp>
          <p:nvSpPr>
            <p:cNvPr id="84" name="Google Shape;84;p8"/>
            <p:cNvSpPr/>
            <p:nvPr/>
          </p:nvSpPr>
          <p:spPr>
            <a:xfrm rot="4815481">
              <a:off x="-688902" y="-117968"/>
              <a:ext cx="6487146" cy="6538537"/>
            </a:xfrm>
            <a:prstGeom prst="ellipse">
              <a:avLst/>
            </a:prstGeom>
            <a:gradFill>
              <a:gsLst>
                <a:gs pos="0">
                  <a:srgbClr val="1645D3">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8"/>
            <p:cNvSpPr/>
            <p:nvPr/>
          </p:nvSpPr>
          <p:spPr>
            <a:xfrm rot="4815400">
              <a:off x="-2141868" y="2803227"/>
              <a:ext cx="4917430" cy="4956342"/>
            </a:xfrm>
            <a:prstGeom prst="ellipse">
              <a:avLst/>
            </a:prstGeom>
            <a:gradFill>
              <a:gsLst>
                <a:gs pos="0">
                  <a:srgbClr val="E0FE68">
                    <a:alpha val="52156"/>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8"/>
            <p:cNvSpPr/>
            <p:nvPr/>
          </p:nvSpPr>
          <p:spPr>
            <a:xfrm rot="4815509">
              <a:off x="5243652" y="1596127"/>
              <a:ext cx="6184270" cy="6233244"/>
            </a:xfrm>
            <a:prstGeom prst="ellipse">
              <a:avLst/>
            </a:prstGeom>
            <a:gradFill>
              <a:gsLst>
                <a:gs pos="0">
                  <a:srgbClr val="8AC1DC">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rot="4815446">
              <a:off x="615" y="2340816"/>
              <a:ext cx="7945794" cy="8009071"/>
            </a:xfrm>
            <a:prstGeom prst="ellipse">
              <a:avLst/>
            </a:prstGeom>
            <a:gradFill>
              <a:gsLst>
                <a:gs pos="0">
                  <a:srgbClr val="9900FF">
                    <a:alpha val="66274"/>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rot="4815509">
              <a:off x="-1258848" y="-2650073"/>
              <a:ext cx="6184270" cy="6233244"/>
            </a:xfrm>
            <a:prstGeom prst="ellipse">
              <a:avLst/>
            </a:prstGeom>
            <a:gradFill>
              <a:gsLst>
                <a:gs pos="0">
                  <a:srgbClr val="8AC1DC">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89" name="Google Shape;89;p8"/>
          <p:cNvPicPr preferRelativeResize="0"/>
          <p:nvPr/>
        </p:nvPicPr>
        <p:blipFill>
          <a:blip r:embed="rId2">
            <a:alphaModFix amt="21000"/>
          </a:blip>
          <a:stretch>
            <a:fillRect/>
          </a:stretch>
        </p:blipFill>
        <p:spPr>
          <a:xfrm>
            <a:off x="0" y="0"/>
            <a:ext cx="9144000" cy="5143500"/>
          </a:xfrm>
          <a:prstGeom prst="rect">
            <a:avLst/>
          </a:prstGeom>
          <a:noFill/>
          <a:ln>
            <a:noFill/>
          </a:ln>
        </p:spPr>
      </p:pic>
      <p:sp>
        <p:nvSpPr>
          <p:cNvPr id="90" name="Google Shape;90;p8"/>
          <p:cNvSpPr txBox="1">
            <a:spLocks noGrp="1"/>
          </p:cNvSpPr>
          <p:nvPr>
            <p:ph type="title"/>
          </p:nvPr>
        </p:nvSpPr>
        <p:spPr>
          <a:xfrm>
            <a:off x="734975" y="1168650"/>
            <a:ext cx="7674000" cy="28062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83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91" name="Google Shape;91;p8"/>
          <p:cNvSpPr txBox="1">
            <a:spLocks noGrp="1"/>
          </p:cNvSpPr>
          <p:nvPr>
            <p:ph type="subTitle" idx="1"/>
          </p:nvPr>
        </p:nvSpPr>
        <p:spPr>
          <a:xfrm rot="-5400000">
            <a:off x="-1528025" y="2403650"/>
            <a:ext cx="4047600" cy="3153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000" b="0">
                <a:latin typeface="Krona One"/>
                <a:ea typeface="Krona One"/>
                <a:cs typeface="Krona One"/>
                <a:sym typeface="Krona 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92" name="Google Shape;92;p8"/>
          <p:cNvSpPr txBox="1">
            <a:spLocks noGrp="1"/>
          </p:cNvSpPr>
          <p:nvPr>
            <p:ph type="subTitle" idx="2"/>
          </p:nvPr>
        </p:nvSpPr>
        <p:spPr>
          <a:xfrm rot="5400000">
            <a:off x="6605150" y="2403650"/>
            <a:ext cx="4047600" cy="3153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000" b="0">
                <a:latin typeface="Krona One"/>
                <a:ea typeface="Krona One"/>
                <a:cs typeface="Krona One"/>
                <a:sym typeface="Krona 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3"/>
        <p:cNvGrpSpPr/>
        <p:nvPr/>
      </p:nvGrpSpPr>
      <p:grpSpPr>
        <a:xfrm>
          <a:off x="0" y="0"/>
          <a:ext cx="0" cy="0"/>
          <a:chOff x="0" y="0"/>
          <a:chExt cx="0" cy="0"/>
        </a:xfrm>
      </p:grpSpPr>
      <p:grpSp>
        <p:nvGrpSpPr>
          <p:cNvPr id="94" name="Google Shape;94;p9"/>
          <p:cNvGrpSpPr/>
          <p:nvPr/>
        </p:nvGrpSpPr>
        <p:grpSpPr>
          <a:xfrm>
            <a:off x="-2696003" y="-4806151"/>
            <a:ext cx="14472390" cy="14046753"/>
            <a:chOff x="-2696003" y="-4806151"/>
            <a:chExt cx="14472390" cy="14046753"/>
          </a:xfrm>
        </p:grpSpPr>
        <p:grpSp>
          <p:nvGrpSpPr>
            <p:cNvPr id="95" name="Google Shape;95;p9"/>
            <p:cNvGrpSpPr/>
            <p:nvPr/>
          </p:nvGrpSpPr>
          <p:grpSpPr>
            <a:xfrm>
              <a:off x="-2696003" y="-4806151"/>
              <a:ext cx="14472390" cy="14046753"/>
              <a:chOff x="-2541703" y="-3108251"/>
              <a:chExt cx="14472390" cy="14046753"/>
            </a:xfrm>
          </p:grpSpPr>
          <p:sp>
            <p:nvSpPr>
              <p:cNvPr id="96" name="Google Shape;96;p9"/>
              <p:cNvSpPr/>
              <p:nvPr/>
            </p:nvSpPr>
            <p:spPr>
              <a:xfrm rot="4815481">
                <a:off x="-688902" y="-117968"/>
                <a:ext cx="6487146" cy="6538537"/>
              </a:xfrm>
              <a:prstGeom prst="ellipse">
                <a:avLst/>
              </a:prstGeom>
              <a:gradFill>
                <a:gsLst>
                  <a:gs pos="0">
                    <a:srgbClr val="1645D3">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9"/>
              <p:cNvSpPr/>
              <p:nvPr/>
            </p:nvSpPr>
            <p:spPr>
              <a:xfrm rot="4815400">
                <a:off x="-2141868" y="2803227"/>
                <a:ext cx="4917430" cy="4956342"/>
              </a:xfrm>
              <a:prstGeom prst="ellipse">
                <a:avLst/>
              </a:prstGeom>
              <a:gradFill>
                <a:gsLst>
                  <a:gs pos="0">
                    <a:srgbClr val="E0FE68">
                      <a:alpha val="52156"/>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9"/>
              <p:cNvSpPr/>
              <p:nvPr/>
            </p:nvSpPr>
            <p:spPr>
              <a:xfrm rot="4815509">
                <a:off x="5243652" y="1596127"/>
                <a:ext cx="6184270" cy="6233244"/>
              </a:xfrm>
              <a:prstGeom prst="ellipse">
                <a:avLst/>
              </a:prstGeom>
              <a:gradFill>
                <a:gsLst>
                  <a:gs pos="0">
                    <a:srgbClr val="8AC1DC">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9"/>
              <p:cNvSpPr/>
              <p:nvPr/>
            </p:nvSpPr>
            <p:spPr>
              <a:xfrm rot="5984554" flipH="1">
                <a:off x="615" y="-2519637"/>
                <a:ext cx="7945794" cy="8009071"/>
              </a:xfrm>
              <a:prstGeom prst="ellipse">
                <a:avLst/>
              </a:prstGeom>
              <a:gradFill>
                <a:gsLst>
                  <a:gs pos="0">
                    <a:srgbClr val="9900FF">
                      <a:alpha val="66274"/>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9"/>
              <p:cNvSpPr/>
              <p:nvPr/>
            </p:nvSpPr>
            <p:spPr>
              <a:xfrm rot="5984491" flipH="1">
                <a:off x="-1258848" y="4247080"/>
                <a:ext cx="6184270" cy="6233244"/>
              </a:xfrm>
              <a:prstGeom prst="ellipse">
                <a:avLst/>
              </a:prstGeom>
              <a:gradFill>
                <a:gsLst>
                  <a:gs pos="0">
                    <a:srgbClr val="8AC1DC">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 name="Google Shape;101;p9"/>
            <p:cNvSpPr/>
            <p:nvPr/>
          </p:nvSpPr>
          <p:spPr>
            <a:xfrm rot="5984554" flipH="1">
              <a:off x="3032015" y="-970437"/>
              <a:ext cx="7945794" cy="8009071"/>
            </a:xfrm>
            <a:prstGeom prst="ellipse">
              <a:avLst/>
            </a:prstGeom>
            <a:gradFill>
              <a:gsLst>
                <a:gs pos="0">
                  <a:srgbClr val="9900FF">
                    <a:alpha val="66274"/>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2" name="Google Shape;102;p9"/>
          <p:cNvPicPr preferRelativeResize="0"/>
          <p:nvPr/>
        </p:nvPicPr>
        <p:blipFill>
          <a:blip r:embed="rId2">
            <a:alphaModFix amt="21000"/>
          </a:blip>
          <a:stretch>
            <a:fillRect/>
          </a:stretch>
        </p:blipFill>
        <p:spPr>
          <a:xfrm>
            <a:off x="0" y="0"/>
            <a:ext cx="9144000" cy="5143500"/>
          </a:xfrm>
          <a:prstGeom prst="rect">
            <a:avLst/>
          </a:prstGeom>
          <a:noFill/>
          <a:ln>
            <a:noFill/>
          </a:ln>
        </p:spPr>
      </p:pic>
      <p:sp>
        <p:nvSpPr>
          <p:cNvPr id="103" name="Google Shape;103;p9"/>
          <p:cNvSpPr txBox="1">
            <a:spLocks noGrp="1"/>
          </p:cNvSpPr>
          <p:nvPr>
            <p:ph type="title"/>
          </p:nvPr>
        </p:nvSpPr>
        <p:spPr>
          <a:xfrm>
            <a:off x="734963" y="1724675"/>
            <a:ext cx="3858900" cy="5730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600"/>
              <a:buNone/>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04" name="Google Shape;104;p9"/>
          <p:cNvSpPr txBox="1">
            <a:spLocks noGrp="1"/>
          </p:cNvSpPr>
          <p:nvPr>
            <p:ph type="subTitle" idx="1"/>
          </p:nvPr>
        </p:nvSpPr>
        <p:spPr>
          <a:xfrm>
            <a:off x="734963" y="2231225"/>
            <a:ext cx="3858900" cy="1187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21"/>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45"/>
        <p:cNvGrpSpPr/>
        <p:nvPr/>
      </p:nvGrpSpPr>
      <p:grpSpPr>
        <a:xfrm>
          <a:off x="0" y="0"/>
          <a:ext cx="0" cy="0"/>
          <a:chOff x="0" y="0"/>
          <a:chExt cx="0" cy="0"/>
        </a:xfrm>
      </p:grpSpPr>
      <p:grpSp>
        <p:nvGrpSpPr>
          <p:cNvPr id="146" name="Google Shape;146;p14"/>
          <p:cNvGrpSpPr/>
          <p:nvPr/>
        </p:nvGrpSpPr>
        <p:grpSpPr>
          <a:xfrm>
            <a:off x="-2399329" y="-3503901"/>
            <a:ext cx="14588392" cy="13747603"/>
            <a:chOff x="-2399329" y="-3503901"/>
            <a:chExt cx="14588392" cy="13747603"/>
          </a:xfrm>
        </p:grpSpPr>
        <p:grpSp>
          <p:nvGrpSpPr>
            <p:cNvPr id="147" name="Google Shape;147;p14"/>
            <p:cNvGrpSpPr/>
            <p:nvPr/>
          </p:nvGrpSpPr>
          <p:grpSpPr>
            <a:xfrm>
              <a:off x="-2399329" y="-3503901"/>
              <a:ext cx="14389291" cy="13747603"/>
              <a:chOff x="-2399329" y="-3503901"/>
              <a:chExt cx="14389291" cy="13747603"/>
            </a:xfrm>
          </p:grpSpPr>
          <p:sp>
            <p:nvSpPr>
              <p:cNvPr id="148" name="Google Shape;148;p14"/>
              <p:cNvSpPr/>
              <p:nvPr/>
            </p:nvSpPr>
            <p:spPr>
              <a:xfrm rot="4815481">
                <a:off x="-1871902" y="-1207118"/>
                <a:ext cx="6487146" cy="6538537"/>
              </a:xfrm>
              <a:prstGeom prst="ellipse">
                <a:avLst/>
              </a:prstGeom>
              <a:gradFill>
                <a:gsLst>
                  <a:gs pos="0">
                    <a:srgbClr val="1645D3">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4"/>
              <p:cNvSpPr/>
              <p:nvPr/>
            </p:nvSpPr>
            <p:spPr>
              <a:xfrm rot="4815400">
                <a:off x="-1865468" y="2293952"/>
                <a:ext cx="4917430" cy="4956342"/>
              </a:xfrm>
              <a:prstGeom prst="ellipse">
                <a:avLst/>
              </a:prstGeom>
              <a:gradFill>
                <a:gsLst>
                  <a:gs pos="0">
                    <a:srgbClr val="E0FE68">
                      <a:alpha val="52156"/>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4"/>
              <p:cNvSpPr/>
              <p:nvPr/>
            </p:nvSpPr>
            <p:spPr>
              <a:xfrm rot="4815509">
                <a:off x="5302927" y="-216148"/>
                <a:ext cx="6184270" cy="6233244"/>
              </a:xfrm>
              <a:prstGeom prst="ellipse">
                <a:avLst/>
              </a:prstGeom>
              <a:gradFill>
                <a:gsLst>
                  <a:gs pos="0">
                    <a:srgbClr val="8AC1DC">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4"/>
              <p:cNvSpPr/>
              <p:nvPr/>
            </p:nvSpPr>
            <p:spPr>
              <a:xfrm rot="4815446">
                <a:off x="1214240" y="1646016"/>
                <a:ext cx="7945794" cy="8009071"/>
              </a:xfrm>
              <a:prstGeom prst="ellipse">
                <a:avLst/>
              </a:prstGeom>
              <a:gradFill>
                <a:gsLst>
                  <a:gs pos="0">
                    <a:srgbClr val="9900FF">
                      <a:alpha val="66274"/>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4"/>
              <p:cNvSpPr/>
              <p:nvPr/>
            </p:nvSpPr>
            <p:spPr>
              <a:xfrm rot="4815509">
                <a:off x="939427" y="-3045723"/>
                <a:ext cx="6184270" cy="6233244"/>
              </a:xfrm>
              <a:prstGeom prst="ellipse">
                <a:avLst/>
              </a:prstGeom>
              <a:gradFill>
                <a:gsLst>
                  <a:gs pos="0">
                    <a:srgbClr val="8AC1DC">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 name="Google Shape;153;p14"/>
            <p:cNvSpPr/>
            <p:nvPr/>
          </p:nvSpPr>
          <p:spPr>
            <a:xfrm rot="4815446">
              <a:off x="3597065" y="469741"/>
              <a:ext cx="7945794" cy="8009071"/>
            </a:xfrm>
            <a:prstGeom prst="ellipse">
              <a:avLst/>
            </a:prstGeom>
            <a:gradFill>
              <a:gsLst>
                <a:gs pos="0">
                  <a:srgbClr val="9900FF">
                    <a:alpha val="66274"/>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4"/>
            <p:cNvSpPr/>
            <p:nvPr/>
          </p:nvSpPr>
          <p:spPr>
            <a:xfrm rot="4815400">
              <a:off x="149032" y="2532227"/>
              <a:ext cx="4917430" cy="4956342"/>
            </a:xfrm>
            <a:prstGeom prst="ellipse">
              <a:avLst/>
            </a:prstGeom>
            <a:gradFill>
              <a:gsLst>
                <a:gs pos="0">
                  <a:srgbClr val="E0FE68">
                    <a:alpha val="52156"/>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5" name="Google Shape;155;p14"/>
          <p:cNvPicPr preferRelativeResize="0"/>
          <p:nvPr/>
        </p:nvPicPr>
        <p:blipFill>
          <a:blip r:embed="rId2">
            <a:alphaModFix amt="21000"/>
          </a:blip>
          <a:stretch>
            <a:fillRect/>
          </a:stretch>
        </p:blipFill>
        <p:spPr>
          <a:xfrm>
            <a:off x="0" y="0"/>
            <a:ext cx="9144000" cy="5143500"/>
          </a:xfrm>
          <a:prstGeom prst="rect">
            <a:avLst/>
          </a:prstGeom>
          <a:noFill/>
          <a:ln>
            <a:noFill/>
          </a:ln>
        </p:spPr>
      </p:pic>
      <p:sp>
        <p:nvSpPr>
          <p:cNvPr id="156" name="Google Shape;156;p14"/>
          <p:cNvSpPr txBox="1">
            <a:spLocks noGrp="1"/>
          </p:cNvSpPr>
          <p:nvPr>
            <p:ph type="title"/>
          </p:nvPr>
        </p:nvSpPr>
        <p:spPr>
          <a:xfrm>
            <a:off x="1774204" y="2943150"/>
            <a:ext cx="5595600" cy="4848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19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57" name="Google Shape;157;p14"/>
          <p:cNvSpPr txBox="1">
            <a:spLocks noGrp="1"/>
          </p:cNvSpPr>
          <p:nvPr>
            <p:ph type="subTitle" idx="1"/>
          </p:nvPr>
        </p:nvSpPr>
        <p:spPr>
          <a:xfrm>
            <a:off x="1774188" y="1557275"/>
            <a:ext cx="5595600" cy="1245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3000"/>
              <a:buNone/>
              <a:defRPr sz="24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
        <p:nvSpPr>
          <p:cNvPr id="158" name="Google Shape;158;p14"/>
          <p:cNvSpPr txBox="1">
            <a:spLocks noGrp="1"/>
          </p:cNvSpPr>
          <p:nvPr>
            <p:ph type="subTitle" idx="2"/>
          </p:nvPr>
        </p:nvSpPr>
        <p:spPr>
          <a:xfrm rot="-5400000">
            <a:off x="-1528025" y="2403650"/>
            <a:ext cx="4047600" cy="3153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000" b="0">
                <a:latin typeface="Krona One"/>
                <a:ea typeface="Krona One"/>
                <a:cs typeface="Krona One"/>
                <a:sym typeface="Krona 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159" name="Google Shape;159;p14"/>
          <p:cNvSpPr txBox="1">
            <a:spLocks noGrp="1"/>
          </p:cNvSpPr>
          <p:nvPr>
            <p:ph type="subTitle" idx="3"/>
          </p:nvPr>
        </p:nvSpPr>
        <p:spPr>
          <a:xfrm rot="5400000">
            <a:off x="6605150" y="2403650"/>
            <a:ext cx="4047600" cy="3153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000" b="0">
                <a:latin typeface="Krona One"/>
                <a:ea typeface="Krona One"/>
                <a:cs typeface="Krona One"/>
                <a:sym typeface="Krona 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1">
  <p:cSld name="TITLE_ONLY_1_1">
    <p:spTree>
      <p:nvGrpSpPr>
        <p:cNvPr id="1" name="Shape 160"/>
        <p:cNvGrpSpPr/>
        <p:nvPr/>
      </p:nvGrpSpPr>
      <p:grpSpPr>
        <a:xfrm>
          <a:off x="0" y="0"/>
          <a:ext cx="0" cy="0"/>
          <a:chOff x="0" y="0"/>
          <a:chExt cx="0" cy="0"/>
        </a:xfrm>
      </p:grpSpPr>
      <p:grpSp>
        <p:nvGrpSpPr>
          <p:cNvPr id="161" name="Google Shape;161;p15"/>
          <p:cNvGrpSpPr/>
          <p:nvPr/>
        </p:nvGrpSpPr>
        <p:grpSpPr>
          <a:xfrm>
            <a:off x="-4423938" y="-4210149"/>
            <a:ext cx="18226975" cy="14425451"/>
            <a:chOff x="-4423938" y="-4210149"/>
            <a:chExt cx="18226975" cy="14425451"/>
          </a:xfrm>
        </p:grpSpPr>
        <p:grpSp>
          <p:nvGrpSpPr>
            <p:cNvPr id="162" name="Google Shape;162;p15"/>
            <p:cNvGrpSpPr/>
            <p:nvPr/>
          </p:nvGrpSpPr>
          <p:grpSpPr>
            <a:xfrm>
              <a:off x="-4423938" y="-4210149"/>
              <a:ext cx="18226975" cy="14425451"/>
              <a:chOff x="-4423938" y="-4210149"/>
              <a:chExt cx="18226975" cy="14425451"/>
            </a:xfrm>
          </p:grpSpPr>
          <p:sp>
            <p:nvSpPr>
              <p:cNvPr id="163" name="Google Shape;163;p15"/>
              <p:cNvSpPr/>
              <p:nvPr/>
            </p:nvSpPr>
            <p:spPr>
              <a:xfrm rot="4815481">
                <a:off x="-3170652" y="-3729568"/>
                <a:ext cx="6487146" cy="6538537"/>
              </a:xfrm>
              <a:prstGeom prst="ellipse">
                <a:avLst/>
              </a:prstGeom>
              <a:gradFill>
                <a:gsLst>
                  <a:gs pos="0">
                    <a:srgbClr val="1645D3">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5"/>
              <p:cNvSpPr/>
              <p:nvPr/>
            </p:nvSpPr>
            <p:spPr>
              <a:xfrm rot="4815400">
                <a:off x="6407007" y="-2602123"/>
                <a:ext cx="4917430" cy="4956342"/>
              </a:xfrm>
              <a:prstGeom prst="ellipse">
                <a:avLst/>
              </a:prstGeom>
              <a:gradFill>
                <a:gsLst>
                  <a:gs pos="0">
                    <a:srgbClr val="E0FE68">
                      <a:alpha val="52156"/>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5"/>
              <p:cNvSpPr/>
              <p:nvPr/>
            </p:nvSpPr>
            <p:spPr>
              <a:xfrm rot="4815509">
                <a:off x="7116002" y="-280448"/>
                <a:ext cx="6184270" cy="6233244"/>
              </a:xfrm>
              <a:prstGeom prst="ellipse">
                <a:avLst/>
              </a:prstGeom>
              <a:gradFill>
                <a:gsLst>
                  <a:gs pos="0">
                    <a:srgbClr val="8AC1DC">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5"/>
              <p:cNvSpPr/>
              <p:nvPr/>
            </p:nvSpPr>
            <p:spPr>
              <a:xfrm rot="4815446">
                <a:off x="5137140" y="1617616"/>
                <a:ext cx="7945794" cy="8009071"/>
              </a:xfrm>
              <a:prstGeom prst="ellipse">
                <a:avLst/>
              </a:prstGeom>
              <a:gradFill>
                <a:gsLst>
                  <a:gs pos="0">
                    <a:srgbClr val="9900FF">
                      <a:alpha val="66274"/>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5"/>
              <p:cNvSpPr/>
              <p:nvPr/>
            </p:nvSpPr>
            <p:spPr>
              <a:xfrm rot="4815509">
                <a:off x="-3921173" y="-1322673"/>
                <a:ext cx="6184270" cy="6233244"/>
              </a:xfrm>
              <a:prstGeom prst="ellipse">
                <a:avLst/>
              </a:prstGeom>
              <a:gradFill>
                <a:gsLst>
                  <a:gs pos="0">
                    <a:srgbClr val="8AC1DC">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8" name="Google Shape;168;p15"/>
            <p:cNvSpPr/>
            <p:nvPr/>
          </p:nvSpPr>
          <p:spPr>
            <a:xfrm rot="4815400">
              <a:off x="-3391368" y="1734202"/>
              <a:ext cx="4917430" cy="4956342"/>
            </a:xfrm>
            <a:prstGeom prst="ellipse">
              <a:avLst/>
            </a:prstGeom>
            <a:gradFill>
              <a:gsLst>
                <a:gs pos="0">
                  <a:srgbClr val="E0FE68">
                    <a:alpha val="52156"/>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69" name="Google Shape;169;p15"/>
          <p:cNvPicPr preferRelativeResize="0"/>
          <p:nvPr/>
        </p:nvPicPr>
        <p:blipFill>
          <a:blip r:embed="rId2">
            <a:alphaModFix amt="21000"/>
          </a:blip>
          <a:stretch>
            <a:fillRect/>
          </a:stretch>
        </p:blipFill>
        <p:spPr>
          <a:xfrm>
            <a:off x="0" y="0"/>
            <a:ext cx="9144000" cy="5143500"/>
          </a:xfrm>
          <a:prstGeom prst="rect">
            <a:avLst/>
          </a:prstGeom>
          <a:noFill/>
          <a:ln>
            <a:noFill/>
          </a:ln>
        </p:spPr>
      </p:pic>
      <p:sp>
        <p:nvSpPr>
          <p:cNvPr id="170" name="Google Shape;170;p15"/>
          <p:cNvSpPr txBox="1">
            <a:spLocks noGrp="1"/>
          </p:cNvSpPr>
          <p:nvPr>
            <p:ph type="title"/>
          </p:nvPr>
        </p:nvSpPr>
        <p:spPr>
          <a:xfrm>
            <a:off x="856050" y="457200"/>
            <a:ext cx="7431000" cy="57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600"/>
              <a:buNone/>
              <a:defRPr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3">
  <p:cSld name="TITLE_ONLY_2">
    <p:spTree>
      <p:nvGrpSpPr>
        <p:cNvPr id="1" name="Shape 183"/>
        <p:cNvGrpSpPr/>
        <p:nvPr/>
      </p:nvGrpSpPr>
      <p:grpSpPr>
        <a:xfrm>
          <a:off x="0" y="0"/>
          <a:ext cx="0" cy="0"/>
          <a:chOff x="0" y="0"/>
          <a:chExt cx="0" cy="0"/>
        </a:xfrm>
      </p:grpSpPr>
      <p:grpSp>
        <p:nvGrpSpPr>
          <p:cNvPr id="184" name="Google Shape;184;p17"/>
          <p:cNvGrpSpPr/>
          <p:nvPr/>
        </p:nvGrpSpPr>
        <p:grpSpPr>
          <a:xfrm flipH="1">
            <a:off x="-3456679" y="-3517551"/>
            <a:ext cx="14929492" cy="12820953"/>
            <a:chOff x="-2399329" y="-3503901"/>
            <a:chExt cx="14929492" cy="12820953"/>
          </a:xfrm>
        </p:grpSpPr>
        <p:grpSp>
          <p:nvGrpSpPr>
            <p:cNvPr id="185" name="Google Shape;185;p17"/>
            <p:cNvGrpSpPr/>
            <p:nvPr/>
          </p:nvGrpSpPr>
          <p:grpSpPr>
            <a:xfrm>
              <a:off x="-2399329" y="-3503901"/>
              <a:ext cx="14389291" cy="12820953"/>
              <a:chOff x="-2399329" y="-3503901"/>
              <a:chExt cx="14389291" cy="12820953"/>
            </a:xfrm>
          </p:grpSpPr>
          <p:sp>
            <p:nvSpPr>
              <p:cNvPr id="186" name="Google Shape;186;p17"/>
              <p:cNvSpPr/>
              <p:nvPr/>
            </p:nvSpPr>
            <p:spPr>
              <a:xfrm rot="4815481">
                <a:off x="-1871902" y="-1207118"/>
                <a:ext cx="6487146" cy="6538537"/>
              </a:xfrm>
              <a:prstGeom prst="ellipse">
                <a:avLst/>
              </a:prstGeom>
              <a:gradFill>
                <a:gsLst>
                  <a:gs pos="0">
                    <a:srgbClr val="1645D3">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7"/>
              <p:cNvSpPr/>
              <p:nvPr/>
            </p:nvSpPr>
            <p:spPr>
              <a:xfrm rot="4815400">
                <a:off x="-1865468" y="2293952"/>
                <a:ext cx="4917430" cy="4956342"/>
              </a:xfrm>
              <a:prstGeom prst="ellipse">
                <a:avLst/>
              </a:prstGeom>
              <a:gradFill>
                <a:gsLst>
                  <a:gs pos="0">
                    <a:srgbClr val="E0FE68">
                      <a:alpha val="52156"/>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7"/>
              <p:cNvSpPr/>
              <p:nvPr/>
            </p:nvSpPr>
            <p:spPr>
              <a:xfrm rot="4815509">
                <a:off x="5302927" y="-216148"/>
                <a:ext cx="6184270" cy="6233244"/>
              </a:xfrm>
              <a:prstGeom prst="ellipse">
                <a:avLst/>
              </a:prstGeom>
              <a:gradFill>
                <a:gsLst>
                  <a:gs pos="0">
                    <a:srgbClr val="8AC1DC">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7"/>
              <p:cNvSpPr/>
              <p:nvPr/>
            </p:nvSpPr>
            <p:spPr>
              <a:xfrm rot="4815446">
                <a:off x="1875915" y="719366"/>
                <a:ext cx="7945794" cy="8009071"/>
              </a:xfrm>
              <a:prstGeom prst="ellipse">
                <a:avLst/>
              </a:prstGeom>
              <a:gradFill>
                <a:gsLst>
                  <a:gs pos="0">
                    <a:srgbClr val="9900FF">
                      <a:alpha val="66274"/>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7"/>
              <p:cNvSpPr/>
              <p:nvPr/>
            </p:nvSpPr>
            <p:spPr>
              <a:xfrm rot="4815509">
                <a:off x="939427" y="-3045723"/>
                <a:ext cx="6184270" cy="6233244"/>
              </a:xfrm>
              <a:prstGeom prst="ellipse">
                <a:avLst/>
              </a:prstGeom>
              <a:gradFill>
                <a:gsLst>
                  <a:gs pos="0">
                    <a:srgbClr val="8AC1DC">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1" name="Google Shape;191;p17"/>
            <p:cNvSpPr/>
            <p:nvPr/>
          </p:nvSpPr>
          <p:spPr>
            <a:xfrm rot="4815446">
              <a:off x="3938165" y="-2565884"/>
              <a:ext cx="7945794" cy="8009071"/>
            </a:xfrm>
            <a:prstGeom prst="ellipse">
              <a:avLst/>
            </a:prstGeom>
            <a:gradFill>
              <a:gsLst>
                <a:gs pos="0">
                  <a:srgbClr val="9900FF">
                    <a:alpha val="66274"/>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7"/>
            <p:cNvSpPr/>
            <p:nvPr/>
          </p:nvSpPr>
          <p:spPr>
            <a:xfrm rot="4815400">
              <a:off x="5272082" y="3159802"/>
              <a:ext cx="4917430" cy="4956342"/>
            </a:xfrm>
            <a:prstGeom prst="ellipse">
              <a:avLst/>
            </a:prstGeom>
            <a:gradFill>
              <a:gsLst>
                <a:gs pos="0">
                  <a:srgbClr val="E0FE68">
                    <a:alpha val="52156"/>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93" name="Google Shape;193;p17"/>
          <p:cNvPicPr preferRelativeResize="0"/>
          <p:nvPr/>
        </p:nvPicPr>
        <p:blipFill>
          <a:blip r:embed="rId2">
            <a:alphaModFix amt="21000"/>
          </a:blip>
          <a:stretch>
            <a:fillRect/>
          </a:stretch>
        </p:blipFill>
        <p:spPr>
          <a:xfrm>
            <a:off x="0" y="0"/>
            <a:ext cx="9144000" cy="5143500"/>
          </a:xfrm>
          <a:prstGeom prst="rect">
            <a:avLst/>
          </a:prstGeom>
          <a:noFill/>
          <a:ln>
            <a:noFill/>
          </a:ln>
        </p:spPr>
      </p:pic>
      <p:sp>
        <p:nvSpPr>
          <p:cNvPr id="194" name="Google Shape;194;p17"/>
          <p:cNvSpPr txBox="1">
            <a:spLocks noGrp="1"/>
          </p:cNvSpPr>
          <p:nvPr>
            <p:ph type="title"/>
          </p:nvPr>
        </p:nvSpPr>
        <p:spPr>
          <a:xfrm>
            <a:off x="856050" y="457200"/>
            <a:ext cx="7431000" cy="57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600"/>
              <a:buNone/>
              <a:defRPr b="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1">
  <p:cSld name="CUSTOM_4_1">
    <p:spTree>
      <p:nvGrpSpPr>
        <p:cNvPr id="1" name="Shape 195"/>
        <p:cNvGrpSpPr/>
        <p:nvPr/>
      </p:nvGrpSpPr>
      <p:grpSpPr>
        <a:xfrm>
          <a:off x="0" y="0"/>
          <a:ext cx="0" cy="0"/>
          <a:chOff x="0" y="0"/>
          <a:chExt cx="0" cy="0"/>
        </a:xfrm>
      </p:grpSpPr>
      <p:grpSp>
        <p:nvGrpSpPr>
          <p:cNvPr id="196" name="Google Shape;196;p18"/>
          <p:cNvGrpSpPr/>
          <p:nvPr/>
        </p:nvGrpSpPr>
        <p:grpSpPr>
          <a:xfrm>
            <a:off x="-2399329" y="-3503901"/>
            <a:ext cx="14588392" cy="13747603"/>
            <a:chOff x="-2399329" y="-3503901"/>
            <a:chExt cx="14588392" cy="13747603"/>
          </a:xfrm>
        </p:grpSpPr>
        <p:grpSp>
          <p:nvGrpSpPr>
            <p:cNvPr id="197" name="Google Shape;197;p18"/>
            <p:cNvGrpSpPr/>
            <p:nvPr/>
          </p:nvGrpSpPr>
          <p:grpSpPr>
            <a:xfrm>
              <a:off x="-2399329" y="-3503901"/>
              <a:ext cx="14389291" cy="13747603"/>
              <a:chOff x="-2399329" y="-3503901"/>
              <a:chExt cx="14389291" cy="13747603"/>
            </a:xfrm>
          </p:grpSpPr>
          <p:sp>
            <p:nvSpPr>
              <p:cNvPr id="198" name="Google Shape;198;p18"/>
              <p:cNvSpPr/>
              <p:nvPr/>
            </p:nvSpPr>
            <p:spPr>
              <a:xfrm rot="4815481">
                <a:off x="-1871902" y="-1207118"/>
                <a:ext cx="6487146" cy="6538537"/>
              </a:xfrm>
              <a:prstGeom prst="ellipse">
                <a:avLst/>
              </a:prstGeom>
              <a:gradFill>
                <a:gsLst>
                  <a:gs pos="0">
                    <a:srgbClr val="1645D3">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8"/>
              <p:cNvSpPr/>
              <p:nvPr/>
            </p:nvSpPr>
            <p:spPr>
              <a:xfrm rot="4815400">
                <a:off x="-1865468" y="2293952"/>
                <a:ext cx="4917430" cy="4956342"/>
              </a:xfrm>
              <a:prstGeom prst="ellipse">
                <a:avLst/>
              </a:prstGeom>
              <a:gradFill>
                <a:gsLst>
                  <a:gs pos="0">
                    <a:srgbClr val="E0FE68">
                      <a:alpha val="52156"/>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8"/>
              <p:cNvSpPr/>
              <p:nvPr/>
            </p:nvSpPr>
            <p:spPr>
              <a:xfrm rot="4815509">
                <a:off x="5302927" y="-216148"/>
                <a:ext cx="6184270" cy="6233244"/>
              </a:xfrm>
              <a:prstGeom prst="ellipse">
                <a:avLst/>
              </a:prstGeom>
              <a:gradFill>
                <a:gsLst>
                  <a:gs pos="0">
                    <a:srgbClr val="8AC1DC">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8"/>
              <p:cNvSpPr/>
              <p:nvPr/>
            </p:nvSpPr>
            <p:spPr>
              <a:xfrm rot="4815446">
                <a:off x="1214240" y="1646016"/>
                <a:ext cx="7945794" cy="8009071"/>
              </a:xfrm>
              <a:prstGeom prst="ellipse">
                <a:avLst/>
              </a:prstGeom>
              <a:gradFill>
                <a:gsLst>
                  <a:gs pos="0">
                    <a:srgbClr val="9900FF">
                      <a:alpha val="66274"/>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8"/>
              <p:cNvSpPr/>
              <p:nvPr/>
            </p:nvSpPr>
            <p:spPr>
              <a:xfrm rot="4815509">
                <a:off x="939427" y="-3045723"/>
                <a:ext cx="6184270" cy="6233244"/>
              </a:xfrm>
              <a:prstGeom prst="ellipse">
                <a:avLst/>
              </a:prstGeom>
              <a:gradFill>
                <a:gsLst>
                  <a:gs pos="0">
                    <a:srgbClr val="8AC1DC">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3" name="Google Shape;203;p18"/>
            <p:cNvSpPr/>
            <p:nvPr/>
          </p:nvSpPr>
          <p:spPr>
            <a:xfrm rot="4815446">
              <a:off x="3597065" y="469741"/>
              <a:ext cx="7945794" cy="8009071"/>
            </a:xfrm>
            <a:prstGeom prst="ellipse">
              <a:avLst/>
            </a:prstGeom>
            <a:gradFill>
              <a:gsLst>
                <a:gs pos="0">
                  <a:srgbClr val="9900FF">
                    <a:alpha val="66274"/>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8"/>
            <p:cNvSpPr/>
            <p:nvPr/>
          </p:nvSpPr>
          <p:spPr>
            <a:xfrm rot="4815400">
              <a:off x="149032" y="2532227"/>
              <a:ext cx="4917430" cy="4956342"/>
            </a:xfrm>
            <a:prstGeom prst="ellipse">
              <a:avLst/>
            </a:prstGeom>
            <a:gradFill>
              <a:gsLst>
                <a:gs pos="0">
                  <a:srgbClr val="E0FE68">
                    <a:alpha val="52156"/>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05" name="Google Shape;205;p18"/>
          <p:cNvPicPr preferRelativeResize="0"/>
          <p:nvPr/>
        </p:nvPicPr>
        <p:blipFill>
          <a:blip r:embed="rId2">
            <a:alphaModFix amt="21000"/>
          </a:blip>
          <a:stretch>
            <a:fillRect/>
          </a:stretch>
        </p:blipFill>
        <p:spPr>
          <a:xfrm>
            <a:off x="0" y="0"/>
            <a:ext cx="9144000" cy="5143500"/>
          </a:xfrm>
          <a:prstGeom prst="rect">
            <a:avLst/>
          </a:prstGeom>
          <a:noFill/>
          <a:ln>
            <a:noFill/>
          </a:ln>
        </p:spPr>
      </p:pic>
      <p:sp>
        <p:nvSpPr>
          <p:cNvPr id="206" name="Google Shape;206;p18"/>
          <p:cNvSpPr txBox="1">
            <a:spLocks noGrp="1"/>
          </p:cNvSpPr>
          <p:nvPr>
            <p:ph type="title"/>
          </p:nvPr>
        </p:nvSpPr>
        <p:spPr>
          <a:xfrm>
            <a:off x="4810475" y="1901850"/>
            <a:ext cx="3598500" cy="5016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07" name="Google Shape;207;p18"/>
          <p:cNvSpPr txBox="1">
            <a:spLocks noGrp="1"/>
          </p:cNvSpPr>
          <p:nvPr>
            <p:ph type="subTitle" idx="1"/>
          </p:nvPr>
        </p:nvSpPr>
        <p:spPr>
          <a:xfrm>
            <a:off x="4803125" y="2403449"/>
            <a:ext cx="3598500" cy="838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8" name="Google Shape;208;p18"/>
          <p:cNvSpPr txBox="1">
            <a:spLocks noGrp="1"/>
          </p:cNvSpPr>
          <p:nvPr>
            <p:ph type="subTitle" idx="2"/>
          </p:nvPr>
        </p:nvSpPr>
        <p:spPr>
          <a:xfrm>
            <a:off x="749700" y="4599700"/>
            <a:ext cx="7644600" cy="3153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000" b="0">
                <a:latin typeface="Krona One"/>
                <a:ea typeface="Krona One"/>
                <a:cs typeface="Krona One"/>
                <a:sym typeface="Krona 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2">
  <p:cSld name="SECTION_TITLE_AND_DESCRIPTION_1_1">
    <p:spTree>
      <p:nvGrpSpPr>
        <p:cNvPr id="1" name="Shape 209"/>
        <p:cNvGrpSpPr/>
        <p:nvPr/>
      </p:nvGrpSpPr>
      <p:grpSpPr>
        <a:xfrm>
          <a:off x="0" y="0"/>
          <a:ext cx="0" cy="0"/>
          <a:chOff x="0" y="0"/>
          <a:chExt cx="0" cy="0"/>
        </a:xfrm>
      </p:grpSpPr>
      <p:grpSp>
        <p:nvGrpSpPr>
          <p:cNvPr id="210" name="Google Shape;210;p19"/>
          <p:cNvGrpSpPr/>
          <p:nvPr/>
        </p:nvGrpSpPr>
        <p:grpSpPr>
          <a:xfrm>
            <a:off x="-7100813" y="-7925264"/>
            <a:ext cx="22740732" cy="20402585"/>
            <a:chOff x="-7100813" y="-7925264"/>
            <a:chExt cx="22740732" cy="20402585"/>
          </a:xfrm>
        </p:grpSpPr>
        <p:sp>
          <p:nvSpPr>
            <p:cNvPr id="211" name="Google Shape;211;p19"/>
            <p:cNvSpPr/>
            <p:nvPr/>
          </p:nvSpPr>
          <p:spPr>
            <a:xfrm rot="-2593428" flipH="1">
              <a:off x="6029404" y="-667083"/>
              <a:ext cx="7945829" cy="8009285"/>
            </a:xfrm>
            <a:prstGeom prst="ellipse">
              <a:avLst/>
            </a:prstGeom>
            <a:gradFill>
              <a:gsLst>
                <a:gs pos="0">
                  <a:srgbClr val="9900FF">
                    <a:alpha val="66274"/>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2" name="Google Shape;212;p19"/>
            <p:cNvGrpSpPr/>
            <p:nvPr/>
          </p:nvGrpSpPr>
          <p:grpSpPr>
            <a:xfrm rot="2222026" flipH="1">
              <a:off x="-4124900" y="-5074715"/>
              <a:ext cx="14389638" cy="14701488"/>
              <a:chOff x="-2399329" y="-3503901"/>
              <a:chExt cx="14389291" cy="14701134"/>
            </a:xfrm>
          </p:grpSpPr>
          <p:sp>
            <p:nvSpPr>
              <p:cNvPr id="213" name="Google Shape;213;p19"/>
              <p:cNvSpPr/>
              <p:nvPr/>
            </p:nvSpPr>
            <p:spPr>
              <a:xfrm rot="4815481">
                <a:off x="-1871902" y="-1207118"/>
                <a:ext cx="6487146" cy="6538537"/>
              </a:xfrm>
              <a:prstGeom prst="ellipse">
                <a:avLst/>
              </a:prstGeom>
              <a:gradFill>
                <a:gsLst>
                  <a:gs pos="0">
                    <a:srgbClr val="1645D3">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9"/>
              <p:cNvSpPr/>
              <p:nvPr/>
            </p:nvSpPr>
            <p:spPr>
              <a:xfrm rot="4815400">
                <a:off x="-1865468" y="2293952"/>
                <a:ext cx="4917430" cy="4956342"/>
              </a:xfrm>
              <a:prstGeom prst="ellipse">
                <a:avLst/>
              </a:prstGeom>
              <a:gradFill>
                <a:gsLst>
                  <a:gs pos="0">
                    <a:srgbClr val="E0FE68">
                      <a:alpha val="52156"/>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9"/>
              <p:cNvSpPr/>
              <p:nvPr/>
            </p:nvSpPr>
            <p:spPr>
              <a:xfrm rot="4815509">
                <a:off x="5302927" y="-216148"/>
                <a:ext cx="6184270" cy="6233244"/>
              </a:xfrm>
              <a:prstGeom prst="ellipse">
                <a:avLst/>
              </a:prstGeom>
              <a:gradFill>
                <a:gsLst>
                  <a:gs pos="0">
                    <a:srgbClr val="8AC1DC">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9"/>
              <p:cNvSpPr/>
              <p:nvPr/>
            </p:nvSpPr>
            <p:spPr>
              <a:xfrm rot="4815446">
                <a:off x="1208933" y="2599547"/>
                <a:ext cx="7945794" cy="8009071"/>
              </a:xfrm>
              <a:prstGeom prst="ellipse">
                <a:avLst/>
              </a:prstGeom>
              <a:gradFill>
                <a:gsLst>
                  <a:gs pos="0">
                    <a:srgbClr val="9900FF">
                      <a:alpha val="66274"/>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9"/>
              <p:cNvSpPr/>
              <p:nvPr/>
            </p:nvSpPr>
            <p:spPr>
              <a:xfrm rot="4815509">
                <a:off x="939427" y="-3045723"/>
                <a:ext cx="6184270" cy="6233244"/>
              </a:xfrm>
              <a:prstGeom prst="ellipse">
                <a:avLst/>
              </a:prstGeom>
              <a:gradFill>
                <a:gsLst>
                  <a:gs pos="0">
                    <a:srgbClr val="8AC1DC">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218" name="Google Shape;218;p19"/>
          <p:cNvPicPr preferRelativeResize="0"/>
          <p:nvPr/>
        </p:nvPicPr>
        <p:blipFill>
          <a:blip r:embed="rId2">
            <a:alphaModFix amt="21000"/>
          </a:blip>
          <a:stretch>
            <a:fillRect/>
          </a:stretch>
        </p:blipFill>
        <p:spPr>
          <a:xfrm>
            <a:off x="0" y="0"/>
            <a:ext cx="9144000" cy="5143500"/>
          </a:xfrm>
          <a:prstGeom prst="rect">
            <a:avLst/>
          </a:prstGeom>
          <a:noFill/>
          <a:ln>
            <a:noFill/>
          </a:ln>
        </p:spPr>
      </p:pic>
      <p:sp>
        <p:nvSpPr>
          <p:cNvPr id="219" name="Google Shape;219;p19"/>
          <p:cNvSpPr txBox="1">
            <a:spLocks noGrp="1"/>
          </p:cNvSpPr>
          <p:nvPr>
            <p:ph type="title"/>
          </p:nvPr>
        </p:nvSpPr>
        <p:spPr>
          <a:xfrm>
            <a:off x="2003400" y="1574725"/>
            <a:ext cx="5137200" cy="641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500" b="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20" name="Google Shape;220;p19"/>
          <p:cNvSpPr txBox="1">
            <a:spLocks noGrp="1"/>
          </p:cNvSpPr>
          <p:nvPr>
            <p:ph type="subTitle" idx="1"/>
          </p:nvPr>
        </p:nvSpPr>
        <p:spPr>
          <a:xfrm>
            <a:off x="2003400" y="2149775"/>
            <a:ext cx="5137200" cy="1419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400"/>
              <a:buNone/>
              <a:defRPr sz="1600"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21" name="Google Shape;221;p19"/>
          <p:cNvSpPr txBox="1">
            <a:spLocks noGrp="1"/>
          </p:cNvSpPr>
          <p:nvPr>
            <p:ph type="subTitle" idx="2"/>
          </p:nvPr>
        </p:nvSpPr>
        <p:spPr>
          <a:xfrm rot="-5400000">
            <a:off x="-1528025" y="2403650"/>
            <a:ext cx="4047600" cy="3153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000" b="0">
                <a:latin typeface="Krona One"/>
                <a:ea typeface="Krona One"/>
                <a:cs typeface="Krona One"/>
                <a:sym typeface="Krona 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4">
  <p:cSld name="ONE_COLUMN_TEXT_1">
    <p:spTree>
      <p:nvGrpSpPr>
        <p:cNvPr id="1" name="Shape 236"/>
        <p:cNvGrpSpPr/>
        <p:nvPr/>
      </p:nvGrpSpPr>
      <p:grpSpPr>
        <a:xfrm>
          <a:off x="0" y="0"/>
          <a:ext cx="0" cy="0"/>
          <a:chOff x="0" y="0"/>
          <a:chExt cx="0" cy="0"/>
        </a:xfrm>
      </p:grpSpPr>
      <p:grpSp>
        <p:nvGrpSpPr>
          <p:cNvPr id="237" name="Google Shape;237;p21"/>
          <p:cNvGrpSpPr/>
          <p:nvPr/>
        </p:nvGrpSpPr>
        <p:grpSpPr>
          <a:xfrm>
            <a:off x="-3456679" y="-3517551"/>
            <a:ext cx="14929492" cy="12820953"/>
            <a:chOff x="-2399329" y="-3503901"/>
            <a:chExt cx="14929492" cy="12820953"/>
          </a:xfrm>
        </p:grpSpPr>
        <p:grpSp>
          <p:nvGrpSpPr>
            <p:cNvPr id="238" name="Google Shape;238;p21"/>
            <p:cNvGrpSpPr/>
            <p:nvPr/>
          </p:nvGrpSpPr>
          <p:grpSpPr>
            <a:xfrm>
              <a:off x="-2399329" y="-3503901"/>
              <a:ext cx="14389291" cy="12820953"/>
              <a:chOff x="-2399329" y="-3503901"/>
              <a:chExt cx="14389291" cy="12820953"/>
            </a:xfrm>
          </p:grpSpPr>
          <p:sp>
            <p:nvSpPr>
              <p:cNvPr id="239" name="Google Shape;239;p21"/>
              <p:cNvSpPr/>
              <p:nvPr/>
            </p:nvSpPr>
            <p:spPr>
              <a:xfrm rot="4815481">
                <a:off x="-1871902" y="-1207118"/>
                <a:ext cx="6487146" cy="6538537"/>
              </a:xfrm>
              <a:prstGeom prst="ellipse">
                <a:avLst/>
              </a:prstGeom>
              <a:gradFill>
                <a:gsLst>
                  <a:gs pos="0">
                    <a:srgbClr val="1645D3">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1"/>
              <p:cNvSpPr/>
              <p:nvPr/>
            </p:nvSpPr>
            <p:spPr>
              <a:xfrm rot="4815400">
                <a:off x="-1865468" y="2293952"/>
                <a:ext cx="4917430" cy="4956342"/>
              </a:xfrm>
              <a:prstGeom prst="ellipse">
                <a:avLst/>
              </a:prstGeom>
              <a:gradFill>
                <a:gsLst>
                  <a:gs pos="0">
                    <a:srgbClr val="E0FE68">
                      <a:alpha val="52156"/>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1"/>
              <p:cNvSpPr/>
              <p:nvPr/>
            </p:nvSpPr>
            <p:spPr>
              <a:xfrm rot="4815509">
                <a:off x="5302927" y="-216148"/>
                <a:ext cx="6184270" cy="6233244"/>
              </a:xfrm>
              <a:prstGeom prst="ellipse">
                <a:avLst/>
              </a:prstGeom>
              <a:gradFill>
                <a:gsLst>
                  <a:gs pos="0">
                    <a:srgbClr val="8AC1DC">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1"/>
              <p:cNvSpPr/>
              <p:nvPr/>
            </p:nvSpPr>
            <p:spPr>
              <a:xfrm rot="4815446">
                <a:off x="1875915" y="719366"/>
                <a:ext cx="7945794" cy="8009071"/>
              </a:xfrm>
              <a:prstGeom prst="ellipse">
                <a:avLst/>
              </a:prstGeom>
              <a:gradFill>
                <a:gsLst>
                  <a:gs pos="0">
                    <a:srgbClr val="9900FF">
                      <a:alpha val="66274"/>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1"/>
              <p:cNvSpPr/>
              <p:nvPr/>
            </p:nvSpPr>
            <p:spPr>
              <a:xfrm rot="4815509">
                <a:off x="939427" y="-3045723"/>
                <a:ext cx="6184270" cy="6233244"/>
              </a:xfrm>
              <a:prstGeom prst="ellipse">
                <a:avLst/>
              </a:prstGeom>
              <a:gradFill>
                <a:gsLst>
                  <a:gs pos="0">
                    <a:srgbClr val="8AC1DC">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4" name="Google Shape;244;p21"/>
            <p:cNvSpPr/>
            <p:nvPr/>
          </p:nvSpPr>
          <p:spPr>
            <a:xfrm rot="4815446">
              <a:off x="3938165" y="-2565884"/>
              <a:ext cx="7945794" cy="8009071"/>
            </a:xfrm>
            <a:prstGeom prst="ellipse">
              <a:avLst/>
            </a:prstGeom>
            <a:gradFill>
              <a:gsLst>
                <a:gs pos="0">
                  <a:srgbClr val="9900FF">
                    <a:alpha val="66274"/>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1"/>
            <p:cNvSpPr/>
            <p:nvPr/>
          </p:nvSpPr>
          <p:spPr>
            <a:xfrm rot="4815400">
              <a:off x="5272082" y="3159802"/>
              <a:ext cx="4917430" cy="4956342"/>
            </a:xfrm>
            <a:prstGeom prst="ellipse">
              <a:avLst/>
            </a:prstGeom>
            <a:gradFill>
              <a:gsLst>
                <a:gs pos="0">
                  <a:srgbClr val="E0FE68">
                    <a:alpha val="52156"/>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46" name="Google Shape;246;p21"/>
          <p:cNvPicPr preferRelativeResize="0"/>
          <p:nvPr/>
        </p:nvPicPr>
        <p:blipFill>
          <a:blip r:embed="rId2">
            <a:alphaModFix amt="21000"/>
          </a:blip>
          <a:stretch>
            <a:fillRect/>
          </a:stretch>
        </p:blipFill>
        <p:spPr>
          <a:xfrm>
            <a:off x="0" y="0"/>
            <a:ext cx="9144000" cy="5143500"/>
          </a:xfrm>
          <a:prstGeom prst="rect">
            <a:avLst/>
          </a:prstGeom>
          <a:noFill/>
          <a:ln>
            <a:noFill/>
          </a:ln>
        </p:spPr>
      </p:pic>
      <p:sp>
        <p:nvSpPr>
          <p:cNvPr id="247" name="Google Shape;247;p21"/>
          <p:cNvSpPr txBox="1">
            <a:spLocks noGrp="1"/>
          </p:cNvSpPr>
          <p:nvPr>
            <p:ph type="body" idx="1"/>
          </p:nvPr>
        </p:nvSpPr>
        <p:spPr>
          <a:xfrm>
            <a:off x="3804150" y="1678150"/>
            <a:ext cx="4604700" cy="22839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dk1"/>
              </a:buClr>
              <a:buSzPts val="1400"/>
              <a:buFont typeface="Anaheim"/>
              <a:buChar char="●"/>
              <a:defRPr b="0"/>
            </a:lvl1pPr>
            <a:lvl2pPr marL="914400" lvl="1" indent="-317500" rtl="0">
              <a:lnSpc>
                <a:spcPct val="115000"/>
              </a:lnSpc>
              <a:spcBef>
                <a:spcPts val="0"/>
              </a:spcBef>
              <a:spcAft>
                <a:spcPts val="0"/>
              </a:spcAft>
              <a:buClr>
                <a:srgbClr val="595959"/>
              </a:buClr>
              <a:buSzPts val="1400"/>
              <a:buFont typeface="Anaheim"/>
              <a:buChar char="○"/>
              <a:defRPr/>
            </a:lvl2pPr>
            <a:lvl3pPr marL="1371600" lvl="2" indent="-317500" rtl="0">
              <a:lnSpc>
                <a:spcPct val="115000"/>
              </a:lnSpc>
              <a:spcBef>
                <a:spcPts val="0"/>
              </a:spcBef>
              <a:spcAft>
                <a:spcPts val="0"/>
              </a:spcAft>
              <a:buClr>
                <a:srgbClr val="595959"/>
              </a:buClr>
              <a:buSzPts val="1400"/>
              <a:buFont typeface="Anaheim"/>
              <a:buChar char="■"/>
              <a:defRPr/>
            </a:lvl3pPr>
            <a:lvl4pPr marL="1828800" lvl="3" indent="-317500" rtl="0">
              <a:lnSpc>
                <a:spcPct val="115000"/>
              </a:lnSpc>
              <a:spcBef>
                <a:spcPts val="0"/>
              </a:spcBef>
              <a:spcAft>
                <a:spcPts val="0"/>
              </a:spcAft>
              <a:buClr>
                <a:srgbClr val="595959"/>
              </a:buClr>
              <a:buSzPts val="1400"/>
              <a:buFont typeface="Anaheim"/>
              <a:buChar char="●"/>
              <a:defRPr/>
            </a:lvl4pPr>
            <a:lvl5pPr marL="2286000" lvl="4" indent="-317500" rtl="0">
              <a:lnSpc>
                <a:spcPct val="115000"/>
              </a:lnSpc>
              <a:spcBef>
                <a:spcPts val="0"/>
              </a:spcBef>
              <a:spcAft>
                <a:spcPts val="0"/>
              </a:spcAft>
              <a:buClr>
                <a:srgbClr val="595959"/>
              </a:buClr>
              <a:buSzPts val="1400"/>
              <a:buFont typeface="Anaheim"/>
              <a:buChar char="○"/>
              <a:defRPr/>
            </a:lvl5pPr>
            <a:lvl6pPr marL="2743200" lvl="5" indent="-317500" rtl="0">
              <a:lnSpc>
                <a:spcPct val="115000"/>
              </a:lnSpc>
              <a:spcBef>
                <a:spcPts val="0"/>
              </a:spcBef>
              <a:spcAft>
                <a:spcPts val="0"/>
              </a:spcAft>
              <a:buClr>
                <a:srgbClr val="595959"/>
              </a:buClr>
              <a:buSzPts val="1400"/>
              <a:buFont typeface="Anaheim"/>
              <a:buChar char="■"/>
              <a:defRPr/>
            </a:lvl6pPr>
            <a:lvl7pPr marL="3200400" lvl="6" indent="-317500" rtl="0">
              <a:lnSpc>
                <a:spcPct val="115000"/>
              </a:lnSpc>
              <a:spcBef>
                <a:spcPts val="0"/>
              </a:spcBef>
              <a:spcAft>
                <a:spcPts val="0"/>
              </a:spcAft>
              <a:buClr>
                <a:srgbClr val="595959"/>
              </a:buClr>
              <a:buSzPts val="1400"/>
              <a:buFont typeface="Anaheim"/>
              <a:buChar char="●"/>
              <a:defRPr/>
            </a:lvl7pPr>
            <a:lvl8pPr marL="3657600" lvl="7" indent="-317500" rtl="0">
              <a:lnSpc>
                <a:spcPct val="115000"/>
              </a:lnSpc>
              <a:spcBef>
                <a:spcPts val="0"/>
              </a:spcBef>
              <a:spcAft>
                <a:spcPts val="0"/>
              </a:spcAft>
              <a:buClr>
                <a:srgbClr val="595959"/>
              </a:buClr>
              <a:buSzPts val="1400"/>
              <a:buFont typeface="Anaheim"/>
              <a:buChar char="○"/>
              <a:defRPr/>
            </a:lvl8pPr>
            <a:lvl9pPr marL="4114800" lvl="8" indent="-317500" rtl="0">
              <a:lnSpc>
                <a:spcPct val="115000"/>
              </a:lnSpc>
              <a:spcBef>
                <a:spcPts val="0"/>
              </a:spcBef>
              <a:spcAft>
                <a:spcPts val="0"/>
              </a:spcAft>
              <a:buClr>
                <a:srgbClr val="595959"/>
              </a:buClr>
              <a:buSzPts val="1400"/>
              <a:buFont typeface="Anaheim"/>
              <a:buChar char="■"/>
              <a:defRPr/>
            </a:lvl9pPr>
          </a:lstStyle>
          <a:p>
            <a:endParaRPr/>
          </a:p>
        </p:txBody>
      </p:sp>
      <p:sp>
        <p:nvSpPr>
          <p:cNvPr id="248" name="Google Shape;248;p21"/>
          <p:cNvSpPr txBox="1">
            <a:spLocks noGrp="1"/>
          </p:cNvSpPr>
          <p:nvPr>
            <p:ph type="title"/>
          </p:nvPr>
        </p:nvSpPr>
        <p:spPr>
          <a:xfrm>
            <a:off x="3792425" y="457200"/>
            <a:ext cx="4604700" cy="5274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49" name="Google Shape;249;p21"/>
          <p:cNvSpPr txBox="1">
            <a:spLocks noGrp="1"/>
          </p:cNvSpPr>
          <p:nvPr>
            <p:ph type="subTitle" idx="2"/>
          </p:nvPr>
        </p:nvSpPr>
        <p:spPr>
          <a:xfrm>
            <a:off x="749700" y="4599700"/>
            <a:ext cx="7644600" cy="3153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000" b="0">
                <a:latin typeface="Krona One"/>
                <a:ea typeface="Krona One"/>
                <a:cs typeface="Krona One"/>
                <a:sym typeface="Krona 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six columns">
  <p:cSld name="CUSTOM_7_1">
    <p:spTree>
      <p:nvGrpSpPr>
        <p:cNvPr id="1" name="Shape 342"/>
        <p:cNvGrpSpPr/>
        <p:nvPr/>
      </p:nvGrpSpPr>
      <p:grpSpPr>
        <a:xfrm>
          <a:off x="0" y="0"/>
          <a:ext cx="0" cy="0"/>
          <a:chOff x="0" y="0"/>
          <a:chExt cx="0" cy="0"/>
        </a:xfrm>
      </p:grpSpPr>
      <p:grpSp>
        <p:nvGrpSpPr>
          <p:cNvPr id="343" name="Google Shape;343;p28"/>
          <p:cNvGrpSpPr/>
          <p:nvPr/>
        </p:nvGrpSpPr>
        <p:grpSpPr>
          <a:xfrm>
            <a:off x="-2791528" y="-4001201"/>
            <a:ext cx="15292590" cy="13876203"/>
            <a:chOff x="-2541703" y="-3503901"/>
            <a:chExt cx="15292590" cy="13876203"/>
          </a:xfrm>
        </p:grpSpPr>
        <p:sp>
          <p:nvSpPr>
            <p:cNvPr id="344" name="Google Shape;344;p28"/>
            <p:cNvSpPr/>
            <p:nvPr/>
          </p:nvSpPr>
          <p:spPr>
            <a:xfrm rot="4815481">
              <a:off x="-688902" y="-117968"/>
              <a:ext cx="6487146" cy="6538537"/>
            </a:xfrm>
            <a:prstGeom prst="ellipse">
              <a:avLst/>
            </a:prstGeom>
            <a:gradFill>
              <a:gsLst>
                <a:gs pos="0">
                  <a:srgbClr val="1645D3">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8"/>
            <p:cNvSpPr/>
            <p:nvPr/>
          </p:nvSpPr>
          <p:spPr>
            <a:xfrm rot="4815400">
              <a:off x="-2141868" y="2803227"/>
              <a:ext cx="4917430" cy="4956342"/>
            </a:xfrm>
            <a:prstGeom prst="ellipse">
              <a:avLst/>
            </a:prstGeom>
            <a:gradFill>
              <a:gsLst>
                <a:gs pos="0">
                  <a:srgbClr val="E0FE68">
                    <a:alpha val="52156"/>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8"/>
            <p:cNvSpPr/>
            <p:nvPr/>
          </p:nvSpPr>
          <p:spPr>
            <a:xfrm rot="4815509">
              <a:off x="5302927" y="-216148"/>
              <a:ext cx="6184270" cy="6233244"/>
            </a:xfrm>
            <a:prstGeom prst="ellipse">
              <a:avLst/>
            </a:prstGeom>
            <a:gradFill>
              <a:gsLst>
                <a:gs pos="0">
                  <a:srgbClr val="8AC1DC">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8"/>
            <p:cNvSpPr/>
            <p:nvPr/>
          </p:nvSpPr>
          <p:spPr>
            <a:xfrm rot="4815446">
              <a:off x="4158890" y="1774616"/>
              <a:ext cx="7945794" cy="8009071"/>
            </a:xfrm>
            <a:prstGeom prst="ellipse">
              <a:avLst/>
            </a:prstGeom>
            <a:gradFill>
              <a:gsLst>
                <a:gs pos="0">
                  <a:srgbClr val="9900FF">
                    <a:alpha val="66274"/>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8"/>
            <p:cNvSpPr/>
            <p:nvPr/>
          </p:nvSpPr>
          <p:spPr>
            <a:xfrm rot="4815509">
              <a:off x="939427" y="-3045723"/>
              <a:ext cx="6184270" cy="6233244"/>
            </a:xfrm>
            <a:prstGeom prst="ellipse">
              <a:avLst/>
            </a:prstGeom>
            <a:gradFill>
              <a:gsLst>
                <a:gs pos="0">
                  <a:srgbClr val="8AC1DC">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49" name="Google Shape;349;p28"/>
          <p:cNvPicPr preferRelativeResize="0"/>
          <p:nvPr/>
        </p:nvPicPr>
        <p:blipFill>
          <a:blip r:embed="rId2">
            <a:alphaModFix amt="21000"/>
          </a:blip>
          <a:stretch>
            <a:fillRect/>
          </a:stretch>
        </p:blipFill>
        <p:spPr>
          <a:xfrm>
            <a:off x="0" y="0"/>
            <a:ext cx="9144000" cy="5143500"/>
          </a:xfrm>
          <a:prstGeom prst="rect">
            <a:avLst/>
          </a:prstGeom>
          <a:noFill/>
          <a:ln>
            <a:noFill/>
          </a:ln>
        </p:spPr>
      </p:pic>
      <p:sp>
        <p:nvSpPr>
          <p:cNvPr id="350" name="Google Shape;350;p28"/>
          <p:cNvSpPr/>
          <p:nvPr/>
        </p:nvSpPr>
        <p:spPr>
          <a:xfrm rot="5984600" flipH="1">
            <a:off x="53507" y="-2262818"/>
            <a:ext cx="4917430" cy="4956342"/>
          </a:xfrm>
          <a:prstGeom prst="ellipse">
            <a:avLst/>
          </a:prstGeom>
          <a:gradFill>
            <a:gsLst>
              <a:gs pos="0">
                <a:srgbClr val="E0FE68">
                  <a:alpha val="52156"/>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8"/>
          <p:cNvSpPr txBox="1">
            <a:spLocks noGrp="1"/>
          </p:cNvSpPr>
          <p:nvPr>
            <p:ph type="title"/>
          </p:nvPr>
        </p:nvSpPr>
        <p:spPr>
          <a:xfrm>
            <a:off x="1200650" y="1292950"/>
            <a:ext cx="2296800" cy="3729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500"/>
              <a:buNone/>
              <a:defRPr sz="16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52" name="Google Shape;352;p28"/>
          <p:cNvSpPr txBox="1">
            <a:spLocks noGrp="1"/>
          </p:cNvSpPr>
          <p:nvPr>
            <p:ph type="subTitle" idx="1"/>
          </p:nvPr>
        </p:nvSpPr>
        <p:spPr>
          <a:xfrm>
            <a:off x="1200700" y="1558425"/>
            <a:ext cx="2296800" cy="60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3" name="Google Shape;353;p28"/>
          <p:cNvSpPr txBox="1">
            <a:spLocks noGrp="1"/>
          </p:cNvSpPr>
          <p:nvPr>
            <p:ph type="title" idx="2"/>
          </p:nvPr>
        </p:nvSpPr>
        <p:spPr>
          <a:xfrm>
            <a:off x="1200650" y="2439038"/>
            <a:ext cx="2296800" cy="3729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500"/>
              <a:buNone/>
              <a:defRPr sz="16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54" name="Google Shape;354;p28"/>
          <p:cNvSpPr txBox="1">
            <a:spLocks noGrp="1"/>
          </p:cNvSpPr>
          <p:nvPr>
            <p:ph type="subTitle" idx="3"/>
          </p:nvPr>
        </p:nvSpPr>
        <p:spPr>
          <a:xfrm>
            <a:off x="1200700" y="2706256"/>
            <a:ext cx="2296800" cy="60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5" name="Google Shape;355;p28"/>
          <p:cNvSpPr txBox="1">
            <a:spLocks noGrp="1"/>
          </p:cNvSpPr>
          <p:nvPr>
            <p:ph type="title" idx="4"/>
          </p:nvPr>
        </p:nvSpPr>
        <p:spPr>
          <a:xfrm>
            <a:off x="1200650" y="3585125"/>
            <a:ext cx="2296800" cy="3729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500"/>
              <a:buNone/>
              <a:defRPr sz="16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56" name="Google Shape;356;p28"/>
          <p:cNvSpPr txBox="1">
            <a:spLocks noGrp="1"/>
          </p:cNvSpPr>
          <p:nvPr>
            <p:ph type="subTitle" idx="5"/>
          </p:nvPr>
        </p:nvSpPr>
        <p:spPr>
          <a:xfrm>
            <a:off x="1200700" y="3854088"/>
            <a:ext cx="2296800" cy="60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7" name="Google Shape;357;p28"/>
          <p:cNvSpPr txBox="1">
            <a:spLocks noGrp="1"/>
          </p:cNvSpPr>
          <p:nvPr>
            <p:ph type="title" idx="6"/>
          </p:nvPr>
        </p:nvSpPr>
        <p:spPr>
          <a:xfrm>
            <a:off x="5646550" y="1292950"/>
            <a:ext cx="2296800" cy="3729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16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358" name="Google Shape;358;p28"/>
          <p:cNvSpPr txBox="1">
            <a:spLocks noGrp="1"/>
          </p:cNvSpPr>
          <p:nvPr>
            <p:ph type="subTitle" idx="7"/>
          </p:nvPr>
        </p:nvSpPr>
        <p:spPr>
          <a:xfrm>
            <a:off x="5646550" y="1558425"/>
            <a:ext cx="2296800" cy="60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59" name="Google Shape;359;p28"/>
          <p:cNvSpPr txBox="1">
            <a:spLocks noGrp="1"/>
          </p:cNvSpPr>
          <p:nvPr>
            <p:ph type="title" idx="8"/>
          </p:nvPr>
        </p:nvSpPr>
        <p:spPr>
          <a:xfrm>
            <a:off x="5646550" y="2439445"/>
            <a:ext cx="2296800" cy="3729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16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360" name="Google Shape;360;p28"/>
          <p:cNvSpPr txBox="1">
            <a:spLocks noGrp="1"/>
          </p:cNvSpPr>
          <p:nvPr>
            <p:ph type="subTitle" idx="9"/>
          </p:nvPr>
        </p:nvSpPr>
        <p:spPr>
          <a:xfrm>
            <a:off x="5646550" y="2706256"/>
            <a:ext cx="2296800" cy="60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61" name="Google Shape;361;p28"/>
          <p:cNvSpPr txBox="1">
            <a:spLocks noGrp="1"/>
          </p:cNvSpPr>
          <p:nvPr>
            <p:ph type="title" idx="13"/>
          </p:nvPr>
        </p:nvSpPr>
        <p:spPr>
          <a:xfrm>
            <a:off x="5646550" y="3588102"/>
            <a:ext cx="2296800" cy="3729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16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362" name="Google Shape;362;p28"/>
          <p:cNvSpPr txBox="1">
            <a:spLocks noGrp="1"/>
          </p:cNvSpPr>
          <p:nvPr>
            <p:ph type="subTitle" idx="14"/>
          </p:nvPr>
        </p:nvSpPr>
        <p:spPr>
          <a:xfrm>
            <a:off x="5646550" y="3854088"/>
            <a:ext cx="2296800" cy="60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63" name="Google Shape;363;p28"/>
          <p:cNvSpPr txBox="1">
            <a:spLocks noGrp="1"/>
          </p:cNvSpPr>
          <p:nvPr>
            <p:ph type="title" idx="15"/>
          </p:nvPr>
        </p:nvSpPr>
        <p:spPr>
          <a:xfrm>
            <a:off x="720000" y="457200"/>
            <a:ext cx="7704000" cy="57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419"/>
        <p:cNvGrpSpPr/>
        <p:nvPr/>
      </p:nvGrpSpPr>
      <p:grpSpPr>
        <a:xfrm>
          <a:off x="0" y="0"/>
          <a:ext cx="0" cy="0"/>
          <a:chOff x="0" y="0"/>
          <a:chExt cx="0" cy="0"/>
        </a:xfrm>
      </p:grpSpPr>
      <p:grpSp>
        <p:nvGrpSpPr>
          <p:cNvPr id="420" name="Google Shape;420;p32"/>
          <p:cNvGrpSpPr/>
          <p:nvPr/>
        </p:nvGrpSpPr>
        <p:grpSpPr>
          <a:xfrm>
            <a:off x="-2805153" y="-4676526"/>
            <a:ext cx="14472390" cy="14046753"/>
            <a:chOff x="-2541703" y="-3108251"/>
            <a:chExt cx="14472390" cy="14046753"/>
          </a:xfrm>
        </p:grpSpPr>
        <p:sp>
          <p:nvSpPr>
            <p:cNvPr id="421" name="Google Shape;421;p32"/>
            <p:cNvSpPr/>
            <p:nvPr/>
          </p:nvSpPr>
          <p:spPr>
            <a:xfrm rot="4815481">
              <a:off x="-688902" y="-117968"/>
              <a:ext cx="6487146" cy="6538537"/>
            </a:xfrm>
            <a:prstGeom prst="ellipse">
              <a:avLst/>
            </a:prstGeom>
            <a:gradFill>
              <a:gsLst>
                <a:gs pos="0">
                  <a:srgbClr val="1645D3">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2"/>
            <p:cNvSpPr/>
            <p:nvPr/>
          </p:nvSpPr>
          <p:spPr>
            <a:xfrm rot="4815400">
              <a:off x="-2141868" y="2803227"/>
              <a:ext cx="4917430" cy="4956342"/>
            </a:xfrm>
            <a:prstGeom prst="ellipse">
              <a:avLst/>
            </a:prstGeom>
            <a:gradFill>
              <a:gsLst>
                <a:gs pos="0">
                  <a:srgbClr val="E0FE68">
                    <a:alpha val="52156"/>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2"/>
            <p:cNvSpPr/>
            <p:nvPr/>
          </p:nvSpPr>
          <p:spPr>
            <a:xfrm rot="4815509">
              <a:off x="5243652" y="1596127"/>
              <a:ext cx="6184270" cy="6233244"/>
            </a:xfrm>
            <a:prstGeom prst="ellipse">
              <a:avLst/>
            </a:prstGeom>
            <a:gradFill>
              <a:gsLst>
                <a:gs pos="0">
                  <a:srgbClr val="8AC1DC">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2"/>
            <p:cNvSpPr/>
            <p:nvPr/>
          </p:nvSpPr>
          <p:spPr>
            <a:xfrm rot="4815446">
              <a:off x="615" y="2340816"/>
              <a:ext cx="7945794" cy="8009071"/>
            </a:xfrm>
            <a:prstGeom prst="ellipse">
              <a:avLst/>
            </a:prstGeom>
            <a:gradFill>
              <a:gsLst>
                <a:gs pos="0">
                  <a:srgbClr val="9900FF">
                    <a:alpha val="66274"/>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2"/>
            <p:cNvSpPr/>
            <p:nvPr/>
          </p:nvSpPr>
          <p:spPr>
            <a:xfrm rot="4815509">
              <a:off x="-1258848" y="-2650073"/>
              <a:ext cx="6184270" cy="6233244"/>
            </a:xfrm>
            <a:prstGeom prst="ellipse">
              <a:avLst/>
            </a:prstGeom>
            <a:gradFill>
              <a:gsLst>
                <a:gs pos="0">
                  <a:srgbClr val="8AC1DC">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26" name="Google Shape;426;p32"/>
          <p:cNvPicPr preferRelativeResize="0"/>
          <p:nvPr/>
        </p:nvPicPr>
        <p:blipFill>
          <a:blip r:embed="rId2">
            <a:alphaModFix amt="21000"/>
          </a:blip>
          <a:stretch>
            <a:fillRect/>
          </a:stretch>
        </p:blipFill>
        <p:spPr>
          <a:xfrm>
            <a:off x="0" y="0"/>
            <a:ext cx="9144000" cy="51435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2">
  <p:cSld name="CUSTOM_9_1_1">
    <p:bg>
      <p:bgPr>
        <a:solidFill>
          <a:schemeClr val="accent2"/>
        </a:solidFill>
        <a:effectLst/>
      </p:bgPr>
    </p:bg>
    <p:spTree>
      <p:nvGrpSpPr>
        <p:cNvPr id="1" name="Shape 427"/>
        <p:cNvGrpSpPr/>
        <p:nvPr/>
      </p:nvGrpSpPr>
      <p:grpSpPr>
        <a:xfrm>
          <a:off x="0" y="0"/>
          <a:ext cx="0" cy="0"/>
          <a:chOff x="0" y="0"/>
          <a:chExt cx="0" cy="0"/>
        </a:xfrm>
      </p:grpSpPr>
      <p:grpSp>
        <p:nvGrpSpPr>
          <p:cNvPr id="428" name="Google Shape;428;p33"/>
          <p:cNvGrpSpPr/>
          <p:nvPr/>
        </p:nvGrpSpPr>
        <p:grpSpPr>
          <a:xfrm flipH="1">
            <a:off x="-3456679" y="-3517551"/>
            <a:ext cx="14929492" cy="12820953"/>
            <a:chOff x="-2399329" y="-3503901"/>
            <a:chExt cx="14929492" cy="12820953"/>
          </a:xfrm>
        </p:grpSpPr>
        <p:grpSp>
          <p:nvGrpSpPr>
            <p:cNvPr id="429" name="Google Shape;429;p33"/>
            <p:cNvGrpSpPr/>
            <p:nvPr/>
          </p:nvGrpSpPr>
          <p:grpSpPr>
            <a:xfrm>
              <a:off x="-2399329" y="-3503901"/>
              <a:ext cx="14389291" cy="12820953"/>
              <a:chOff x="-2399329" y="-3503901"/>
              <a:chExt cx="14389291" cy="12820953"/>
            </a:xfrm>
          </p:grpSpPr>
          <p:sp>
            <p:nvSpPr>
              <p:cNvPr id="430" name="Google Shape;430;p33"/>
              <p:cNvSpPr/>
              <p:nvPr/>
            </p:nvSpPr>
            <p:spPr>
              <a:xfrm rot="4815481">
                <a:off x="-1871902" y="-1207118"/>
                <a:ext cx="6487146" cy="6538537"/>
              </a:xfrm>
              <a:prstGeom prst="ellipse">
                <a:avLst/>
              </a:prstGeom>
              <a:gradFill>
                <a:gsLst>
                  <a:gs pos="0">
                    <a:srgbClr val="1645D3">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3"/>
              <p:cNvSpPr/>
              <p:nvPr/>
            </p:nvSpPr>
            <p:spPr>
              <a:xfrm rot="4815400">
                <a:off x="-1865468" y="2293952"/>
                <a:ext cx="4917430" cy="4956342"/>
              </a:xfrm>
              <a:prstGeom prst="ellipse">
                <a:avLst/>
              </a:prstGeom>
              <a:gradFill>
                <a:gsLst>
                  <a:gs pos="0">
                    <a:srgbClr val="E0FE68">
                      <a:alpha val="52156"/>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3"/>
              <p:cNvSpPr/>
              <p:nvPr/>
            </p:nvSpPr>
            <p:spPr>
              <a:xfrm rot="4815509">
                <a:off x="5302927" y="-216148"/>
                <a:ext cx="6184270" cy="6233244"/>
              </a:xfrm>
              <a:prstGeom prst="ellipse">
                <a:avLst/>
              </a:prstGeom>
              <a:gradFill>
                <a:gsLst>
                  <a:gs pos="0">
                    <a:srgbClr val="8AC1DC">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3"/>
              <p:cNvSpPr/>
              <p:nvPr/>
            </p:nvSpPr>
            <p:spPr>
              <a:xfrm rot="4815446">
                <a:off x="1875915" y="719366"/>
                <a:ext cx="7945794" cy="8009071"/>
              </a:xfrm>
              <a:prstGeom prst="ellipse">
                <a:avLst/>
              </a:prstGeom>
              <a:gradFill>
                <a:gsLst>
                  <a:gs pos="0">
                    <a:srgbClr val="9900FF">
                      <a:alpha val="66274"/>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3"/>
              <p:cNvSpPr/>
              <p:nvPr/>
            </p:nvSpPr>
            <p:spPr>
              <a:xfrm rot="4815509">
                <a:off x="939427" y="-3045723"/>
                <a:ext cx="6184270" cy="6233244"/>
              </a:xfrm>
              <a:prstGeom prst="ellipse">
                <a:avLst/>
              </a:prstGeom>
              <a:gradFill>
                <a:gsLst>
                  <a:gs pos="0">
                    <a:srgbClr val="8AC1DC">
                      <a:alpha val="69803"/>
                    </a:srgbClr>
                  </a:gs>
                  <a:gs pos="63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5" name="Google Shape;435;p33"/>
            <p:cNvSpPr/>
            <p:nvPr/>
          </p:nvSpPr>
          <p:spPr>
            <a:xfrm rot="4815446">
              <a:off x="3938165" y="-2565884"/>
              <a:ext cx="7945794" cy="8009071"/>
            </a:xfrm>
            <a:prstGeom prst="ellipse">
              <a:avLst/>
            </a:prstGeom>
            <a:gradFill>
              <a:gsLst>
                <a:gs pos="0">
                  <a:srgbClr val="E0FE68">
                    <a:alpha val="52156"/>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3"/>
            <p:cNvSpPr/>
            <p:nvPr/>
          </p:nvSpPr>
          <p:spPr>
            <a:xfrm rot="4815400">
              <a:off x="5272082" y="3159802"/>
              <a:ext cx="4917430" cy="4956342"/>
            </a:xfrm>
            <a:prstGeom prst="ellipse">
              <a:avLst/>
            </a:prstGeom>
            <a:gradFill>
              <a:gsLst>
                <a:gs pos="0">
                  <a:srgbClr val="E0FE68">
                    <a:alpha val="52156"/>
                  </a:srgbClr>
                </a:gs>
                <a:gs pos="51000">
                  <a:srgbClr val="00FFFF">
                    <a:alpha val="0"/>
                  </a:srgbClr>
                </a:gs>
                <a:gs pos="100000">
                  <a:srgbClr val="FF0000">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37" name="Google Shape;437;p33"/>
          <p:cNvPicPr preferRelativeResize="0"/>
          <p:nvPr/>
        </p:nvPicPr>
        <p:blipFill>
          <a:blip r:embed="rId2">
            <a:alphaModFix amt="21000"/>
          </a:blip>
          <a:stretch>
            <a:fillRect/>
          </a:stretch>
        </p:blipFill>
        <p:spPr>
          <a:xfrm>
            <a:off x="0" y="0"/>
            <a:ext cx="9144000" cy="51435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34975" y="445025"/>
            <a:ext cx="76740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400"/>
              <a:buFont typeface="Krona One"/>
              <a:buNone/>
              <a:defRPr sz="2400">
                <a:solidFill>
                  <a:schemeClr val="dk1"/>
                </a:solidFill>
                <a:latin typeface="Krona One"/>
                <a:ea typeface="Krona One"/>
                <a:cs typeface="Krona One"/>
                <a:sym typeface="Krona One"/>
              </a:defRPr>
            </a:lvl1pPr>
            <a:lvl2pPr lvl="1" rtl="0">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2pPr>
            <a:lvl3pPr lvl="2" rtl="0">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3pPr>
            <a:lvl4pPr lvl="3" rtl="0">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4pPr>
            <a:lvl5pPr lvl="4" rtl="0">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5pPr>
            <a:lvl6pPr lvl="5" rtl="0">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6pPr>
            <a:lvl7pPr lvl="6" rtl="0">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7pPr>
            <a:lvl8pPr lvl="7" rtl="0">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8pPr>
            <a:lvl9pPr lvl="8" rtl="0">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9pPr>
          </a:lstStyle>
          <a:p>
            <a:endParaRPr/>
          </a:p>
        </p:txBody>
      </p:sp>
      <p:sp>
        <p:nvSpPr>
          <p:cNvPr id="7" name="Google Shape;7;p1"/>
          <p:cNvSpPr txBox="1">
            <a:spLocks noGrp="1"/>
          </p:cNvSpPr>
          <p:nvPr>
            <p:ph type="body" idx="1"/>
          </p:nvPr>
        </p:nvSpPr>
        <p:spPr>
          <a:xfrm>
            <a:off x="734975" y="1152475"/>
            <a:ext cx="76740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1pPr>
            <a:lvl2pPr marL="914400" lvl="1"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2pPr>
            <a:lvl3pPr marL="1371600" lvl="2"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3pPr>
            <a:lvl4pPr marL="1828800" lvl="3"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4pPr>
            <a:lvl5pPr marL="2286000" lvl="4"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5pPr>
            <a:lvl6pPr marL="2743200" lvl="5"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6pPr>
            <a:lvl7pPr marL="3200400" lvl="6"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7pPr>
            <a:lvl8pPr marL="3657600" lvl="7"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8pPr>
            <a:lvl9pPr marL="4114800" lvl="8"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4" r:id="rId3"/>
    <p:sldLayoutId id="2147483655" r:id="rId4"/>
    <p:sldLayoutId id="2147483658" r:id="rId5"/>
    <p:sldLayoutId id="2147483660" r:id="rId6"/>
    <p:sldLayoutId id="2147483661" r:id="rId7"/>
    <p:sldLayoutId id="2147483663" r:id="rId8"/>
    <p:sldLayoutId id="2147483664" r:id="rId9"/>
    <p:sldLayoutId id="2147483665" r:id="rId10"/>
    <p:sldLayoutId id="2147483667" r:id="rId11"/>
    <p:sldLayoutId id="2147483674" r:id="rId12"/>
    <p:sldLayoutId id="2147483678" r:id="rId13"/>
    <p:sldLayoutId id="2147483679"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0.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1.xml"/><Relationship Id="rId5" Type="http://schemas.openxmlformats.org/officeDocument/2006/relationships/image" Target="../media/image6.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pic>
        <p:nvPicPr>
          <p:cNvPr id="448" name="Google Shape;448;p37"/>
          <p:cNvPicPr preferRelativeResize="0"/>
          <p:nvPr/>
        </p:nvPicPr>
        <p:blipFill>
          <a:blip r:embed="rId3">
            <a:alphaModFix amt="83000"/>
          </a:blip>
          <a:stretch>
            <a:fillRect/>
          </a:stretch>
        </p:blipFill>
        <p:spPr>
          <a:xfrm>
            <a:off x="-729800" y="1961137"/>
            <a:ext cx="2561150" cy="2468950"/>
          </a:xfrm>
          <a:prstGeom prst="rect">
            <a:avLst/>
          </a:prstGeom>
          <a:noFill/>
          <a:ln>
            <a:noFill/>
          </a:ln>
        </p:spPr>
      </p:pic>
      <p:pic>
        <p:nvPicPr>
          <p:cNvPr id="449" name="Google Shape;449;p37"/>
          <p:cNvPicPr preferRelativeResize="0"/>
          <p:nvPr/>
        </p:nvPicPr>
        <p:blipFill>
          <a:blip r:embed="rId3">
            <a:alphaModFix amt="73000"/>
          </a:blip>
          <a:stretch>
            <a:fillRect/>
          </a:stretch>
        </p:blipFill>
        <p:spPr>
          <a:xfrm rot="10800000">
            <a:off x="7660050" y="803575"/>
            <a:ext cx="1938900" cy="1869100"/>
          </a:xfrm>
          <a:prstGeom prst="rect">
            <a:avLst/>
          </a:prstGeom>
          <a:noFill/>
          <a:ln>
            <a:noFill/>
          </a:ln>
        </p:spPr>
      </p:pic>
      <p:sp>
        <p:nvSpPr>
          <p:cNvPr id="451" name="Google Shape;451;p37"/>
          <p:cNvSpPr txBox="1"/>
          <p:nvPr/>
        </p:nvSpPr>
        <p:spPr>
          <a:xfrm>
            <a:off x="8394300" y="129000"/>
            <a:ext cx="470400" cy="514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Krona One"/>
                <a:ea typeface="Krona One"/>
                <a:cs typeface="Krona One"/>
                <a:sym typeface="Krona One"/>
              </a:rPr>
              <a:t>1403</a:t>
            </a:r>
            <a:endParaRPr sz="1200">
              <a:solidFill>
                <a:schemeClr val="dk1"/>
              </a:solidFill>
              <a:latin typeface="Krona One"/>
              <a:ea typeface="Krona One"/>
              <a:cs typeface="Krona One"/>
              <a:sym typeface="Krona One"/>
            </a:endParaRPr>
          </a:p>
        </p:txBody>
      </p:sp>
      <p:sp>
        <p:nvSpPr>
          <p:cNvPr id="452" name="Google Shape;452;p37"/>
          <p:cNvSpPr txBox="1">
            <a:spLocks noGrp="1"/>
          </p:cNvSpPr>
          <p:nvPr>
            <p:ph type="subTitle" idx="2"/>
          </p:nvPr>
        </p:nvSpPr>
        <p:spPr>
          <a:xfrm>
            <a:off x="749700" y="4599700"/>
            <a:ext cx="7644600" cy="315300"/>
          </a:xfrm>
          <a:prstGeom prst="rect">
            <a:avLst/>
          </a:prstGeom>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400"/>
              <a:buFont typeface="Arimo"/>
              <a:buNone/>
            </a:pPr>
            <a:r>
              <a:rPr lang="fa-IR" sz="1200">
                <a:latin typeface="Lalezar" pitchFamily="2" charset="-78"/>
                <a:cs typeface="Lalezar" pitchFamily="2" charset="-78"/>
              </a:rPr>
              <a:t>اســتاد کـاظــمـیان</a:t>
            </a:r>
            <a:endParaRPr sz="1200">
              <a:latin typeface="Lalezar" pitchFamily="2" charset="-78"/>
              <a:cs typeface="Lalezar" pitchFamily="2" charset="-78"/>
            </a:endParaRPr>
          </a:p>
        </p:txBody>
      </p:sp>
      <p:sp>
        <p:nvSpPr>
          <p:cNvPr id="453" name="Google Shape;453;p37"/>
          <p:cNvSpPr txBox="1"/>
          <p:nvPr/>
        </p:nvSpPr>
        <p:spPr>
          <a:xfrm>
            <a:off x="140250" y="4541565"/>
            <a:ext cx="470400" cy="514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fa-IR" sz="1200">
                <a:solidFill>
                  <a:schemeClr val="dk1"/>
                </a:solidFill>
                <a:latin typeface="Lalezar" pitchFamily="2" charset="-78"/>
                <a:ea typeface="Krona One"/>
                <a:cs typeface="Lalezar" pitchFamily="2" charset="-78"/>
                <a:sym typeface="Krona One"/>
              </a:rPr>
              <a:t>آبان ماه</a:t>
            </a:r>
            <a:endParaRPr sz="1200">
              <a:solidFill>
                <a:schemeClr val="dk1"/>
              </a:solidFill>
              <a:latin typeface="Lalezar" pitchFamily="2" charset="-78"/>
              <a:ea typeface="Krona One"/>
              <a:cs typeface="Lalezar" pitchFamily="2" charset="-78"/>
              <a:sym typeface="Krona One"/>
            </a:endParaRPr>
          </a:p>
        </p:txBody>
      </p:sp>
      <p:sp>
        <p:nvSpPr>
          <p:cNvPr id="454" name="Google Shape;454;p37"/>
          <p:cNvSpPr/>
          <p:nvPr/>
        </p:nvSpPr>
        <p:spPr>
          <a:xfrm>
            <a:off x="355825" y="227100"/>
            <a:ext cx="315300" cy="315300"/>
          </a:xfrm>
          <a:prstGeom prst="diamond">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7">
            <a:hlinkClick r:id="" action="ppaction://hlinkshowjump?jump=nextslide"/>
          </p:cNvPr>
          <p:cNvSpPr/>
          <p:nvPr/>
        </p:nvSpPr>
        <p:spPr>
          <a:xfrm>
            <a:off x="8490450" y="4647151"/>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6" name="Google Shape;456;p37"/>
          <p:cNvGrpSpPr/>
          <p:nvPr/>
        </p:nvGrpSpPr>
        <p:grpSpPr>
          <a:xfrm>
            <a:off x="2811975" y="547600"/>
            <a:ext cx="3586200" cy="2944800"/>
            <a:chOff x="2778895" y="849596"/>
            <a:chExt cx="3586200" cy="2944800"/>
          </a:xfrm>
        </p:grpSpPr>
        <p:sp>
          <p:nvSpPr>
            <p:cNvPr id="457" name="Google Shape;457;p37"/>
            <p:cNvSpPr/>
            <p:nvPr/>
          </p:nvSpPr>
          <p:spPr>
            <a:xfrm rot="-2132583">
              <a:off x="2711556" y="1841568"/>
              <a:ext cx="3720878" cy="960856"/>
            </a:xfrm>
            <a:prstGeom prst="donut">
              <a:avLst>
                <a:gd name="adj" fmla="val 2048"/>
              </a:avLst>
            </a:prstGeom>
            <a:gradFill>
              <a:gsLst>
                <a:gs pos="0">
                  <a:schemeClr val="accent2"/>
                </a:gs>
                <a:gs pos="40000">
                  <a:schemeClr val="accent1"/>
                </a:gs>
                <a:gs pos="70000">
                  <a:srgbClr val="7BA29E"/>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7"/>
            <p:cNvSpPr/>
            <p:nvPr/>
          </p:nvSpPr>
          <p:spPr>
            <a:xfrm rot="-376705">
              <a:off x="5636340" y="1128676"/>
              <a:ext cx="153621" cy="153621"/>
            </a:xfrm>
            <a:prstGeom prst="plaqu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9" name="Google Shape;459;p37"/>
          <p:cNvSpPr/>
          <p:nvPr/>
        </p:nvSpPr>
        <p:spPr>
          <a:xfrm>
            <a:off x="2778900" y="3839675"/>
            <a:ext cx="3586200" cy="17400"/>
          </a:xfrm>
          <a:prstGeom prst="rect">
            <a:avLst/>
          </a:prstGeom>
          <a:gradFill>
            <a:gsLst>
              <a:gs pos="0">
                <a:schemeClr val="accent2"/>
              </a:gs>
              <a:gs pos="40000">
                <a:schemeClr val="accent1"/>
              </a:gs>
              <a:gs pos="70000">
                <a:srgbClr val="7BA29E"/>
              </a:gs>
              <a:gs pos="100000">
                <a:schemeClr val="dk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7"/>
          <p:cNvSpPr txBox="1">
            <a:spLocks noGrp="1"/>
          </p:cNvSpPr>
          <p:nvPr>
            <p:ph type="ctrTitle"/>
          </p:nvPr>
        </p:nvSpPr>
        <p:spPr>
          <a:xfrm>
            <a:off x="749700" y="1335159"/>
            <a:ext cx="7644600" cy="1561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Suggestion</a:t>
            </a:r>
            <a:br>
              <a:rPr lang="en"/>
            </a:br>
            <a:r>
              <a:rPr lang="en"/>
              <a:t>System</a:t>
            </a:r>
            <a:endParaRPr i="1"/>
          </a:p>
        </p:txBody>
      </p:sp>
      <p:sp>
        <p:nvSpPr>
          <p:cNvPr id="461" name="Google Shape;461;p37"/>
          <p:cNvSpPr/>
          <p:nvPr/>
        </p:nvSpPr>
        <p:spPr>
          <a:xfrm>
            <a:off x="1143175" y="1701825"/>
            <a:ext cx="189300" cy="189300"/>
          </a:xfrm>
          <a:prstGeom prst="plaqu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60;p37">
            <a:extLst>
              <a:ext uri="{FF2B5EF4-FFF2-40B4-BE49-F238E27FC236}">
                <a16:creationId xmlns:a16="http://schemas.microsoft.com/office/drawing/2014/main" id="{CDBD5BFC-9360-9549-B8E9-D34B27277581}"/>
              </a:ext>
            </a:extLst>
          </p:cNvPr>
          <p:cNvSpPr txBox="1">
            <a:spLocks/>
          </p:cNvSpPr>
          <p:nvPr/>
        </p:nvSpPr>
        <p:spPr>
          <a:xfrm>
            <a:off x="749700" y="2295575"/>
            <a:ext cx="7644600" cy="1561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191919"/>
              </a:buClr>
              <a:buSzPts val="5200"/>
              <a:buFont typeface="Krona One"/>
              <a:buNone/>
              <a:defRPr sz="4400" b="0" i="0" u="none" strike="noStrike" cap="none">
                <a:solidFill>
                  <a:schemeClr val="dk1"/>
                </a:solidFill>
                <a:latin typeface="Krona One"/>
                <a:ea typeface="Krona One"/>
                <a:cs typeface="Krona One"/>
                <a:sym typeface="Krona One"/>
              </a:defRPr>
            </a:lvl1pPr>
            <a:lvl2pPr marR="0" lvl="1" algn="ctr" rtl="0">
              <a:lnSpc>
                <a:spcPct val="100000"/>
              </a:lnSpc>
              <a:spcBef>
                <a:spcPts val="0"/>
              </a:spcBef>
              <a:spcAft>
                <a:spcPts val="0"/>
              </a:spcAft>
              <a:buClr>
                <a:srgbClr val="191919"/>
              </a:buClr>
              <a:buSzPts val="5200"/>
              <a:buFont typeface="Abril Fatface"/>
              <a:buNone/>
              <a:defRPr sz="5200" b="0" i="0" u="none" strike="noStrike" cap="none">
                <a:solidFill>
                  <a:srgbClr val="191919"/>
                </a:solidFill>
                <a:latin typeface="Abril Fatface"/>
                <a:ea typeface="Abril Fatface"/>
                <a:cs typeface="Abril Fatface"/>
                <a:sym typeface="Abril Fatface"/>
              </a:defRPr>
            </a:lvl2pPr>
            <a:lvl3pPr marR="0" lvl="2" algn="ctr" rtl="0">
              <a:lnSpc>
                <a:spcPct val="100000"/>
              </a:lnSpc>
              <a:spcBef>
                <a:spcPts val="0"/>
              </a:spcBef>
              <a:spcAft>
                <a:spcPts val="0"/>
              </a:spcAft>
              <a:buClr>
                <a:srgbClr val="191919"/>
              </a:buClr>
              <a:buSzPts val="5200"/>
              <a:buFont typeface="Abril Fatface"/>
              <a:buNone/>
              <a:defRPr sz="5200" b="0" i="0" u="none" strike="noStrike" cap="none">
                <a:solidFill>
                  <a:srgbClr val="191919"/>
                </a:solidFill>
                <a:latin typeface="Abril Fatface"/>
                <a:ea typeface="Abril Fatface"/>
                <a:cs typeface="Abril Fatface"/>
                <a:sym typeface="Abril Fatface"/>
              </a:defRPr>
            </a:lvl3pPr>
            <a:lvl4pPr marR="0" lvl="3" algn="ctr" rtl="0">
              <a:lnSpc>
                <a:spcPct val="100000"/>
              </a:lnSpc>
              <a:spcBef>
                <a:spcPts val="0"/>
              </a:spcBef>
              <a:spcAft>
                <a:spcPts val="0"/>
              </a:spcAft>
              <a:buClr>
                <a:srgbClr val="191919"/>
              </a:buClr>
              <a:buSzPts val="5200"/>
              <a:buFont typeface="Abril Fatface"/>
              <a:buNone/>
              <a:defRPr sz="5200" b="0" i="0" u="none" strike="noStrike" cap="none">
                <a:solidFill>
                  <a:srgbClr val="191919"/>
                </a:solidFill>
                <a:latin typeface="Abril Fatface"/>
                <a:ea typeface="Abril Fatface"/>
                <a:cs typeface="Abril Fatface"/>
                <a:sym typeface="Abril Fatface"/>
              </a:defRPr>
            </a:lvl4pPr>
            <a:lvl5pPr marR="0" lvl="4" algn="ctr" rtl="0">
              <a:lnSpc>
                <a:spcPct val="100000"/>
              </a:lnSpc>
              <a:spcBef>
                <a:spcPts val="0"/>
              </a:spcBef>
              <a:spcAft>
                <a:spcPts val="0"/>
              </a:spcAft>
              <a:buClr>
                <a:srgbClr val="191919"/>
              </a:buClr>
              <a:buSzPts val="5200"/>
              <a:buFont typeface="Abril Fatface"/>
              <a:buNone/>
              <a:defRPr sz="5200" b="0" i="0" u="none" strike="noStrike" cap="none">
                <a:solidFill>
                  <a:srgbClr val="191919"/>
                </a:solidFill>
                <a:latin typeface="Abril Fatface"/>
                <a:ea typeface="Abril Fatface"/>
                <a:cs typeface="Abril Fatface"/>
                <a:sym typeface="Abril Fatface"/>
              </a:defRPr>
            </a:lvl5pPr>
            <a:lvl6pPr marR="0" lvl="5" algn="ctr" rtl="0">
              <a:lnSpc>
                <a:spcPct val="100000"/>
              </a:lnSpc>
              <a:spcBef>
                <a:spcPts val="0"/>
              </a:spcBef>
              <a:spcAft>
                <a:spcPts val="0"/>
              </a:spcAft>
              <a:buClr>
                <a:srgbClr val="191919"/>
              </a:buClr>
              <a:buSzPts val="5200"/>
              <a:buFont typeface="Abril Fatface"/>
              <a:buNone/>
              <a:defRPr sz="5200" b="0" i="0" u="none" strike="noStrike" cap="none">
                <a:solidFill>
                  <a:srgbClr val="191919"/>
                </a:solidFill>
                <a:latin typeface="Abril Fatface"/>
                <a:ea typeface="Abril Fatface"/>
                <a:cs typeface="Abril Fatface"/>
                <a:sym typeface="Abril Fatface"/>
              </a:defRPr>
            </a:lvl6pPr>
            <a:lvl7pPr marR="0" lvl="6" algn="ctr" rtl="0">
              <a:lnSpc>
                <a:spcPct val="100000"/>
              </a:lnSpc>
              <a:spcBef>
                <a:spcPts val="0"/>
              </a:spcBef>
              <a:spcAft>
                <a:spcPts val="0"/>
              </a:spcAft>
              <a:buClr>
                <a:srgbClr val="191919"/>
              </a:buClr>
              <a:buSzPts val="5200"/>
              <a:buFont typeface="Abril Fatface"/>
              <a:buNone/>
              <a:defRPr sz="5200" b="0" i="0" u="none" strike="noStrike" cap="none">
                <a:solidFill>
                  <a:srgbClr val="191919"/>
                </a:solidFill>
                <a:latin typeface="Abril Fatface"/>
                <a:ea typeface="Abril Fatface"/>
                <a:cs typeface="Abril Fatface"/>
                <a:sym typeface="Abril Fatface"/>
              </a:defRPr>
            </a:lvl7pPr>
            <a:lvl8pPr marR="0" lvl="7" algn="ctr" rtl="0">
              <a:lnSpc>
                <a:spcPct val="100000"/>
              </a:lnSpc>
              <a:spcBef>
                <a:spcPts val="0"/>
              </a:spcBef>
              <a:spcAft>
                <a:spcPts val="0"/>
              </a:spcAft>
              <a:buClr>
                <a:srgbClr val="191919"/>
              </a:buClr>
              <a:buSzPts val="5200"/>
              <a:buFont typeface="Abril Fatface"/>
              <a:buNone/>
              <a:defRPr sz="5200" b="0" i="0" u="none" strike="noStrike" cap="none">
                <a:solidFill>
                  <a:srgbClr val="191919"/>
                </a:solidFill>
                <a:latin typeface="Abril Fatface"/>
                <a:ea typeface="Abril Fatface"/>
                <a:cs typeface="Abril Fatface"/>
                <a:sym typeface="Abril Fatface"/>
              </a:defRPr>
            </a:lvl8pPr>
            <a:lvl9pPr marR="0" lvl="8" algn="ctr" rtl="0">
              <a:lnSpc>
                <a:spcPct val="100000"/>
              </a:lnSpc>
              <a:spcBef>
                <a:spcPts val="0"/>
              </a:spcBef>
              <a:spcAft>
                <a:spcPts val="0"/>
              </a:spcAft>
              <a:buClr>
                <a:srgbClr val="191919"/>
              </a:buClr>
              <a:buSzPts val="5200"/>
              <a:buFont typeface="Abril Fatface"/>
              <a:buNone/>
              <a:defRPr sz="5200" b="0" i="0" u="none" strike="noStrike" cap="none">
                <a:solidFill>
                  <a:srgbClr val="191919"/>
                </a:solidFill>
                <a:latin typeface="Abril Fatface"/>
                <a:ea typeface="Abril Fatface"/>
                <a:cs typeface="Abril Fatface"/>
                <a:sym typeface="Abril Fatface"/>
              </a:defRPr>
            </a:lvl9pPr>
          </a:lstStyle>
          <a:p>
            <a:r>
              <a:rPr lang="en-US" sz="1100"/>
              <a:t>Parsa banitaba – AmirMehdi ShojaieKian</a:t>
            </a:r>
            <a:endParaRPr lang="en-US" sz="1100" i="1"/>
          </a:p>
        </p:txBody>
      </p:sp>
      <p:sp>
        <p:nvSpPr>
          <p:cNvPr id="17" name="Google Shape;473;p38">
            <a:hlinkClick r:id="" action="ppaction://hlinkshowjump?jump=previousslide"/>
            <a:extLst>
              <a:ext uri="{FF2B5EF4-FFF2-40B4-BE49-F238E27FC236}">
                <a16:creationId xmlns:a16="http://schemas.microsoft.com/office/drawing/2014/main" id="{55C7C03D-AC3C-5B4C-844A-9A16D1778629}"/>
              </a:ext>
            </a:extLst>
          </p:cNvPr>
          <p:cNvSpPr/>
          <p:nvPr/>
        </p:nvSpPr>
        <p:spPr>
          <a:xfrm rot="10800000">
            <a:off x="567750" y="4647151"/>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1">
              <a:lnSpc>
                <a:spcPct val="100000"/>
              </a:lnSpc>
              <a:spcBef>
                <a:spcPts val="0"/>
              </a:spcBef>
              <a:spcAft>
                <a:spcPts val="0"/>
              </a:spcAft>
              <a:buClr>
                <a:srgbClr val="000000"/>
              </a:buClr>
              <a:buFont typeface="Arial"/>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animMotion origin="layout" path="M 0.04184 0.01111 L 0.24358 -0.175 " pathEditMode="relative" ptsTypes="AA">
                                      <p:cBhvr>
                                        <p:cTn id="6" dur="5000" fill="hold"/>
                                        <p:tgtEl>
                                          <p:spTgt spid="448"/>
                                        </p:tgtEl>
                                        <p:attrNameLst>
                                          <p:attrName>ppt_x</p:attrName>
                                          <p:attrName>ppt_y</p:attrName>
                                        </p:attrNameLst>
                                      </p:cBhvr>
                                    </p:animMotion>
                                  </p:childTnLst>
                                </p:cTn>
                              </p:par>
                              <p:par>
                                <p:cTn id="7" presetID="0" presetClass="path" presetSubtype="0" accel="50000" decel="50000" fill="hold" nodeType="withEffect">
                                  <p:stCondLst>
                                    <p:cond delay="0"/>
                                  </p:stCondLst>
                                  <p:childTnLst>
                                    <p:animMotion origin="layout" path="M -0.03472 -0.03796 L -0.30608 -0.09722 " pathEditMode="relative" ptsTypes="AA">
                                      <p:cBhvr>
                                        <p:cTn id="8" dur="5000" fill="hold"/>
                                        <p:tgtEl>
                                          <p:spTgt spid="44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38"/>
          <p:cNvSpPr txBox="1">
            <a:spLocks noGrp="1"/>
          </p:cNvSpPr>
          <p:nvPr>
            <p:ph type="title"/>
          </p:nvPr>
        </p:nvSpPr>
        <p:spPr>
          <a:xfrm>
            <a:off x="856500" y="773513"/>
            <a:ext cx="7431000" cy="571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a-IR" sz="4400">
                <a:latin typeface="Lalezar" pitchFamily="2" charset="-78"/>
                <a:cs typeface="Lalezar" pitchFamily="2" charset="-78"/>
              </a:rPr>
              <a:t>فهرست مطالب</a:t>
            </a:r>
            <a:endParaRPr sz="4400">
              <a:latin typeface="Lalezar" pitchFamily="2" charset="-78"/>
              <a:cs typeface="Lalezar" pitchFamily="2" charset="-78"/>
            </a:endParaRPr>
          </a:p>
        </p:txBody>
      </p:sp>
      <p:graphicFrame>
        <p:nvGraphicFramePr>
          <p:cNvPr id="468" name="Google Shape;468;p38"/>
          <p:cNvGraphicFramePr/>
          <p:nvPr>
            <p:extLst>
              <p:ext uri="{D42A27DB-BD31-4B8C-83A1-F6EECF244321}">
                <p14:modId xmlns:p14="http://schemas.microsoft.com/office/powerpoint/2010/main" val="3914276459"/>
              </p:ext>
            </p:extLst>
          </p:nvPr>
        </p:nvGraphicFramePr>
        <p:xfrm>
          <a:off x="720300" y="2047125"/>
          <a:ext cx="7674000" cy="1493450"/>
        </p:xfrm>
        <a:graphic>
          <a:graphicData uri="http://schemas.openxmlformats.org/drawingml/2006/table">
            <a:tbl>
              <a:tblPr>
                <a:noFill/>
                <a:tableStyleId>{B1FB83D5-7D0B-4998-8F01-86F9F7A8F6A3}</a:tableStyleId>
              </a:tblPr>
              <a:tblGrid>
                <a:gridCol w="5942916">
                  <a:extLst>
                    <a:ext uri="{9D8B030D-6E8A-4147-A177-3AD203B41FA5}">
                      <a16:colId xmlns:a16="http://schemas.microsoft.com/office/drawing/2014/main" val="20000"/>
                    </a:ext>
                  </a:extLst>
                </a:gridCol>
                <a:gridCol w="1731084">
                  <a:extLst>
                    <a:ext uri="{9D8B030D-6E8A-4147-A177-3AD203B41FA5}">
                      <a16:colId xmlns:a16="http://schemas.microsoft.com/office/drawing/2014/main" val="20001"/>
                    </a:ext>
                  </a:extLst>
                </a:gridCol>
              </a:tblGrid>
              <a:tr h="502900">
                <a:tc>
                  <a:txBody>
                    <a:bodyPr/>
                    <a:lstStyle/>
                    <a:p>
                      <a:pPr marL="0" marR="0" lvl="0" indent="0" algn="r" rtl="1">
                        <a:lnSpc>
                          <a:spcPct val="100000"/>
                        </a:lnSpc>
                        <a:spcBef>
                          <a:spcPts val="0"/>
                        </a:spcBef>
                        <a:spcAft>
                          <a:spcPts val="0"/>
                        </a:spcAft>
                        <a:buClr>
                          <a:srgbClr val="000000"/>
                        </a:buClr>
                        <a:buFont typeface="Arial"/>
                        <a:buNone/>
                      </a:pPr>
                      <a:r>
                        <a:rPr lang="fa-IR" sz="1600">
                          <a:solidFill>
                            <a:schemeClr val="bg1">
                              <a:lumMod val="10000"/>
                              <a:lumOff val="90000"/>
                            </a:schemeClr>
                          </a:solidFill>
                          <a:latin typeface="Lalezar" pitchFamily="2" charset="-78"/>
                          <a:ea typeface="Krona One"/>
                          <a:cs typeface="Lalezar" pitchFamily="2" charset="-78"/>
                          <a:sym typeface="Krona One"/>
                        </a:rPr>
                        <a:t>تعریف سیستم </a:t>
                      </a:r>
                      <a:r>
                        <a:rPr lang="en-US" sz="1600">
                          <a:solidFill>
                            <a:schemeClr val="bg1">
                              <a:lumMod val="10000"/>
                              <a:lumOff val="90000"/>
                            </a:schemeClr>
                          </a:solidFill>
                          <a:latin typeface="Lalezar" pitchFamily="2" charset="-78"/>
                          <a:ea typeface="Krona One"/>
                          <a:cs typeface="Lalezar" pitchFamily="2" charset="-78"/>
                          <a:sym typeface="Krona One"/>
                        </a:rPr>
                        <a:t>پ</a:t>
                      </a:r>
                      <a:r>
                        <a:rPr lang="fa-IR" sz="1600">
                          <a:solidFill>
                            <a:schemeClr val="bg1">
                              <a:lumMod val="10000"/>
                              <a:lumOff val="90000"/>
                            </a:schemeClr>
                          </a:solidFill>
                          <a:latin typeface="Lalezar" pitchFamily="2" charset="-78"/>
                          <a:ea typeface="Krona One"/>
                          <a:cs typeface="Lalezar" pitchFamily="2" charset="-78"/>
                          <a:sym typeface="Krona One"/>
                        </a:rPr>
                        <a:t>یشنهاددهی</a:t>
                      </a:r>
                      <a:endParaRPr sz="1600">
                        <a:solidFill>
                          <a:schemeClr val="bg1">
                            <a:lumMod val="10000"/>
                            <a:lumOff val="90000"/>
                          </a:schemeClr>
                        </a:solidFill>
                        <a:latin typeface="Lalezar" pitchFamily="2" charset="-78"/>
                        <a:ea typeface="Krona One"/>
                        <a:cs typeface="Lalezar" pitchFamily="2" charset="-78"/>
                        <a:sym typeface="Krona One"/>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r" rtl="1">
                        <a:lnSpc>
                          <a:spcPct val="100000"/>
                        </a:lnSpc>
                        <a:spcBef>
                          <a:spcPts val="0"/>
                        </a:spcBef>
                        <a:spcAft>
                          <a:spcPts val="1600"/>
                        </a:spcAft>
                        <a:buClr>
                          <a:srgbClr val="000000"/>
                        </a:buClr>
                        <a:buFont typeface="Arial"/>
                        <a:buNone/>
                      </a:pPr>
                      <a:r>
                        <a:rPr lang="fa-IR" sz="2000">
                          <a:solidFill>
                            <a:srgbClr val="AEDCCE"/>
                          </a:solidFill>
                          <a:latin typeface="Lalezar" pitchFamily="2" charset="-78"/>
                          <a:ea typeface="Arimo"/>
                          <a:cs typeface="Lalezar" pitchFamily="2" charset="-78"/>
                          <a:sym typeface="Arimo"/>
                        </a:rPr>
                        <a:t>بخش اول </a:t>
                      </a:r>
                      <a:endParaRPr sz="2000">
                        <a:solidFill>
                          <a:srgbClr val="AEDCCE"/>
                        </a:solidFill>
                        <a:latin typeface="Lalezar" pitchFamily="2" charset="-78"/>
                        <a:ea typeface="Arimo"/>
                        <a:cs typeface="Lalezar" pitchFamily="2" charset="-78"/>
                        <a:sym typeface="Arim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502900">
                <a:tc>
                  <a:txBody>
                    <a:bodyPr/>
                    <a:lstStyle/>
                    <a:p>
                      <a:pPr marL="0" marR="0" lvl="0" indent="0" algn="r" rtl="1">
                        <a:lnSpc>
                          <a:spcPct val="100000"/>
                        </a:lnSpc>
                        <a:spcBef>
                          <a:spcPts val="0"/>
                        </a:spcBef>
                        <a:spcAft>
                          <a:spcPts val="0"/>
                        </a:spcAft>
                        <a:buClr>
                          <a:srgbClr val="000000"/>
                        </a:buClr>
                        <a:buFont typeface="Arial"/>
                        <a:buNone/>
                      </a:pPr>
                      <a:r>
                        <a:rPr lang="fa-IR" sz="1600">
                          <a:solidFill>
                            <a:schemeClr val="bg1">
                              <a:lumMod val="10000"/>
                              <a:lumOff val="90000"/>
                            </a:schemeClr>
                          </a:solidFill>
                          <a:latin typeface="Lalezar" pitchFamily="2" charset="-78"/>
                          <a:ea typeface="Krona One"/>
                          <a:cs typeface="Lalezar" pitchFamily="2" charset="-78"/>
                          <a:sym typeface="Krona One"/>
                        </a:rPr>
                        <a:t>مثال – </a:t>
                      </a:r>
                      <a:r>
                        <a:rPr lang="fa-IR" sz="1800">
                          <a:solidFill>
                            <a:schemeClr val="bg1">
                              <a:lumMod val="10000"/>
                              <a:lumOff val="90000"/>
                            </a:schemeClr>
                          </a:solidFill>
                          <a:latin typeface="Lalezar" pitchFamily="2" charset="-78"/>
                          <a:cs typeface="Lalezar" pitchFamily="2" charset="-78"/>
                        </a:rPr>
                        <a:t>سیستم پیشنهاد‌دهی مبتنی بر محتوا</a:t>
                      </a:r>
                      <a:endParaRPr sz="1600">
                        <a:solidFill>
                          <a:schemeClr val="bg1">
                            <a:lumMod val="10000"/>
                            <a:lumOff val="90000"/>
                          </a:schemeClr>
                        </a:solidFill>
                        <a:latin typeface="Lalezar" pitchFamily="2" charset="-78"/>
                        <a:ea typeface="Krona One"/>
                        <a:cs typeface="Lalezar" pitchFamily="2" charset="-78"/>
                        <a:sym typeface="Krona One"/>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r" rtl="1">
                        <a:lnSpc>
                          <a:spcPct val="100000"/>
                        </a:lnSpc>
                        <a:spcBef>
                          <a:spcPts val="0"/>
                        </a:spcBef>
                        <a:spcAft>
                          <a:spcPts val="1600"/>
                        </a:spcAft>
                        <a:buClr>
                          <a:srgbClr val="000000"/>
                        </a:buClr>
                        <a:buFont typeface="Arial"/>
                        <a:buNone/>
                      </a:pPr>
                      <a:r>
                        <a:rPr lang="fa-IR" sz="2000">
                          <a:solidFill>
                            <a:srgbClr val="AEDCCE"/>
                          </a:solidFill>
                          <a:latin typeface="Lalezar" pitchFamily="2" charset="-78"/>
                          <a:ea typeface="Arimo"/>
                          <a:cs typeface="Lalezar" pitchFamily="2" charset="-78"/>
                          <a:sym typeface="Arimo"/>
                        </a:rPr>
                        <a:t>بخش دوم </a:t>
                      </a:r>
                      <a:endParaRPr sz="2000">
                        <a:solidFill>
                          <a:srgbClr val="AEDCCE"/>
                        </a:solidFill>
                        <a:latin typeface="Lalezar" pitchFamily="2" charset="-78"/>
                        <a:ea typeface="Arimo"/>
                        <a:cs typeface="Lalezar" pitchFamily="2" charset="-78"/>
                        <a:sym typeface="Arim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42875">
                <a:tc>
                  <a:txBody>
                    <a:bodyPr/>
                    <a:lstStyle/>
                    <a:p>
                      <a:pPr marL="0" marR="0" lvl="0" indent="0" algn="r" rtl="1">
                        <a:lnSpc>
                          <a:spcPct val="100000"/>
                        </a:lnSpc>
                        <a:spcBef>
                          <a:spcPts val="0"/>
                        </a:spcBef>
                        <a:spcAft>
                          <a:spcPts val="0"/>
                        </a:spcAft>
                        <a:buClr>
                          <a:srgbClr val="000000"/>
                        </a:buClr>
                        <a:buFont typeface="Arial"/>
                        <a:buNone/>
                      </a:pPr>
                      <a:r>
                        <a:rPr lang="fa-IR" sz="1600">
                          <a:solidFill>
                            <a:schemeClr val="bg1">
                              <a:lumMod val="10000"/>
                              <a:lumOff val="90000"/>
                            </a:schemeClr>
                          </a:solidFill>
                          <a:latin typeface="Lalezar" pitchFamily="2" charset="-78"/>
                          <a:ea typeface="Krona One"/>
                          <a:cs typeface="Lalezar" pitchFamily="2" charset="-78"/>
                          <a:sym typeface="Krona One"/>
                        </a:rPr>
                        <a:t>مثال - </a:t>
                      </a:r>
                      <a:r>
                        <a:rPr lang="fa-IR" sz="1800">
                          <a:solidFill>
                            <a:schemeClr val="bg1">
                              <a:lumMod val="10000"/>
                              <a:lumOff val="90000"/>
                            </a:schemeClr>
                          </a:solidFill>
                          <a:latin typeface="Lalezar" pitchFamily="2" charset="-78"/>
                          <a:cs typeface="Lalezar" pitchFamily="2" charset="-78"/>
                        </a:rPr>
                        <a:t>سیستم پیشنهاد‌دهی مشارکتی</a:t>
                      </a:r>
                      <a:endParaRPr sz="1600">
                        <a:solidFill>
                          <a:schemeClr val="bg1">
                            <a:lumMod val="10000"/>
                            <a:lumOff val="90000"/>
                          </a:schemeClr>
                        </a:solidFill>
                        <a:latin typeface="Lalezar" pitchFamily="2" charset="-78"/>
                        <a:ea typeface="Krona One"/>
                        <a:cs typeface="Lalezar" pitchFamily="2" charset="-78"/>
                        <a:sym typeface="Krona One"/>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r" rtl="1">
                        <a:lnSpc>
                          <a:spcPct val="100000"/>
                        </a:lnSpc>
                        <a:spcBef>
                          <a:spcPts val="0"/>
                        </a:spcBef>
                        <a:spcAft>
                          <a:spcPts val="1600"/>
                        </a:spcAft>
                        <a:buClr>
                          <a:srgbClr val="000000"/>
                        </a:buClr>
                        <a:buFont typeface="Arial"/>
                        <a:buNone/>
                      </a:pPr>
                      <a:r>
                        <a:rPr lang="fa-IR" sz="2000">
                          <a:solidFill>
                            <a:srgbClr val="AEDCCE"/>
                          </a:solidFill>
                          <a:latin typeface="Lalezar" pitchFamily="2" charset="-78"/>
                          <a:ea typeface="Arimo"/>
                          <a:cs typeface="Lalezar" pitchFamily="2" charset="-78"/>
                          <a:sym typeface="Arimo"/>
                        </a:rPr>
                        <a:t>بخش سوم </a:t>
                      </a:r>
                      <a:endParaRPr sz="2000">
                        <a:solidFill>
                          <a:srgbClr val="AEDCCE"/>
                        </a:solidFill>
                        <a:latin typeface="Lalezar" pitchFamily="2" charset="-78"/>
                        <a:ea typeface="Arimo"/>
                        <a:cs typeface="Lalezar" pitchFamily="2" charset="-78"/>
                        <a:sym typeface="Arimo"/>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469" name="Google Shape;469;p38"/>
          <p:cNvSpPr txBox="1"/>
          <p:nvPr/>
        </p:nvSpPr>
        <p:spPr>
          <a:xfrm>
            <a:off x="748825" y="4112375"/>
            <a:ext cx="3830100" cy="471300"/>
          </a:xfrm>
          <a:prstGeom prst="rect">
            <a:avLst/>
          </a:prstGeom>
          <a:noFill/>
          <a:ln>
            <a:noFill/>
          </a:ln>
        </p:spPr>
        <p:txBody>
          <a:bodyPr spcFirstLastPara="1" wrap="square" lIns="91425" tIns="91425" rIns="91425" bIns="91425" anchor="t" anchorCtr="0">
            <a:noAutofit/>
          </a:bodyPr>
          <a:lstStyle/>
          <a:p>
            <a:pPr marL="0" marR="0" lvl="0" indent="0" algn="ctr" rtl="1">
              <a:lnSpc>
                <a:spcPct val="100000"/>
              </a:lnSpc>
              <a:spcBef>
                <a:spcPts val="0"/>
              </a:spcBef>
              <a:spcAft>
                <a:spcPts val="0"/>
              </a:spcAft>
              <a:buClr>
                <a:srgbClr val="000000"/>
              </a:buClr>
              <a:buFont typeface="Arial"/>
              <a:buNone/>
            </a:pPr>
            <a:endParaRPr sz="500">
              <a:solidFill>
                <a:schemeClr val="dk1"/>
              </a:solidFill>
              <a:latin typeface="Krona One"/>
              <a:ea typeface="Krona One"/>
              <a:cs typeface="Krona One"/>
              <a:sym typeface="Krona One"/>
            </a:endParaRPr>
          </a:p>
        </p:txBody>
      </p:sp>
      <p:sp>
        <p:nvSpPr>
          <p:cNvPr id="470" name="Google Shape;470;p38"/>
          <p:cNvSpPr txBox="1"/>
          <p:nvPr/>
        </p:nvSpPr>
        <p:spPr>
          <a:xfrm>
            <a:off x="4578876" y="4112375"/>
            <a:ext cx="3830100" cy="471300"/>
          </a:xfrm>
          <a:prstGeom prst="rect">
            <a:avLst/>
          </a:prstGeom>
          <a:noFill/>
          <a:ln>
            <a:noFill/>
          </a:ln>
        </p:spPr>
        <p:txBody>
          <a:bodyPr spcFirstLastPara="1" wrap="square" lIns="91425" tIns="91425" rIns="91425" bIns="91425" anchor="t" anchorCtr="0">
            <a:noAutofit/>
          </a:bodyPr>
          <a:lstStyle/>
          <a:p>
            <a:pPr marL="0" marR="0" lvl="0" indent="0" algn="ctr" rtl="1">
              <a:lnSpc>
                <a:spcPct val="100000"/>
              </a:lnSpc>
              <a:spcBef>
                <a:spcPts val="0"/>
              </a:spcBef>
              <a:spcAft>
                <a:spcPts val="0"/>
              </a:spcAft>
              <a:buClr>
                <a:srgbClr val="000000"/>
              </a:buClr>
              <a:buFont typeface="Arial"/>
              <a:buNone/>
            </a:pPr>
            <a:endParaRPr sz="500">
              <a:solidFill>
                <a:schemeClr val="dk1"/>
              </a:solidFill>
              <a:latin typeface="Krona One"/>
              <a:ea typeface="Krona One"/>
              <a:cs typeface="Krona One"/>
              <a:sym typeface="Krona One"/>
            </a:endParaRPr>
          </a:p>
        </p:txBody>
      </p:sp>
      <p:sp>
        <p:nvSpPr>
          <p:cNvPr id="471" name="Google Shape;471;p38"/>
          <p:cNvSpPr txBox="1"/>
          <p:nvPr/>
        </p:nvSpPr>
        <p:spPr>
          <a:xfrm>
            <a:off x="8394300" y="129000"/>
            <a:ext cx="470400" cy="514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fa-IR" sz="1200">
                <a:solidFill>
                  <a:schemeClr val="dk1"/>
                </a:solidFill>
                <a:latin typeface="Krona One"/>
                <a:ea typeface="Krona One"/>
                <a:cs typeface="Krona One"/>
                <a:sym typeface="Krona One"/>
              </a:rPr>
              <a:t>0</a:t>
            </a:r>
            <a:r>
              <a:rPr lang="en-US" sz="1200">
                <a:solidFill>
                  <a:schemeClr val="dk1"/>
                </a:solidFill>
                <a:latin typeface="Krona One"/>
                <a:ea typeface="Krona One"/>
                <a:cs typeface="Krona One"/>
                <a:sym typeface="Krona One"/>
              </a:rPr>
              <a:t>1</a:t>
            </a:r>
            <a:endParaRPr sz="1200">
              <a:solidFill>
                <a:schemeClr val="dk1"/>
              </a:solidFill>
              <a:latin typeface="Krona One"/>
              <a:ea typeface="Krona One"/>
              <a:cs typeface="Krona One"/>
              <a:sym typeface="Krona One"/>
            </a:endParaRPr>
          </a:p>
        </p:txBody>
      </p:sp>
      <p:sp>
        <p:nvSpPr>
          <p:cNvPr id="472" name="Google Shape;472;p38">
            <a:hlinkClick r:id="" action="ppaction://hlinkshowjump?jump=nextslide"/>
          </p:cNvPr>
          <p:cNvSpPr/>
          <p:nvPr/>
        </p:nvSpPr>
        <p:spPr>
          <a:xfrm>
            <a:off x="5440476" y="4647151"/>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1">
              <a:lnSpc>
                <a:spcPct val="100000"/>
              </a:lnSpc>
              <a:spcBef>
                <a:spcPts val="0"/>
              </a:spcBef>
              <a:spcAft>
                <a:spcPts val="0"/>
              </a:spcAft>
              <a:buClr>
                <a:srgbClr val="000000"/>
              </a:buClr>
              <a:buFont typeface="Arial"/>
              <a:buNone/>
            </a:pPr>
            <a:endParaRPr/>
          </a:p>
        </p:txBody>
      </p:sp>
      <p:sp>
        <p:nvSpPr>
          <p:cNvPr id="473" name="Google Shape;473;p38">
            <a:hlinkClick r:id="" action="ppaction://hlinkshowjump?jump=previousslide"/>
          </p:cNvPr>
          <p:cNvSpPr/>
          <p:nvPr/>
        </p:nvSpPr>
        <p:spPr>
          <a:xfrm rot="10800000">
            <a:off x="3524025" y="4647151"/>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1">
              <a:lnSpc>
                <a:spcPct val="100000"/>
              </a:lnSpc>
              <a:spcBef>
                <a:spcPts val="0"/>
              </a:spcBef>
              <a:spcAft>
                <a:spcPts val="0"/>
              </a:spcAft>
              <a:buClr>
                <a:srgbClr val="000000"/>
              </a:buClr>
              <a:buFont typeface="Arial"/>
              <a:buNone/>
            </a:pPr>
            <a:endParaRPr/>
          </a:p>
        </p:txBody>
      </p:sp>
      <p:sp>
        <p:nvSpPr>
          <p:cNvPr id="474" name="Google Shape;474;p38"/>
          <p:cNvSpPr/>
          <p:nvPr/>
        </p:nvSpPr>
        <p:spPr>
          <a:xfrm>
            <a:off x="355825" y="237300"/>
            <a:ext cx="315300" cy="315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TextBox 10">
            <a:extLst>
              <a:ext uri="{FF2B5EF4-FFF2-40B4-BE49-F238E27FC236}">
                <a16:creationId xmlns:a16="http://schemas.microsoft.com/office/drawing/2014/main" id="{9B09BD85-4C13-DF4D-B5AF-B6A7209D5852}"/>
              </a:ext>
            </a:extLst>
          </p:cNvPr>
          <p:cNvSpPr txBox="1"/>
          <p:nvPr/>
        </p:nvSpPr>
        <p:spPr>
          <a:xfrm>
            <a:off x="6481822" y="2102296"/>
            <a:ext cx="1914163" cy="400110"/>
          </a:xfrm>
          <a:prstGeom prst="rect">
            <a:avLst/>
          </a:prstGeom>
          <a:noFill/>
        </p:spPr>
        <p:txBody>
          <a:bodyPr wrap="square">
            <a:spAutoFit/>
          </a:bodyPr>
          <a:lstStyle/>
          <a:p>
            <a:pPr marL="0" marR="0" lvl="0" indent="0" algn="r" rtl="1">
              <a:lnSpc>
                <a:spcPct val="100000"/>
              </a:lnSpc>
              <a:spcBef>
                <a:spcPts val="0"/>
              </a:spcBef>
              <a:spcAft>
                <a:spcPts val="1600"/>
              </a:spcAft>
              <a:buClr>
                <a:srgbClr val="000000"/>
              </a:buClr>
              <a:buFont typeface="Arial"/>
              <a:buNone/>
            </a:pPr>
            <a:r>
              <a:rPr lang="fa-IR" sz="2000">
                <a:solidFill>
                  <a:srgbClr val="AEDCCE"/>
                </a:solidFill>
                <a:latin typeface="Lalezar" pitchFamily="2" charset="-78"/>
                <a:ea typeface="Arimo"/>
                <a:cs typeface="Lalezar" pitchFamily="2" charset="-78"/>
                <a:sym typeface="Arimo"/>
              </a:rPr>
              <a:t>بخش اول </a:t>
            </a:r>
          </a:p>
        </p:txBody>
      </p:sp>
      <p:pic>
        <p:nvPicPr>
          <p:cNvPr id="12" name="Google Shape;516;p40">
            <a:extLst>
              <a:ext uri="{FF2B5EF4-FFF2-40B4-BE49-F238E27FC236}">
                <a16:creationId xmlns:a16="http://schemas.microsoft.com/office/drawing/2014/main" id="{066F0535-3ED4-1345-963A-F86AD546BC1D}"/>
              </a:ext>
            </a:extLst>
          </p:cNvPr>
          <p:cNvPicPr preferRelativeResize="0"/>
          <p:nvPr/>
        </p:nvPicPr>
        <p:blipFill rotWithShape="1">
          <a:blip r:embed="rId3">
            <a:alphaModFix amt="66000"/>
          </a:blip>
          <a:srcRect l="179" r="179"/>
          <a:stretch/>
        </p:blipFill>
        <p:spPr>
          <a:xfrm>
            <a:off x="-952687" y="4369987"/>
            <a:ext cx="2617024" cy="2589704"/>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pic>
        <p:nvPicPr>
          <p:cNvPr id="515" name="Google Shape;515;p40"/>
          <p:cNvPicPr preferRelativeResize="0"/>
          <p:nvPr/>
        </p:nvPicPr>
        <p:blipFill rotWithShape="1">
          <a:blip r:embed="rId3">
            <a:alphaModFix amt="61000"/>
          </a:blip>
          <a:srcRect t="19" b="19"/>
          <a:stretch/>
        </p:blipFill>
        <p:spPr>
          <a:xfrm>
            <a:off x="1451987" y="468098"/>
            <a:ext cx="2841374" cy="2811699"/>
          </a:xfrm>
          <a:prstGeom prst="rect">
            <a:avLst/>
          </a:prstGeom>
          <a:noFill/>
          <a:ln>
            <a:noFill/>
          </a:ln>
        </p:spPr>
      </p:pic>
      <p:pic>
        <p:nvPicPr>
          <p:cNvPr id="516" name="Google Shape;516;p40"/>
          <p:cNvPicPr preferRelativeResize="0"/>
          <p:nvPr/>
        </p:nvPicPr>
        <p:blipFill rotWithShape="1">
          <a:blip r:embed="rId4">
            <a:alphaModFix amt="66000"/>
          </a:blip>
          <a:srcRect l="179" r="179"/>
          <a:stretch/>
        </p:blipFill>
        <p:spPr>
          <a:xfrm>
            <a:off x="572852" y="1673614"/>
            <a:ext cx="2617024" cy="2589704"/>
          </a:xfrm>
          <a:prstGeom prst="rect">
            <a:avLst/>
          </a:prstGeom>
          <a:noFill/>
          <a:ln>
            <a:noFill/>
          </a:ln>
        </p:spPr>
      </p:pic>
      <p:sp>
        <p:nvSpPr>
          <p:cNvPr id="520" name="Google Shape;520;p40"/>
          <p:cNvSpPr txBox="1"/>
          <p:nvPr/>
        </p:nvSpPr>
        <p:spPr>
          <a:xfrm>
            <a:off x="8394300" y="129000"/>
            <a:ext cx="470400" cy="514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Krona One"/>
                <a:ea typeface="Krona One"/>
                <a:cs typeface="Krona One"/>
                <a:sym typeface="Krona One"/>
              </a:rPr>
              <a:t>02</a:t>
            </a:r>
            <a:endParaRPr sz="1200">
              <a:solidFill>
                <a:schemeClr val="dk1"/>
              </a:solidFill>
              <a:latin typeface="Krona One"/>
              <a:ea typeface="Krona One"/>
              <a:cs typeface="Krona One"/>
              <a:sym typeface="Krona One"/>
            </a:endParaRPr>
          </a:p>
        </p:txBody>
      </p:sp>
      <p:sp>
        <p:nvSpPr>
          <p:cNvPr id="521" name="Google Shape;521;p40"/>
          <p:cNvSpPr/>
          <p:nvPr/>
        </p:nvSpPr>
        <p:spPr>
          <a:xfrm>
            <a:off x="355825" y="227100"/>
            <a:ext cx="315300" cy="315300"/>
          </a:xfrm>
          <a:prstGeom prst="diamond">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40"/>
          <p:cNvSpPr/>
          <p:nvPr/>
        </p:nvSpPr>
        <p:spPr>
          <a:xfrm>
            <a:off x="4039075" y="3978025"/>
            <a:ext cx="4434900" cy="17400"/>
          </a:xfrm>
          <a:prstGeom prst="rect">
            <a:avLst/>
          </a:prstGeom>
          <a:gradFill>
            <a:gsLst>
              <a:gs pos="0">
                <a:schemeClr val="accent2"/>
              </a:gs>
              <a:gs pos="40000">
                <a:schemeClr val="accent1"/>
              </a:gs>
              <a:gs pos="70000">
                <a:srgbClr val="7BA29E"/>
              </a:gs>
              <a:gs pos="100000">
                <a:schemeClr val="dk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505;p39">
            <a:hlinkClick r:id="" action="ppaction://hlinkshowjump?jump=nextslide"/>
            <a:extLst>
              <a:ext uri="{FF2B5EF4-FFF2-40B4-BE49-F238E27FC236}">
                <a16:creationId xmlns:a16="http://schemas.microsoft.com/office/drawing/2014/main" id="{B2457E4F-455E-0D4F-B712-28B7ED31D31D}"/>
              </a:ext>
            </a:extLst>
          </p:cNvPr>
          <p:cNvSpPr/>
          <p:nvPr/>
        </p:nvSpPr>
        <p:spPr>
          <a:xfrm rot="16200000">
            <a:off x="5046426" y="4645977"/>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506;p39">
            <a:hlinkClick r:id="" action="ppaction://hlinkshowjump?jump=previousslide"/>
            <a:extLst>
              <a:ext uri="{FF2B5EF4-FFF2-40B4-BE49-F238E27FC236}">
                <a16:creationId xmlns:a16="http://schemas.microsoft.com/office/drawing/2014/main" id="{B9FBAF79-C53C-7F44-9030-AB7EBF7FAE75}"/>
              </a:ext>
            </a:extLst>
          </p:cNvPr>
          <p:cNvSpPr/>
          <p:nvPr/>
        </p:nvSpPr>
        <p:spPr>
          <a:xfrm rot="16200000">
            <a:off x="3698876" y="4635576"/>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 name="Google Shape;479;p39">
            <a:extLst>
              <a:ext uri="{FF2B5EF4-FFF2-40B4-BE49-F238E27FC236}">
                <a16:creationId xmlns:a16="http://schemas.microsoft.com/office/drawing/2014/main" id="{F80651B7-7B79-6C4D-9BFF-28D3D21B454C}"/>
              </a:ext>
            </a:extLst>
          </p:cNvPr>
          <p:cNvGrpSpPr/>
          <p:nvPr/>
        </p:nvGrpSpPr>
        <p:grpSpPr>
          <a:xfrm rot="811336">
            <a:off x="4465524" y="2029111"/>
            <a:ext cx="1937768" cy="1510203"/>
            <a:chOff x="1113724" y="1461053"/>
            <a:chExt cx="1033200" cy="915900"/>
          </a:xfrm>
        </p:grpSpPr>
        <p:sp>
          <p:nvSpPr>
            <p:cNvPr id="28" name="Google Shape;480;p39">
              <a:extLst>
                <a:ext uri="{FF2B5EF4-FFF2-40B4-BE49-F238E27FC236}">
                  <a16:creationId xmlns:a16="http://schemas.microsoft.com/office/drawing/2014/main" id="{1EC0215F-D93C-A341-9C76-29A1AB2C402C}"/>
                </a:ext>
              </a:extLst>
            </p:cNvPr>
            <p:cNvSpPr/>
            <p:nvPr/>
          </p:nvSpPr>
          <p:spPr>
            <a:xfrm rot="-2132765">
              <a:off x="1155057" y="1695686"/>
              <a:ext cx="950534" cy="446635"/>
            </a:xfrm>
            <a:prstGeom prst="donut">
              <a:avLst>
                <a:gd name="adj" fmla="val 2048"/>
              </a:avLst>
            </a:prstGeom>
            <a:gradFill>
              <a:gsLst>
                <a:gs pos="0">
                  <a:schemeClr val="accent2"/>
                </a:gs>
                <a:gs pos="40000">
                  <a:schemeClr val="accent1"/>
                </a:gs>
                <a:gs pos="70000">
                  <a:srgbClr val="7BA29E"/>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81;p39">
              <a:extLst>
                <a:ext uri="{FF2B5EF4-FFF2-40B4-BE49-F238E27FC236}">
                  <a16:creationId xmlns:a16="http://schemas.microsoft.com/office/drawing/2014/main" id="{B93F0BC5-6332-C645-97D6-3BB16F586452}"/>
                </a:ext>
              </a:extLst>
            </p:cNvPr>
            <p:cNvSpPr/>
            <p:nvPr/>
          </p:nvSpPr>
          <p:spPr>
            <a:xfrm>
              <a:off x="1828386" y="1538701"/>
              <a:ext cx="102300" cy="102300"/>
            </a:xfrm>
            <a:prstGeom prst="plaqu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 name="TextBox 29">
            <a:extLst>
              <a:ext uri="{FF2B5EF4-FFF2-40B4-BE49-F238E27FC236}">
                <a16:creationId xmlns:a16="http://schemas.microsoft.com/office/drawing/2014/main" id="{371082E7-C5A4-F94D-99F7-E01520C7E47C}"/>
              </a:ext>
            </a:extLst>
          </p:cNvPr>
          <p:cNvSpPr txBox="1"/>
          <p:nvPr/>
        </p:nvSpPr>
        <p:spPr>
          <a:xfrm>
            <a:off x="-2065163" y="2439554"/>
            <a:ext cx="8640618" cy="923330"/>
          </a:xfrm>
          <a:prstGeom prst="rect">
            <a:avLst/>
          </a:prstGeom>
          <a:noFill/>
        </p:spPr>
        <p:txBody>
          <a:bodyPr wrap="square">
            <a:spAutoFit/>
          </a:bodyPr>
          <a:lstStyle/>
          <a:p>
            <a:pPr marL="0" marR="0" lvl="0" indent="0" algn="r" rtl="1">
              <a:lnSpc>
                <a:spcPct val="100000"/>
              </a:lnSpc>
              <a:spcBef>
                <a:spcPts val="0"/>
              </a:spcBef>
              <a:spcAft>
                <a:spcPts val="1600"/>
              </a:spcAft>
              <a:buClr>
                <a:srgbClr val="000000"/>
              </a:buClr>
              <a:buFont typeface="Arial"/>
              <a:buNone/>
            </a:pPr>
            <a:r>
              <a:rPr lang="fa-IR" sz="5400">
                <a:solidFill>
                  <a:srgbClr val="AEDCCE"/>
                </a:solidFill>
                <a:latin typeface="Lalezar" pitchFamily="2" charset="-78"/>
                <a:ea typeface="Arimo"/>
                <a:cs typeface="Lalezar" pitchFamily="2" charset="-78"/>
                <a:sym typeface="Arimo"/>
              </a:rPr>
              <a:t>بخش اول </a:t>
            </a:r>
          </a:p>
        </p:txBody>
      </p:sp>
      <p:sp>
        <p:nvSpPr>
          <p:cNvPr id="31" name="TextBox 30">
            <a:extLst>
              <a:ext uri="{FF2B5EF4-FFF2-40B4-BE49-F238E27FC236}">
                <a16:creationId xmlns:a16="http://schemas.microsoft.com/office/drawing/2014/main" id="{A5F40A08-42DF-134B-9669-5C1C3984A8B9}"/>
              </a:ext>
            </a:extLst>
          </p:cNvPr>
          <p:cNvSpPr txBox="1"/>
          <p:nvPr/>
        </p:nvSpPr>
        <p:spPr>
          <a:xfrm>
            <a:off x="-281176" y="3426381"/>
            <a:ext cx="8640500" cy="584775"/>
          </a:xfrm>
          <a:prstGeom prst="rect">
            <a:avLst/>
          </a:prstGeom>
          <a:noFill/>
        </p:spPr>
        <p:txBody>
          <a:bodyPr wrap="square">
            <a:spAutoFit/>
          </a:bodyPr>
          <a:lstStyle/>
          <a:p>
            <a:pPr marL="0" marR="0" lvl="0" indent="0" algn="r" rtl="1">
              <a:lnSpc>
                <a:spcPct val="100000"/>
              </a:lnSpc>
              <a:spcBef>
                <a:spcPts val="0"/>
              </a:spcBef>
              <a:spcAft>
                <a:spcPts val="0"/>
              </a:spcAft>
              <a:buClr>
                <a:srgbClr val="000000"/>
              </a:buClr>
              <a:buFont typeface="Arial"/>
              <a:buNone/>
            </a:pPr>
            <a:r>
              <a:rPr lang="fa-IR" sz="3200">
                <a:solidFill>
                  <a:schemeClr val="bg1">
                    <a:lumMod val="10000"/>
                    <a:lumOff val="90000"/>
                  </a:schemeClr>
                </a:solidFill>
                <a:latin typeface="Lalezar" pitchFamily="2" charset="-78"/>
                <a:ea typeface="Krona One"/>
                <a:cs typeface="Lalezar" pitchFamily="2" charset="-78"/>
                <a:sym typeface="Krona One"/>
              </a:rPr>
              <a:t>تعریف سیستم پیشنهاددهی</a:t>
            </a:r>
          </a:p>
        </p:txBody>
      </p:sp>
      <p:sp>
        <p:nvSpPr>
          <p:cNvPr id="10" name="TextBox 9">
            <a:extLst>
              <a:ext uri="{FF2B5EF4-FFF2-40B4-BE49-F238E27FC236}">
                <a16:creationId xmlns:a16="http://schemas.microsoft.com/office/drawing/2014/main" id="{D1E5603F-D3F4-D94D-997A-50F01E92EE26}"/>
              </a:ext>
            </a:extLst>
          </p:cNvPr>
          <p:cNvSpPr txBox="1"/>
          <p:nvPr/>
        </p:nvSpPr>
        <p:spPr>
          <a:xfrm>
            <a:off x="8287473" y="-995423"/>
            <a:ext cx="184731" cy="307777"/>
          </a:xfrm>
          <a:prstGeom prst="rect">
            <a:avLst/>
          </a:prstGeom>
          <a:noFill/>
        </p:spPr>
        <p:txBody>
          <a:bodyPr wrap="none" rtlCol="0">
            <a:spAutoFit/>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withEffect">
                                  <p:stCondLst>
                                    <p:cond delay="0"/>
                                  </p:stCondLst>
                                  <p:childTnLst>
                                    <p:animScale>
                                      <p:cBhvr>
                                        <p:cTn id="6" dur="1000" fill="hold"/>
                                        <p:tgtEl>
                                          <p:spTgt spid="27"/>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41"/>
          <p:cNvSpPr txBox="1">
            <a:spLocks noGrp="1"/>
          </p:cNvSpPr>
          <p:nvPr>
            <p:ph type="title"/>
          </p:nvPr>
        </p:nvSpPr>
        <p:spPr>
          <a:xfrm>
            <a:off x="2003400" y="1729101"/>
            <a:ext cx="5137200" cy="641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latin typeface="Lalezar" pitchFamily="2" charset="-78"/>
                <a:cs typeface="Lalezar" pitchFamily="2" charset="-78"/>
              </a:rPr>
              <a:t>س</a:t>
            </a:r>
            <a:r>
              <a:rPr lang="fa-IR">
                <a:latin typeface="Lalezar" pitchFamily="2" charset="-78"/>
                <a:cs typeface="Lalezar" pitchFamily="2" charset="-78"/>
              </a:rPr>
              <a:t>یستم پیشنهاددهی چیست؟</a:t>
            </a:r>
            <a:endParaRPr>
              <a:latin typeface="Lalezar" pitchFamily="2" charset="-78"/>
              <a:cs typeface="Lalezar" pitchFamily="2" charset="-78"/>
            </a:endParaRPr>
          </a:p>
        </p:txBody>
      </p:sp>
      <p:sp>
        <p:nvSpPr>
          <p:cNvPr id="531" name="Google Shape;531;p41"/>
          <p:cNvSpPr txBox="1">
            <a:spLocks noGrp="1"/>
          </p:cNvSpPr>
          <p:nvPr>
            <p:ph type="subTitle" idx="1"/>
          </p:nvPr>
        </p:nvSpPr>
        <p:spPr>
          <a:xfrm>
            <a:off x="1487721" y="2049801"/>
            <a:ext cx="6149283" cy="1419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Clr>
                <a:schemeClr val="dk1"/>
              </a:buClr>
              <a:buSzPts val="1100"/>
              <a:buFont typeface="Arial"/>
              <a:buNone/>
            </a:pPr>
            <a:r>
              <a:rPr lang="fa-IR">
                <a:latin typeface="B Yekan" pitchFamily="2" charset="-78"/>
                <a:cs typeface="B Yekan" pitchFamily="2" charset="-78"/>
              </a:rPr>
              <a:t>سیستم پیشنهاددهی یک نوع سیستم هوش مصنوعی است که با استفاده از تحلیل داده‌های کاربران، آیتم‌هایی را پیشنهاد می‌کند که احتمالاً برای کاربر جذاب و مفید هستند. این سیستم‌ها به هدف بهبود تجربه کاربری و افزایش تعامل با کاربر طراحی شده‌اند.</a:t>
            </a:r>
            <a:endParaRPr>
              <a:latin typeface="B Yekan" pitchFamily="2" charset="-78"/>
              <a:cs typeface="B Yekan" pitchFamily="2" charset="-78"/>
            </a:endParaRPr>
          </a:p>
        </p:txBody>
      </p:sp>
      <p:sp>
        <p:nvSpPr>
          <p:cNvPr id="533" name="Google Shape;533;p41">
            <a:hlinkClick r:id="" action="ppaction://hlinkshowjump?jump=nextslide"/>
          </p:cNvPr>
          <p:cNvSpPr/>
          <p:nvPr/>
        </p:nvSpPr>
        <p:spPr>
          <a:xfrm>
            <a:off x="8490450" y="4647151"/>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41">
            <a:hlinkClick r:id="" action="ppaction://hlinkshowjump?jump=previousslide"/>
          </p:cNvPr>
          <p:cNvSpPr/>
          <p:nvPr/>
        </p:nvSpPr>
        <p:spPr>
          <a:xfrm rot="10800000">
            <a:off x="374425" y="4647151"/>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41"/>
          <p:cNvSpPr txBox="1"/>
          <p:nvPr/>
        </p:nvSpPr>
        <p:spPr>
          <a:xfrm>
            <a:off x="8394300" y="129000"/>
            <a:ext cx="470400" cy="514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fa-IR" sz="1200">
                <a:solidFill>
                  <a:schemeClr val="dk1"/>
                </a:solidFill>
                <a:latin typeface="Krona One"/>
                <a:ea typeface="Krona One"/>
                <a:cs typeface="Krona One"/>
                <a:sym typeface="Krona One"/>
              </a:rPr>
              <a:t>0</a:t>
            </a:r>
            <a:r>
              <a:rPr lang="en-US" sz="1200">
                <a:solidFill>
                  <a:schemeClr val="dk1"/>
                </a:solidFill>
                <a:latin typeface="Krona One"/>
                <a:ea typeface="Krona One"/>
                <a:cs typeface="Krona One"/>
                <a:sym typeface="Krona One"/>
              </a:rPr>
              <a:t>3</a:t>
            </a:r>
            <a:endParaRPr sz="1200">
              <a:solidFill>
                <a:schemeClr val="dk1"/>
              </a:solidFill>
              <a:latin typeface="Krona One"/>
              <a:ea typeface="Krona One"/>
              <a:cs typeface="Krona One"/>
              <a:sym typeface="Krona One"/>
            </a:endParaRPr>
          </a:p>
        </p:txBody>
      </p:sp>
      <p:sp>
        <p:nvSpPr>
          <p:cNvPr id="536" name="Google Shape;536;p41"/>
          <p:cNvSpPr/>
          <p:nvPr/>
        </p:nvSpPr>
        <p:spPr>
          <a:xfrm>
            <a:off x="355825" y="237300"/>
            <a:ext cx="315300" cy="315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37" name="Google Shape;537;p41"/>
          <p:cNvPicPr preferRelativeResize="0"/>
          <p:nvPr/>
        </p:nvPicPr>
        <p:blipFill rotWithShape="1">
          <a:blip r:embed="rId3">
            <a:alphaModFix amt="65000"/>
          </a:blip>
          <a:srcRect t="19" b="29"/>
          <a:stretch/>
        </p:blipFill>
        <p:spPr>
          <a:xfrm>
            <a:off x="1327925" y="-1189442"/>
            <a:ext cx="2646144" cy="2618501"/>
          </a:xfrm>
          <a:prstGeom prst="rect">
            <a:avLst/>
          </a:prstGeom>
          <a:noFill/>
          <a:ln>
            <a:noFill/>
          </a:ln>
        </p:spPr>
      </p:pic>
      <p:pic>
        <p:nvPicPr>
          <p:cNvPr id="538" name="Google Shape;538;p41"/>
          <p:cNvPicPr preferRelativeResize="0"/>
          <p:nvPr/>
        </p:nvPicPr>
        <p:blipFill rotWithShape="1">
          <a:blip r:embed="rId4">
            <a:alphaModFix amt="79000"/>
          </a:blip>
          <a:srcRect t="19" b="19"/>
          <a:stretch/>
        </p:blipFill>
        <p:spPr>
          <a:xfrm rot="-5400000">
            <a:off x="5367660" y="3490247"/>
            <a:ext cx="2803725" cy="2701702"/>
          </a:xfrm>
          <a:prstGeom prst="rect">
            <a:avLst/>
          </a:prstGeom>
          <a:noFill/>
          <a:ln>
            <a:noFill/>
          </a:ln>
        </p:spPr>
      </p:pic>
      <p:sp>
        <p:nvSpPr>
          <p:cNvPr id="539" name="Google Shape;539;p41"/>
          <p:cNvSpPr/>
          <p:nvPr/>
        </p:nvSpPr>
        <p:spPr>
          <a:xfrm>
            <a:off x="2344913" y="2304151"/>
            <a:ext cx="4434900" cy="17400"/>
          </a:xfrm>
          <a:prstGeom prst="rect">
            <a:avLst/>
          </a:prstGeom>
          <a:gradFill>
            <a:gsLst>
              <a:gs pos="0">
                <a:schemeClr val="accent2"/>
              </a:gs>
              <a:gs pos="40000">
                <a:schemeClr val="accent1"/>
              </a:gs>
              <a:gs pos="70000">
                <a:srgbClr val="7BA29E"/>
              </a:gs>
              <a:gs pos="100000">
                <a:schemeClr val="dk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TextBox 14">
            <a:extLst>
              <a:ext uri="{FF2B5EF4-FFF2-40B4-BE49-F238E27FC236}">
                <a16:creationId xmlns:a16="http://schemas.microsoft.com/office/drawing/2014/main" id="{547EC3AC-3478-E349-AA5A-46A84864768E}"/>
              </a:ext>
            </a:extLst>
          </p:cNvPr>
          <p:cNvSpPr txBox="1"/>
          <p:nvPr/>
        </p:nvSpPr>
        <p:spPr>
          <a:xfrm>
            <a:off x="1437360" y="2229131"/>
            <a:ext cx="6683014" cy="738664"/>
          </a:xfrm>
          <a:prstGeom prst="rect">
            <a:avLst/>
          </a:prstGeom>
          <a:noFill/>
        </p:spPr>
        <p:txBody>
          <a:bodyPr wrap="square">
            <a:spAutoFit/>
          </a:bodyPr>
          <a:lstStyle/>
          <a:p>
            <a:r>
              <a:rPr lang="fa-IR">
                <a:solidFill>
                  <a:schemeClr val="tx1"/>
                </a:solidFill>
                <a:latin typeface="B Yekan" pitchFamily="2" charset="-78"/>
                <a:cs typeface="B Yekan" pitchFamily="2" charset="-78"/>
              </a:rPr>
              <a:t>سیستم پیشنهاددهی با تحلیل داده‌های مربوط به رفتارها و علایق کاربران (مانند سابقه خرید، تماشای فیلم، امتیازدهی‌ها و غیره) و شناسایی الگوهای مشترک، پیشنهاداتی ارائه می‌دهد. این پیشنهادات می‌تواند بر اساس آیتم‌های مشابه (فیلتر محتوامحور) یا کاربران مشابه (فیلتر مشارکتی) صورت گیرد.</a:t>
            </a:r>
            <a:endParaRPr lang="en-US">
              <a:solidFill>
                <a:schemeClr val="tx1"/>
              </a:solidFill>
              <a:latin typeface="B Yekan" pitchFamily="2" charset="-78"/>
              <a:cs typeface="B Yekan" pitchFamily="2" charset="-78"/>
            </a:endParaRPr>
          </a:p>
        </p:txBody>
      </p:sp>
      <p:sp>
        <p:nvSpPr>
          <p:cNvPr id="19" name="TextBox 18">
            <a:extLst>
              <a:ext uri="{FF2B5EF4-FFF2-40B4-BE49-F238E27FC236}">
                <a16:creationId xmlns:a16="http://schemas.microsoft.com/office/drawing/2014/main" id="{2BE5F46A-A592-2D46-AB97-10DF50FFC800}"/>
              </a:ext>
            </a:extLst>
          </p:cNvPr>
          <p:cNvSpPr txBox="1"/>
          <p:nvPr/>
        </p:nvSpPr>
        <p:spPr>
          <a:xfrm>
            <a:off x="3415359" y="1727464"/>
            <a:ext cx="8443290" cy="584775"/>
          </a:xfrm>
          <a:prstGeom prst="rect">
            <a:avLst/>
          </a:prstGeom>
          <a:noFill/>
        </p:spPr>
        <p:txBody>
          <a:bodyPr wrap="square">
            <a:spAutoFit/>
          </a:bodyPr>
          <a:lstStyle/>
          <a:p>
            <a:r>
              <a:rPr lang="fa-IR" sz="3200">
                <a:solidFill>
                  <a:schemeClr val="tx1"/>
                </a:solidFill>
                <a:latin typeface="Lalezar" pitchFamily="2" charset="-78"/>
                <a:cs typeface="Lalezar" pitchFamily="2" charset="-78"/>
              </a:rPr>
              <a:t>چگونگی عملکرد</a:t>
            </a:r>
            <a:endParaRPr lang="en-US" sz="3200">
              <a:solidFill>
                <a:schemeClr val="tx1"/>
              </a:solidFill>
              <a:latin typeface="Lalezar" pitchFamily="2" charset="-78"/>
              <a:cs typeface="Lalezar" pitchFamily="2" charset="-78"/>
            </a:endParaRPr>
          </a:p>
        </p:txBody>
      </p:sp>
      <p:sp>
        <p:nvSpPr>
          <p:cNvPr id="20" name="Google Shape;539;p41">
            <a:extLst>
              <a:ext uri="{FF2B5EF4-FFF2-40B4-BE49-F238E27FC236}">
                <a16:creationId xmlns:a16="http://schemas.microsoft.com/office/drawing/2014/main" id="{E36A025E-1E67-1F4A-95D3-755E96615745}"/>
              </a:ext>
            </a:extLst>
          </p:cNvPr>
          <p:cNvSpPr/>
          <p:nvPr/>
        </p:nvSpPr>
        <p:spPr>
          <a:xfrm>
            <a:off x="2447681" y="2241548"/>
            <a:ext cx="4434900" cy="17400"/>
          </a:xfrm>
          <a:prstGeom prst="rect">
            <a:avLst/>
          </a:prstGeom>
          <a:gradFill>
            <a:gsLst>
              <a:gs pos="0">
                <a:schemeClr val="accent2"/>
              </a:gs>
              <a:gs pos="40000">
                <a:schemeClr val="accent1"/>
              </a:gs>
              <a:gs pos="70000">
                <a:srgbClr val="7BA29E"/>
              </a:gs>
              <a:gs pos="100000">
                <a:schemeClr val="dk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TextBox 6">
            <a:extLst>
              <a:ext uri="{FF2B5EF4-FFF2-40B4-BE49-F238E27FC236}">
                <a16:creationId xmlns:a16="http://schemas.microsoft.com/office/drawing/2014/main" id="{ECC6B395-AADB-9347-8370-56E81DA25A95}"/>
              </a:ext>
            </a:extLst>
          </p:cNvPr>
          <p:cNvSpPr txBox="1"/>
          <p:nvPr/>
        </p:nvSpPr>
        <p:spPr>
          <a:xfrm>
            <a:off x="3923425" y="425550"/>
            <a:ext cx="1297150" cy="584775"/>
          </a:xfrm>
          <a:prstGeom prst="rect">
            <a:avLst/>
          </a:prstGeom>
          <a:noFill/>
        </p:spPr>
        <p:txBody>
          <a:bodyPr wrap="none" rtlCol="0">
            <a:spAutoFit/>
          </a:bodyPr>
          <a:lstStyle/>
          <a:p>
            <a:r>
              <a:rPr lang="fa-IR" sz="3200">
                <a:solidFill>
                  <a:schemeClr val="tx1"/>
                </a:solidFill>
                <a:latin typeface="Lalezar" pitchFamily="2" charset="-78"/>
                <a:cs typeface="Lalezar" pitchFamily="2" charset="-78"/>
              </a:rPr>
              <a:t>کاربردها</a:t>
            </a:r>
            <a:endParaRPr lang="en-US" sz="3200">
              <a:solidFill>
                <a:schemeClr val="tx1"/>
              </a:solidFill>
              <a:latin typeface="Lalezar" pitchFamily="2" charset="-78"/>
              <a:cs typeface="Lalezar" pitchFamily="2" charset="-78"/>
            </a:endParaRPr>
          </a:p>
        </p:txBody>
      </p:sp>
      <p:sp>
        <p:nvSpPr>
          <p:cNvPr id="22" name="Google Shape;539;p41">
            <a:extLst>
              <a:ext uri="{FF2B5EF4-FFF2-40B4-BE49-F238E27FC236}">
                <a16:creationId xmlns:a16="http://schemas.microsoft.com/office/drawing/2014/main" id="{E4264DD1-0D91-6B47-84AC-7755207F246D}"/>
              </a:ext>
            </a:extLst>
          </p:cNvPr>
          <p:cNvSpPr/>
          <p:nvPr/>
        </p:nvSpPr>
        <p:spPr>
          <a:xfrm>
            <a:off x="2456792" y="960558"/>
            <a:ext cx="4434900" cy="17400"/>
          </a:xfrm>
          <a:prstGeom prst="rect">
            <a:avLst/>
          </a:prstGeom>
          <a:gradFill>
            <a:gsLst>
              <a:gs pos="0">
                <a:schemeClr val="accent2"/>
              </a:gs>
              <a:gs pos="40000">
                <a:schemeClr val="accent1"/>
              </a:gs>
              <a:gs pos="70000">
                <a:srgbClr val="7BA29E"/>
              </a:gs>
              <a:gs pos="100000">
                <a:schemeClr val="dk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TextBox 23">
            <a:extLst>
              <a:ext uri="{FF2B5EF4-FFF2-40B4-BE49-F238E27FC236}">
                <a16:creationId xmlns:a16="http://schemas.microsoft.com/office/drawing/2014/main" id="{E1C09471-2127-2644-8897-7A663A50EBA7}"/>
              </a:ext>
            </a:extLst>
          </p:cNvPr>
          <p:cNvSpPr txBox="1"/>
          <p:nvPr/>
        </p:nvSpPr>
        <p:spPr>
          <a:xfrm>
            <a:off x="1670044" y="976750"/>
            <a:ext cx="5784636" cy="738664"/>
          </a:xfrm>
          <a:prstGeom prst="rect">
            <a:avLst/>
          </a:prstGeom>
          <a:noFill/>
        </p:spPr>
        <p:txBody>
          <a:bodyPr wrap="square">
            <a:spAutoFit/>
          </a:bodyPr>
          <a:lstStyle/>
          <a:p>
            <a:pPr algn="ctr"/>
            <a:r>
              <a:rPr lang="fa-IR">
                <a:solidFill>
                  <a:schemeClr val="tx1"/>
                </a:solidFill>
                <a:latin typeface="B Yekan" pitchFamily="2" charset="-78"/>
                <a:cs typeface="B Yekan" pitchFamily="2" charset="-78"/>
              </a:rPr>
              <a:t>سیستم‌های پیشنهاددهی در پلتفرم‌هایی مانند نتفلیکس (پیشنهاد فیلم)، آمازون (پیشنهاد محصولات)، اسپاتیفای (پیشنهاد موسیقی) و یوتیوب (پیشنهاد ویدیو) نقش کلیدی دارند و به بهبود تجربه کاربر و افزایش درآمد پلتفرم کمک می‌کنند.</a:t>
            </a:r>
            <a:endParaRPr lang="en-US">
              <a:solidFill>
                <a:schemeClr val="tx1"/>
              </a:solidFill>
              <a:latin typeface="B Yekan" pitchFamily="2" charset="-78"/>
              <a:cs typeface="B Yekan" pitchFamily="2" charset="-7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withEffect">
                                  <p:stCondLst>
                                    <p:cond delay="10000"/>
                                  </p:stCondLst>
                                  <p:childTnLst>
                                    <p:animMotion origin="layout" path="M 0 3.20988E-6 L 0 0.25 " pathEditMode="relative" rAng="0" ptsTypes="AA">
                                      <p:cBhvr>
                                        <p:cTn id="6" dur="2000" fill="hold"/>
                                        <p:tgtEl>
                                          <p:spTgt spid="530"/>
                                        </p:tgtEl>
                                        <p:attrNameLst>
                                          <p:attrName>ppt_x</p:attrName>
                                          <p:attrName>ppt_y</p:attrName>
                                        </p:attrNameLst>
                                      </p:cBhvr>
                                      <p:rCtr x="0" y="12500"/>
                                    </p:animMotion>
                                  </p:childTnLst>
                                </p:cTn>
                              </p:par>
                              <p:par>
                                <p:cTn id="7" presetID="42" presetClass="path" presetSubtype="0" accel="50000" decel="50000" fill="hold" grpId="0" nodeType="withEffect">
                                  <p:stCondLst>
                                    <p:cond delay="10000"/>
                                  </p:stCondLst>
                                  <p:childTnLst>
                                    <p:animMotion origin="layout" path="M 1.66667E-6 -2.71605E-6 L 1.66667E-6 0.25 " pathEditMode="relative" rAng="0" ptsTypes="AA">
                                      <p:cBhvr>
                                        <p:cTn id="8" dur="2000" fill="hold"/>
                                        <p:tgtEl>
                                          <p:spTgt spid="539"/>
                                        </p:tgtEl>
                                        <p:attrNameLst>
                                          <p:attrName>ppt_x</p:attrName>
                                          <p:attrName>ppt_y</p:attrName>
                                        </p:attrNameLst>
                                      </p:cBhvr>
                                      <p:rCtr x="0" y="12500"/>
                                    </p:animMotion>
                                  </p:childTnLst>
                                </p:cTn>
                              </p:par>
                              <p:par>
                                <p:cTn id="9" presetID="42" presetClass="path" presetSubtype="0" accel="50000" decel="50000" fill="hold" grpId="0" nodeType="withEffect">
                                  <p:stCondLst>
                                    <p:cond delay="10000"/>
                                  </p:stCondLst>
                                  <p:childTnLst>
                                    <p:animMotion origin="layout" path="M -4.16667E-6 1.60494E-6 L -4.16667E-6 0.25 " pathEditMode="relative" rAng="0" ptsTypes="AA">
                                      <p:cBhvr>
                                        <p:cTn id="10" dur="2000" fill="hold"/>
                                        <p:tgtEl>
                                          <p:spTgt spid="531">
                                            <p:txEl>
                                              <p:pRg st="0" end="0"/>
                                            </p:txEl>
                                          </p:spTgt>
                                        </p:tgtEl>
                                        <p:attrNameLst>
                                          <p:attrName>ppt_x</p:attrName>
                                          <p:attrName>ppt_y</p:attrName>
                                        </p:attrNameLst>
                                      </p:cBhvr>
                                      <p:rCtr x="0" y="12500"/>
                                    </p:animMotion>
                                  </p:childTnLst>
                                </p:cTn>
                              </p:par>
                              <p:par>
                                <p:cTn id="11" presetID="10" presetClass="entr" presetSubtype="0" fill="hold" grpId="0" nodeType="withEffect">
                                  <p:stCondLst>
                                    <p:cond delay="1100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10" presetClass="entr" presetSubtype="0" fill="hold" grpId="0" nodeType="withEffect">
                                  <p:stCondLst>
                                    <p:cond delay="1120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55" presetClass="entr" presetSubtype="0" fill="hold" grpId="1" nodeType="withEffect">
                                  <p:stCondLst>
                                    <p:cond delay="11100"/>
                                  </p:stCondLst>
                                  <p:childTnLst>
                                    <p:set>
                                      <p:cBhvr>
                                        <p:cTn id="18" dur="1" fill="hold">
                                          <p:stCondLst>
                                            <p:cond delay="0"/>
                                          </p:stCondLst>
                                        </p:cTn>
                                        <p:tgtEl>
                                          <p:spTgt spid="20"/>
                                        </p:tgtEl>
                                        <p:attrNameLst>
                                          <p:attrName>style.visibility</p:attrName>
                                        </p:attrNameLst>
                                      </p:cBhvr>
                                      <p:to>
                                        <p:strVal val="visible"/>
                                      </p:to>
                                    </p:set>
                                    <p:anim calcmode="lin" valueType="num">
                                      <p:cBhvr>
                                        <p:cTn id="19" dur="1000" fill="hold"/>
                                        <p:tgtEl>
                                          <p:spTgt spid="20"/>
                                        </p:tgtEl>
                                        <p:attrNameLst>
                                          <p:attrName>ppt_w</p:attrName>
                                        </p:attrNameLst>
                                      </p:cBhvr>
                                      <p:tavLst>
                                        <p:tav tm="0">
                                          <p:val>
                                            <p:strVal val="#ppt_w*0.70"/>
                                          </p:val>
                                        </p:tav>
                                        <p:tav tm="100000">
                                          <p:val>
                                            <p:strVal val="#ppt_w"/>
                                          </p:val>
                                        </p:tav>
                                      </p:tavLst>
                                    </p:anim>
                                    <p:anim calcmode="lin" valueType="num">
                                      <p:cBhvr>
                                        <p:cTn id="20" dur="1000" fill="hold"/>
                                        <p:tgtEl>
                                          <p:spTgt spid="20"/>
                                        </p:tgtEl>
                                        <p:attrNameLst>
                                          <p:attrName>ppt_h</p:attrName>
                                        </p:attrNameLst>
                                      </p:cBhvr>
                                      <p:tavLst>
                                        <p:tav tm="0">
                                          <p:val>
                                            <p:strVal val="#ppt_h"/>
                                          </p:val>
                                        </p:tav>
                                        <p:tav tm="100000">
                                          <p:val>
                                            <p:strVal val="#ppt_h"/>
                                          </p:val>
                                        </p:tav>
                                      </p:tavLst>
                                    </p:anim>
                                    <p:animEffect transition="in" filter="fade">
                                      <p:cBhvr>
                                        <p:cTn id="21" dur="1000"/>
                                        <p:tgtEl>
                                          <p:spTgt spid="20"/>
                                        </p:tgtEl>
                                      </p:cBhvr>
                                    </p:animEffect>
                                  </p:childTnLst>
                                </p:cTn>
                              </p:par>
                              <p:par>
                                <p:cTn id="22" presetID="10" presetClass="entr" presetSubtype="0" fill="hold" grpId="0" nodeType="withEffect">
                                  <p:stCondLst>
                                    <p:cond delay="2100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par>
                                <p:cTn id="25" presetID="3" presetClass="entr" presetSubtype="10" fill="hold" grpId="0" nodeType="withEffect">
                                  <p:stCondLst>
                                    <p:cond delay="21100"/>
                                  </p:stCondLst>
                                  <p:childTnLst>
                                    <p:set>
                                      <p:cBhvr>
                                        <p:cTn id="26" dur="1" fill="hold">
                                          <p:stCondLst>
                                            <p:cond delay="0"/>
                                          </p:stCondLst>
                                        </p:cTn>
                                        <p:tgtEl>
                                          <p:spTgt spid="22"/>
                                        </p:tgtEl>
                                        <p:attrNameLst>
                                          <p:attrName>style.visibility</p:attrName>
                                        </p:attrNameLst>
                                      </p:cBhvr>
                                      <p:to>
                                        <p:strVal val="visible"/>
                                      </p:to>
                                    </p:set>
                                    <p:animEffect transition="in" filter="blinds(horizontal)">
                                      <p:cBhvr>
                                        <p:cTn id="27" dur="500"/>
                                        <p:tgtEl>
                                          <p:spTgt spid="22"/>
                                        </p:tgtEl>
                                      </p:cBhvr>
                                    </p:animEffect>
                                  </p:childTnLst>
                                </p:cTn>
                              </p:par>
                              <p:par>
                                <p:cTn id="28" presetID="10" presetClass="entr" presetSubtype="0" fill="hold" grpId="0" nodeType="withEffect">
                                  <p:stCondLst>
                                    <p:cond delay="21200"/>
                                  </p:stCondLst>
                                  <p:childTnLst>
                                    <p:set>
                                      <p:cBhvr>
                                        <p:cTn id="29" dur="1" fill="hold">
                                          <p:stCondLst>
                                            <p:cond delay="0"/>
                                          </p:stCondLst>
                                        </p:cTn>
                                        <p:tgtEl>
                                          <p:spTgt spid="24"/>
                                        </p:tgtEl>
                                        <p:attrNameLst>
                                          <p:attrName>style.visibility</p:attrName>
                                        </p:attrNameLst>
                                      </p:cBhvr>
                                      <p:to>
                                        <p:strVal val="visible"/>
                                      </p:to>
                                    </p:set>
                                    <p:animEffect transition="in" filter="fade">
                                      <p:cBhvr>
                                        <p:cTn id="30" dur="500"/>
                                        <p:tgtEl>
                                          <p:spTgt spid="24"/>
                                        </p:tgtEl>
                                      </p:cBhvr>
                                    </p:animEffect>
                                  </p:childTnLst>
                                </p:cTn>
                              </p:par>
                              <p:par>
                                <p:cTn id="31" presetID="42" presetClass="path" presetSubtype="0" accel="50000" decel="50000" fill="hold" nodeType="withEffect">
                                  <p:stCondLst>
                                    <p:cond delay="0"/>
                                  </p:stCondLst>
                                  <p:childTnLst>
                                    <p:animMotion origin="layout" path="M 0 0 L 0 0.25 E" pathEditMode="relative" ptsTypes="">
                                      <p:cBhvr>
                                        <p:cTn id="32" dur="26000" fill="hold"/>
                                        <p:tgtEl>
                                          <p:spTgt spid="537"/>
                                        </p:tgtEl>
                                        <p:attrNameLst>
                                          <p:attrName>ppt_x</p:attrName>
                                          <p:attrName>ppt_y</p:attrName>
                                        </p:attrNameLst>
                                      </p:cBhvr>
                                    </p:animMotion>
                                  </p:childTnLst>
                                </p:cTn>
                              </p:par>
                              <p:par>
                                <p:cTn id="33" presetID="0" presetClass="path" presetSubtype="0" accel="50000" decel="50000" fill="hold" nodeType="withEffect">
                                  <p:stCondLst>
                                    <p:cond delay="0"/>
                                  </p:stCondLst>
                                  <p:childTnLst>
                                    <p:animMotion origin="layout" path="M 0.00121 -0.06821 L 0.17778 -0.06821 " pathEditMode="relative" ptsTypes="AA">
                                      <p:cBhvr>
                                        <p:cTn id="34" dur="26000" fill="hold"/>
                                        <p:tgtEl>
                                          <p:spTgt spid="538"/>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0" grpId="0"/>
      <p:bldP spid="531" grpId="0" build="p"/>
      <p:bldP spid="539" grpId="0" animBg="1"/>
      <p:bldP spid="15" grpId="0"/>
      <p:bldP spid="19" grpId="0"/>
      <p:bldP spid="20" grpId="1" animBg="1"/>
      <p:bldP spid="7" grpId="0"/>
      <p:bldP spid="22" grpId="0" animBg="1"/>
      <p:bldP spid="2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pic>
        <p:nvPicPr>
          <p:cNvPr id="544" name="Google Shape;544;p42"/>
          <p:cNvPicPr preferRelativeResize="0"/>
          <p:nvPr/>
        </p:nvPicPr>
        <p:blipFill rotWithShape="1">
          <a:blip r:embed="rId3">
            <a:alphaModFix amt="65000"/>
          </a:blip>
          <a:srcRect l="149" r="159"/>
          <a:stretch/>
        </p:blipFill>
        <p:spPr>
          <a:xfrm rot="7205836">
            <a:off x="5148130" y="877064"/>
            <a:ext cx="3937138" cy="3896022"/>
          </a:xfrm>
          <a:prstGeom prst="rect">
            <a:avLst/>
          </a:prstGeom>
          <a:noFill/>
          <a:ln>
            <a:noFill/>
          </a:ln>
        </p:spPr>
      </p:pic>
      <p:pic>
        <p:nvPicPr>
          <p:cNvPr id="545" name="Google Shape;545;p42"/>
          <p:cNvPicPr preferRelativeResize="0"/>
          <p:nvPr/>
        </p:nvPicPr>
        <p:blipFill rotWithShape="1">
          <a:blip r:embed="rId4">
            <a:alphaModFix amt="61000"/>
          </a:blip>
          <a:srcRect l="1295" r="1285"/>
          <a:stretch/>
        </p:blipFill>
        <p:spPr>
          <a:xfrm rot="-1776169">
            <a:off x="4979498" y="2406761"/>
            <a:ext cx="2065902" cy="2044319"/>
          </a:xfrm>
          <a:prstGeom prst="rect">
            <a:avLst/>
          </a:prstGeom>
          <a:noFill/>
          <a:ln>
            <a:noFill/>
          </a:ln>
        </p:spPr>
      </p:pic>
      <p:pic>
        <p:nvPicPr>
          <p:cNvPr id="546" name="Google Shape;546;p42"/>
          <p:cNvPicPr preferRelativeResize="0"/>
          <p:nvPr/>
        </p:nvPicPr>
        <p:blipFill rotWithShape="1">
          <a:blip r:embed="rId4">
            <a:alphaModFix amt="67000"/>
          </a:blip>
          <a:srcRect l="1295" r="1285"/>
          <a:stretch/>
        </p:blipFill>
        <p:spPr>
          <a:xfrm rot="-10241149">
            <a:off x="7244396" y="926299"/>
            <a:ext cx="2065903" cy="2044321"/>
          </a:xfrm>
          <a:prstGeom prst="rect">
            <a:avLst/>
          </a:prstGeom>
          <a:noFill/>
          <a:ln>
            <a:noFill/>
          </a:ln>
        </p:spPr>
      </p:pic>
      <p:sp>
        <p:nvSpPr>
          <p:cNvPr id="549" name="Google Shape;549;p42"/>
          <p:cNvSpPr txBox="1"/>
          <p:nvPr/>
        </p:nvSpPr>
        <p:spPr>
          <a:xfrm>
            <a:off x="8394300" y="129000"/>
            <a:ext cx="470400" cy="514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Krona One"/>
                <a:ea typeface="Krona One"/>
                <a:cs typeface="Krona One"/>
                <a:sym typeface="Krona One"/>
              </a:rPr>
              <a:t>04</a:t>
            </a:r>
            <a:endParaRPr sz="1200">
              <a:solidFill>
                <a:schemeClr val="dk1"/>
              </a:solidFill>
              <a:latin typeface="Krona One"/>
              <a:ea typeface="Krona One"/>
              <a:cs typeface="Krona One"/>
              <a:sym typeface="Krona One"/>
            </a:endParaRPr>
          </a:p>
        </p:txBody>
      </p:sp>
      <p:sp>
        <p:nvSpPr>
          <p:cNvPr id="550" name="Google Shape;550;p42">
            <a:hlinkClick r:id="" action="ppaction://hlinkshowjump?jump=nextslide"/>
          </p:cNvPr>
          <p:cNvSpPr/>
          <p:nvPr/>
        </p:nvSpPr>
        <p:spPr>
          <a:xfrm>
            <a:off x="8490450" y="4647151"/>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42">
            <a:hlinkClick r:id="" action="ppaction://hlinkshowjump?jump=previousslide"/>
          </p:cNvPr>
          <p:cNvSpPr/>
          <p:nvPr/>
        </p:nvSpPr>
        <p:spPr>
          <a:xfrm rot="10800000">
            <a:off x="374425" y="4647151"/>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42"/>
          <p:cNvSpPr/>
          <p:nvPr/>
        </p:nvSpPr>
        <p:spPr>
          <a:xfrm>
            <a:off x="374425" y="243175"/>
            <a:ext cx="278100" cy="278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TextBox 9">
            <a:extLst>
              <a:ext uri="{FF2B5EF4-FFF2-40B4-BE49-F238E27FC236}">
                <a16:creationId xmlns:a16="http://schemas.microsoft.com/office/drawing/2014/main" id="{17FB23C8-7ED6-CA41-BE49-CAEF0DD5EC0A}"/>
              </a:ext>
            </a:extLst>
          </p:cNvPr>
          <p:cNvSpPr txBox="1"/>
          <p:nvPr/>
        </p:nvSpPr>
        <p:spPr>
          <a:xfrm>
            <a:off x="5801621" y="2029922"/>
            <a:ext cx="2688829" cy="830997"/>
          </a:xfrm>
          <a:prstGeom prst="rect">
            <a:avLst/>
          </a:prstGeom>
          <a:noFill/>
        </p:spPr>
        <p:txBody>
          <a:bodyPr wrap="square">
            <a:spAutoFit/>
          </a:bodyPr>
          <a:lstStyle/>
          <a:p>
            <a:pPr marL="0" marR="0" lvl="0" indent="0" algn="r" rtl="1">
              <a:lnSpc>
                <a:spcPct val="100000"/>
              </a:lnSpc>
              <a:spcBef>
                <a:spcPts val="0"/>
              </a:spcBef>
              <a:spcAft>
                <a:spcPts val="1600"/>
              </a:spcAft>
              <a:buClr>
                <a:srgbClr val="000000"/>
              </a:buClr>
              <a:buFont typeface="Arial"/>
              <a:buNone/>
            </a:pPr>
            <a:r>
              <a:rPr lang="fa-IR" sz="4800">
                <a:solidFill>
                  <a:schemeClr val="accent1">
                    <a:lumMod val="60000"/>
                    <a:lumOff val="40000"/>
                  </a:schemeClr>
                </a:solidFill>
                <a:latin typeface="Lalezar" pitchFamily="2" charset="-78"/>
                <a:ea typeface="Arimo"/>
                <a:cs typeface="Lalezar" pitchFamily="2" charset="-78"/>
                <a:sym typeface="Arimo"/>
              </a:rPr>
              <a:t>بخش دوم </a:t>
            </a:r>
          </a:p>
        </p:txBody>
      </p:sp>
      <p:sp>
        <p:nvSpPr>
          <p:cNvPr id="12" name="TextBox 11">
            <a:extLst>
              <a:ext uri="{FF2B5EF4-FFF2-40B4-BE49-F238E27FC236}">
                <a16:creationId xmlns:a16="http://schemas.microsoft.com/office/drawing/2014/main" id="{CE83E4A3-4C12-2046-BB57-8FB358984467}"/>
              </a:ext>
            </a:extLst>
          </p:cNvPr>
          <p:cNvSpPr txBox="1"/>
          <p:nvPr/>
        </p:nvSpPr>
        <p:spPr>
          <a:xfrm>
            <a:off x="4010425" y="2673616"/>
            <a:ext cx="6810152" cy="523220"/>
          </a:xfrm>
          <a:prstGeom prst="rect">
            <a:avLst/>
          </a:prstGeom>
          <a:noFill/>
        </p:spPr>
        <p:txBody>
          <a:bodyPr wrap="square">
            <a:spAutoFit/>
          </a:bodyPr>
          <a:lstStyle/>
          <a:p>
            <a:r>
              <a:rPr lang="fa-IR" sz="2800">
                <a:solidFill>
                  <a:schemeClr val="tx1"/>
                </a:solidFill>
                <a:latin typeface="Lalezar" pitchFamily="2" charset="-78"/>
                <a:cs typeface="Lalezar" pitchFamily="2" charset="-78"/>
              </a:rPr>
              <a:t>سیستم پیشنهاد‌دهی مبتنی بر محتوا</a:t>
            </a:r>
            <a:endParaRPr lang="en-US" sz="2800">
              <a:solidFill>
                <a:schemeClr val="tx1"/>
              </a:solidFill>
            </a:endParaRPr>
          </a:p>
        </p:txBody>
      </p:sp>
      <p:sp>
        <p:nvSpPr>
          <p:cNvPr id="13" name="TextBox 12">
            <a:extLst>
              <a:ext uri="{FF2B5EF4-FFF2-40B4-BE49-F238E27FC236}">
                <a16:creationId xmlns:a16="http://schemas.microsoft.com/office/drawing/2014/main" id="{D5AE3D84-3FEA-4843-84D4-76DF0D2EB93F}"/>
              </a:ext>
            </a:extLst>
          </p:cNvPr>
          <p:cNvSpPr txBox="1"/>
          <p:nvPr/>
        </p:nvSpPr>
        <p:spPr>
          <a:xfrm>
            <a:off x="-499991" y="3122678"/>
            <a:ext cx="6810152" cy="338554"/>
          </a:xfrm>
          <a:prstGeom prst="rect">
            <a:avLst/>
          </a:prstGeom>
          <a:noFill/>
        </p:spPr>
        <p:txBody>
          <a:bodyPr wrap="square">
            <a:spAutoFit/>
          </a:bodyPr>
          <a:lstStyle/>
          <a:p>
            <a:pPr marR="0" algn="r" rtl="1">
              <a:lnSpc>
                <a:spcPct val="100000"/>
              </a:lnSpc>
              <a:spcBef>
                <a:spcPts val="0"/>
              </a:spcBef>
              <a:spcAft>
                <a:spcPts val="0"/>
              </a:spcAft>
              <a:buClr>
                <a:srgbClr val="000000"/>
              </a:buClr>
              <a:buFont typeface="Arial"/>
            </a:pPr>
            <a:r>
              <a:rPr lang="en-US" sz="1600">
                <a:solidFill>
                  <a:srgbClr val="D4F4E6"/>
                </a:solidFill>
                <a:latin typeface="Lalezar" pitchFamily="2" charset="-78"/>
                <a:cs typeface="Lalezar" pitchFamily="2" charset="-78"/>
              </a:rPr>
              <a:t>(Content-Based Filtering)</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par>
                                <p:cTn id="8" presetID="10" presetClass="entr" presetSubtype="0" fill="hold" grpId="1" nodeType="withEffect">
                                  <p:stCondLst>
                                    <p:cond delay="50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000"/>
                                        <p:tgtEl>
                                          <p:spTgt spid="12"/>
                                        </p:tgtEl>
                                      </p:cBhvr>
                                    </p:animEffect>
                                  </p:childTnLst>
                                </p:cTn>
                              </p:par>
                              <p:par>
                                <p:cTn id="11" presetID="10" presetClass="entr" presetSubtype="0" fill="hold" grpId="0" nodeType="withEffect">
                                  <p:stCondLst>
                                    <p:cond delay="100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1"/>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pic>
        <p:nvPicPr>
          <p:cNvPr id="584" name="Google Shape;584;p44"/>
          <p:cNvPicPr preferRelativeResize="0"/>
          <p:nvPr/>
        </p:nvPicPr>
        <p:blipFill rotWithShape="1">
          <a:blip r:embed="rId3">
            <a:alphaModFix amt="62000"/>
          </a:blip>
          <a:srcRect t="19" b="19"/>
          <a:stretch/>
        </p:blipFill>
        <p:spPr>
          <a:xfrm rot="2225464">
            <a:off x="-477835" y="406783"/>
            <a:ext cx="3400884" cy="3365367"/>
          </a:xfrm>
          <a:prstGeom prst="rect">
            <a:avLst/>
          </a:prstGeom>
          <a:noFill/>
          <a:ln>
            <a:noFill/>
          </a:ln>
        </p:spPr>
      </p:pic>
      <p:sp>
        <p:nvSpPr>
          <p:cNvPr id="588" name="Google Shape;588;p44">
            <a:hlinkClick r:id="" action="ppaction://hlinkshowjump?jump=nextslide"/>
          </p:cNvPr>
          <p:cNvSpPr/>
          <p:nvPr/>
        </p:nvSpPr>
        <p:spPr>
          <a:xfrm rot="10800000">
            <a:off x="739067" y="4647383"/>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44">
            <a:hlinkClick r:id="" action="ppaction://hlinkshowjump?jump=previousslide"/>
          </p:cNvPr>
          <p:cNvSpPr/>
          <p:nvPr/>
        </p:nvSpPr>
        <p:spPr>
          <a:xfrm rot="10800000">
            <a:off x="471600" y="4651748"/>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44"/>
          <p:cNvSpPr txBox="1"/>
          <p:nvPr/>
        </p:nvSpPr>
        <p:spPr>
          <a:xfrm>
            <a:off x="8394300" y="129000"/>
            <a:ext cx="470400" cy="514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Krona One"/>
                <a:ea typeface="Krona One"/>
                <a:cs typeface="Krona One"/>
                <a:sym typeface="Krona One"/>
              </a:rPr>
              <a:t>05</a:t>
            </a:r>
            <a:endParaRPr sz="1200">
              <a:solidFill>
                <a:schemeClr val="dk1"/>
              </a:solidFill>
              <a:latin typeface="Krona One"/>
              <a:ea typeface="Krona One"/>
              <a:cs typeface="Krona One"/>
              <a:sym typeface="Krona One"/>
            </a:endParaRPr>
          </a:p>
        </p:txBody>
      </p:sp>
      <p:sp>
        <p:nvSpPr>
          <p:cNvPr id="591" name="Google Shape;591;p44"/>
          <p:cNvSpPr/>
          <p:nvPr/>
        </p:nvSpPr>
        <p:spPr>
          <a:xfrm>
            <a:off x="355825" y="237300"/>
            <a:ext cx="315300" cy="315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 name="Google Shape;545;p42">
            <a:extLst>
              <a:ext uri="{FF2B5EF4-FFF2-40B4-BE49-F238E27FC236}">
                <a16:creationId xmlns:a16="http://schemas.microsoft.com/office/drawing/2014/main" id="{75F07E8F-3FA7-AF45-AB42-BC134E3B6D03}"/>
              </a:ext>
            </a:extLst>
          </p:cNvPr>
          <p:cNvPicPr preferRelativeResize="0"/>
          <p:nvPr/>
        </p:nvPicPr>
        <p:blipFill rotWithShape="1">
          <a:blip r:embed="rId4">
            <a:alphaModFix amt="61000"/>
          </a:blip>
          <a:srcRect l="1295" r="1285"/>
          <a:stretch/>
        </p:blipFill>
        <p:spPr>
          <a:xfrm rot="19823831">
            <a:off x="-988476" y="2124993"/>
            <a:ext cx="2065902" cy="2044319"/>
          </a:xfrm>
          <a:prstGeom prst="rect">
            <a:avLst/>
          </a:prstGeom>
          <a:noFill/>
          <a:ln>
            <a:noFill/>
          </a:ln>
        </p:spPr>
      </p:pic>
      <p:sp>
        <p:nvSpPr>
          <p:cNvPr id="2" name="TextBox 1">
            <a:extLst>
              <a:ext uri="{FF2B5EF4-FFF2-40B4-BE49-F238E27FC236}">
                <a16:creationId xmlns:a16="http://schemas.microsoft.com/office/drawing/2014/main" id="{F8515C8A-C708-3D4D-8148-D60ABB7B3602}"/>
              </a:ext>
            </a:extLst>
          </p:cNvPr>
          <p:cNvSpPr txBox="1"/>
          <p:nvPr/>
        </p:nvSpPr>
        <p:spPr>
          <a:xfrm>
            <a:off x="2161308" y="1371710"/>
            <a:ext cx="6824119" cy="738664"/>
          </a:xfrm>
          <a:prstGeom prst="rect">
            <a:avLst/>
          </a:prstGeom>
          <a:noFill/>
        </p:spPr>
        <p:txBody>
          <a:bodyPr wrap="square" rtlCol="0">
            <a:spAutoFit/>
          </a:bodyPr>
          <a:lstStyle/>
          <a:p>
            <a:pPr algn="r"/>
            <a:r>
              <a:rPr lang="fa-IR">
                <a:solidFill>
                  <a:schemeClr val="tx1"/>
                </a:solidFill>
                <a:latin typeface="Lalezar" pitchFamily="2" charset="-78"/>
                <a:cs typeface="Lalezar" pitchFamily="2" charset="-78"/>
              </a:rPr>
              <a:t>این نوع سیستم بر اساس ویژگی‌های محتوای آیتم‌ها پیشنهاد ارائه می‌کند. مثلاً، اگر کاربر به فیلم‌های اکشن علاقه‌مند باشد، سیستم فیلم‌های مشابه را با استفاده از ویژگی‌های مشابه (مثل ژانر، بازیگران، کارگردان) پیشنهاد می‌کند.</a:t>
            </a:r>
            <a:endParaRPr lang="en-US">
              <a:solidFill>
                <a:schemeClr val="tx1"/>
              </a:solidFill>
              <a:latin typeface="Lalezar" pitchFamily="2" charset="-78"/>
              <a:cs typeface="Lalezar" pitchFamily="2" charset="-78"/>
            </a:endParaRPr>
          </a:p>
        </p:txBody>
      </p:sp>
      <p:sp>
        <p:nvSpPr>
          <p:cNvPr id="9" name="TextBox 8">
            <a:extLst>
              <a:ext uri="{FF2B5EF4-FFF2-40B4-BE49-F238E27FC236}">
                <a16:creationId xmlns:a16="http://schemas.microsoft.com/office/drawing/2014/main" id="{5E02DDFB-62C9-534E-AD57-F8C1A1745986}"/>
              </a:ext>
            </a:extLst>
          </p:cNvPr>
          <p:cNvSpPr txBox="1"/>
          <p:nvPr/>
        </p:nvSpPr>
        <p:spPr>
          <a:xfrm>
            <a:off x="2138131" y="2747358"/>
            <a:ext cx="6824119" cy="1169551"/>
          </a:xfrm>
          <a:prstGeom prst="rect">
            <a:avLst/>
          </a:prstGeom>
          <a:noFill/>
        </p:spPr>
        <p:txBody>
          <a:bodyPr wrap="square" rtlCol="0">
            <a:spAutoFit/>
          </a:bodyPr>
          <a:lstStyle/>
          <a:p>
            <a:pPr algn="r" rtl="1"/>
            <a:r>
              <a:rPr lang="fa-IR">
                <a:solidFill>
                  <a:srgbClr val="D4F4E6"/>
                </a:solidFill>
                <a:latin typeface="Lalezar" pitchFamily="2" charset="-78"/>
                <a:cs typeface="Lalezar" pitchFamily="2" charset="-78"/>
              </a:rPr>
              <a:t>در این روش، سیستم پیشنهاددهی، ویژگی‌های محتوایی آیتم‌ها را تحلیل می‌کند و بر اساس آن‌ها آیتم‌های مشابه </a:t>
            </a:r>
            <a:r>
              <a:rPr lang="en-US">
                <a:solidFill>
                  <a:srgbClr val="D4F4E6"/>
                </a:solidFill>
                <a:latin typeface="Lalezar" pitchFamily="2" charset="-78"/>
                <a:cs typeface="Lalezar" pitchFamily="2" charset="-78"/>
              </a:rPr>
              <a:t> </a:t>
            </a:r>
            <a:r>
              <a:rPr lang="fa-IR">
                <a:solidFill>
                  <a:srgbClr val="D4F4E6"/>
                </a:solidFill>
                <a:latin typeface="Lalezar" pitchFamily="2" charset="-78"/>
                <a:cs typeface="Lalezar" pitchFamily="2" charset="-78"/>
              </a:rPr>
              <a:t>را پیشنهاد می‌دهد. </a:t>
            </a:r>
            <a:endParaRPr lang="en-US">
              <a:solidFill>
                <a:srgbClr val="D4F4E6"/>
              </a:solidFill>
              <a:latin typeface="Lalezar" pitchFamily="2" charset="-78"/>
              <a:cs typeface="Lalezar" pitchFamily="2" charset="-78"/>
            </a:endParaRPr>
          </a:p>
          <a:p>
            <a:pPr algn="r" rtl="1"/>
            <a:r>
              <a:rPr lang="fa-IR">
                <a:solidFill>
                  <a:srgbClr val="D4F4E6"/>
                </a:solidFill>
                <a:latin typeface="Lalezar" pitchFamily="2" charset="-78"/>
                <a:cs typeface="Lalezar" pitchFamily="2" charset="-78"/>
              </a:rPr>
              <a:t>برای مثال، در نتفلیکس، وقتی کاربر فیلمی مانند ”</a:t>
            </a:r>
            <a:r>
              <a:rPr lang="en-US">
                <a:solidFill>
                  <a:schemeClr val="tx1"/>
                </a:solidFill>
                <a:latin typeface="Lalezar" pitchFamily="2" charset="-78"/>
                <a:cs typeface="Lalezar" pitchFamily="2" charset="-78"/>
              </a:rPr>
              <a:t>”Inception" </a:t>
            </a:r>
            <a:r>
              <a:rPr lang="fa-IR">
                <a:solidFill>
                  <a:srgbClr val="D4F4E6"/>
                </a:solidFill>
                <a:latin typeface="Lalezar" pitchFamily="2" charset="-78"/>
                <a:cs typeface="Lalezar" pitchFamily="2" charset="-78"/>
              </a:rPr>
              <a:t>را تماشا می‌کند، سیستم ویژگی‌های این فیلم (مثل </a:t>
            </a:r>
            <a:r>
              <a:rPr lang="fa-IR">
                <a:solidFill>
                  <a:schemeClr val="tx1"/>
                </a:solidFill>
                <a:latin typeface="Lalezar" pitchFamily="2" charset="-78"/>
                <a:cs typeface="Lalezar" pitchFamily="2" charset="-78"/>
              </a:rPr>
              <a:t>ژانر</a:t>
            </a:r>
            <a:r>
              <a:rPr lang="fa-IR">
                <a:solidFill>
                  <a:srgbClr val="D4F4E6"/>
                </a:solidFill>
                <a:latin typeface="Lalezar" pitchFamily="2" charset="-78"/>
                <a:cs typeface="Lalezar" pitchFamily="2" charset="-78"/>
              </a:rPr>
              <a:t> علمی‌تخیلی، </a:t>
            </a:r>
            <a:r>
              <a:rPr lang="fa-IR">
                <a:solidFill>
                  <a:schemeClr val="tx1"/>
                </a:solidFill>
                <a:latin typeface="Lalezar" pitchFamily="2" charset="-78"/>
                <a:cs typeface="Lalezar" pitchFamily="2" charset="-78"/>
              </a:rPr>
              <a:t>کارگردان</a:t>
            </a:r>
            <a:r>
              <a:rPr lang="fa-IR">
                <a:solidFill>
                  <a:srgbClr val="D4F4E6"/>
                </a:solidFill>
                <a:latin typeface="Lalezar" pitchFamily="2" charset="-78"/>
                <a:cs typeface="Lalezar" pitchFamily="2" charset="-78"/>
              </a:rPr>
              <a:t> کریستوفر نولان، و </a:t>
            </a:r>
            <a:r>
              <a:rPr lang="fa-IR">
                <a:solidFill>
                  <a:schemeClr val="tx1"/>
                </a:solidFill>
                <a:latin typeface="Lalezar" pitchFamily="2" charset="-78"/>
                <a:cs typeface="Lalezar" pitchFamily="2" charset="-78"/>
              </a:rPr>
              <a:t>بازیگرانی</a:t>
            </a:r>
            <a:r>
              <a:rPr lang="fa-IR">
                <a:solidFill>
                  <a:srgbClr val="D4F4E6"/>
                </a:solidFill>
                <a:latin typeface="Lalezar" pitchFamily="2" charset="-78"/>
                <a:cs typeface="Lalezar" pitchFamily="2" charset="-78"/>
              </a:rPr>
              <a:t> مانند لئوناردو دی‌کاپریو) را تحلیل کرده و فیلم‌های مشابه با این ویژگی‌ها را پیشنهاد می‌دهد.</a:t>
            </a:r>
            <a:endParaRPr lang="en-US">
              <a:solidFill>
                <a:srgbClr val="D4F4E6"/>
              </a:solidFill>
              <a:latin typeface="Lalezar" pitchFamily="2" charset="-78"/>
              <a:cs typeface="Lalezar" pitchFamily="2" charset="-78"/>
            </a:endParaRPr>
          </a:p>
        </p:txBody>
      </p:sp>
      <p:sp>
        <p:nvSpPr>
          <p:cNvPr id="12" name="TextBox 11">
            <a:extLst>
              <a:ext uri="{FF2B5EF4-FFF2-40B4-BE49-F238E27FC236}">
                <a16:creationId xmlns:a16="http://schemas.microsoft.com/office/drawing/2014/main" id="{3A123D97-7C9A-7148-9445-FDFB89DBBEFD}"/>
              </a:ext>
            </a:extLst>
          </p:cNvPr>
          <p:cNvSpPr txBox="1"/>
          <p:nvPr/>
        </p:nvSpPr>
        <p:spPr>
          <a:xfrm>
            <a:off x="2401454" y="4065197"/>
            <a:ext cx="6908800" cy="307777"/>
          </a:xfrm>
          <a:prstGeom prst="rect">
            <a:avLst/>
          </a:prstGeom>
          <a:noFill/>
        </p:spPr>
        <p:txBody>
          <a:bodyPr wrap="square">
            <a:spAutoFit/>
          </a:bodyPr>
          <a:lstStyle/>
          <a:p>
            <a:r>
              <a:rPr lang="fa-IR" b="1">
                <a:solidFill>
                  <a:schemeClr val="accent2">
                    <a:lumMod val="20000"/>
                    <a:lumOff val="80000"/>
                  </a:schemeClr>
                </a:solidFill>
                <a:latin typeface="Lalezar" pitchFamily="2" charset="-78"/>
                <a:cs typeface="Lalezar" pitchFamily="2" charset="-78"/>
              </a:rPr>
              <a:t>مثال</a:t>
            </a:r>
            <a:r>
              <a:rPr lang="en-US" b="1">
                <a:solidFill>
                  <a:schemeClr val="accent2">
                    <a:lumMod val="20000"/>
                    <a:lumOff val="80000"/>
                  </a:schemeClr>
                </a:solidFill>
                <a:latin typeface="Lalezar" pitchFamily="2" charset="-78"/>
                <a:cs typeface="Lalezar" pitchFamily="2" charset="-78"/>
              </a:rPr>
              <a:t>ی</a:t>
            </a:r>
            <a:r>
              <a:rPr lang="fa-IR" b="1">
                <a:solidFill>
                  <a:schemeClr val="accent2">
                    <a:lumMod val="20000"/>
                    <a:lumOff val="80000"/>
                  </a:schemeClr>
                </a:solidFill>
                <a:latin typeface="Lalezar" pitchFamily="2" charset="-78"/>
                <a:cs typeface="Lalezar" pitchFamily="2" charset="-78"/>
              </a:rPr>
              <a:t> دیگر</a:t>
            </a:r>
            <a:r>
              <a:rPr lang="fa-IR">
                <a:solidFill>
                  <a:schemeClr val="accent2">
                    <a:lumMod val="20000"/>
                    <a:lumOff val="80000"/>
                  </a:schemeClr>
                </a:solidFill>
                <a:latin typeface="Lalezar" pitchFamily="2" charset="-78"/>
                <a:cs typeface="Lalezar" pitchFamily="2" charset="-78"/>
              </a:rPr>
              <a:t>: </a:t>
            </a:r>
            <a:r>
              <a:rPr lang="fa-IR">
                <a:solidFill>
                  <a:schemeClr val="accent1">
                    <a:lumMod val="20000"/>
                    <a:lumOff val="80000"/>
                  </a:schemeClr>
                </a:solidFill>
                <a:latin typeface="Lalezar" pitchFamily="2" charset="-78"/>
                <a:cs typeface="Lalezar" pitchFamily="2" charset="-78"/>
              </a:rPr>
              <a:t>سیستم پیشنهاد‌دهی آمازون که محصولاتی را بر اساس خریدهای کاربران مشابه پیشنهاد می‌دهد.</a:t>
            </a:r>
            <a:endParaRPr lang="en-US">
              <a:solidFill>
                <a:schemeClr val="accent1">
                  <a:lumMod val="20000"/>
                  <a:lumOff val="80000"/>
                </a:schemeClr>
              </a:solidFill>
              <a:latin typeface="Lalezar" pitchFamily="2" charset="-78"/>
              <a:cs typeface="Lalezar" pitchFamily="2" charset="-78"/>
            </a:endParaRPr>
          </a:p>
        </p:txBody>
      </p:sp>
      <p:pic>
        <p:nvPicPr>
          <p:cNvPr id="4" name="Picture 3">
            <a:extLst>
              <a:ext uri="{FF2B5EF4-FFF2-40B4-BE49-F238E27FC236}">
                <a16:creationId xmlns:a16="http://schemas.microsoft.com/office/drawing/2014/main" id="{618C83EB-6469-4044-93D8-6A75E006AC2E}"/>
              </a:ext>
            </a:extLst>
          </p:cNvPr>
          <p:cNvPicPr>
            <a:picLocks noChangeAspect="1"/>
          </p:cNvPicPr>
          <p:nvPr/>
        </p:nvPicPr>
        <p:blipFill>
          <a:blip r:embed="rId5"/>
          <a:stretch>
            <a:fillRect/>
          </a:stretch>
        </p:blipFill>
        <p:spPr>
          <a:xfrm>
            <a:off x="610649" y="1670581"/>
            <a:ext cx="1516568" cy="1516568"/>
          </a:xfrm>
          <a:prstGeom prst="rect">
            <a:avLst/>
          </a:prstGeom>
        </p:spPr>
      </p:pic>
      <p:sp>
        <p:nvSpPr>
          <p:cNvPr id="13" name="TextBox 12">
            <a:extLst>
              <a:ext uri="{FF2B5EF4-FFF2-40B4-BE49-F238E27FC236}">
                <a16:creationId xmlns:a16="http://schemas.microsoft.com/office/drawing/2014/main" id="{03F8FB08-A79D-F042-970E-5A820A4C55C7}"/>
              </a:ext>
            </a:extLst>
          </p:cNvPr>
          <p:cNvSpPr txBox="1"/>
          <p:nvPr/>
        </p:nvSpPr>
        <p:spPr>
          <a:xfrm>
            <a:off x="3050978" y="2207052"/>
            <a:ext cx="5911272" cy="523220"/>
          </a:xfrm>
          <a:prstGeom prst="rect">
            <a:avLst/>
          </a:prstGeom>
          <a:noFill/>
        </p:spPr>
        <p:txBody>
          <a:bodyPr wrap="square">
            <a:spAutoFit/>
          </a:bodyPr>
          <a:lstStyle/>
          <a:p>
            <a:pPr algn="r" rtl="1"/>
            <a:r>
              <a:rPr lang="fa-IR" b="1">
                <a:solidFill>
                  <a:schemeClr val="accent2">
                    <a:lumMod val="20000"/>
                    <a:lumOff val="80000"/>
                  </a:schemeClr>
                </a:solidFill>
                <a:latin typeface="Lalezar" pitchFamily="2" charset="-78"/>
                <a:cs typeface="Lalezar" pitchFamily="2" charset="-78"/>
              </a:rPr>
              <a:t>مثال</a:t>
            </a:r>
            <a:r>
              <a:rPr lang="en-US" b="1">
                <a:solidFill>
                  <a:schemeClr val="accent2">
                    <a:lumMod val="20000"/>
                    <a:lumOff val="80000"/>
                  </a:schemeClr>
                </a:solidFill>
                <a:latin typeface="Lalezar" pitchFamily="2" charset="-78"/>
                <a:cs typeface="Lalezar" pitchFamily="2" charset="-78"/>
              </a:rPr>
              <a:t> </a:t>
            </a:r>
            <a:r>
              <a:rPr lang="fa-IR">
                <a:solidFill>
                  <a:schemeClr val="accent2">
                    <a:lumMod val="20000"/>
                    <a:lumOff val="80000"/>
                  </a:schemeClr>
                </a:solidFill>
                <a:latin typeface="Lalezar" pitchFamily="2" charset="-78"/>
                <a:cs typeface="Lalezar" pitchFamily="2" charset="-78"/>
              </a:rPr>
              <a:t>: </a:t>
            </a:r>
            <a:r>
              <a:rPr lang="fa-IR">
                <a:solidFill>
                  <a:schemeClr val="accent1">
                    <a:lumMod val="20000"/>
                    <a:lumOff val="80000"/>
                  </a:schemeClr>
                </a:solidFill>
                <a:latin typeface="Lalezar" pitchFamily="2" charset="-78"/>
                <a:cs typeface="Lalezar" pitchFamily="2" charset="-78"/>
              </a:rPr>
              <a:t>سیستم پیشنهاد‌دهی </a:t>
            </a:r>
            <a:r>
              <a:rPr lang="en-US">
                <a:solidFill>
                  <a:srgbClr val="F5ACA5"/>
                </a:solidFill>
                <a:latin typeface="Lalezar" pitchFamily="2" charset="-78"/>
                <a:cs typeface="Lalezar" pitchFamily="2" charset="-78"/>
              </a:rPr>
              <a:t>NETFLIX</a:t>
            </a:r>
            <a:r>
              <a:rPr lang="en-US">
                <a:solidFill>
                  <a:schemeClr val="accent1">
                    <a:lumMod val="20000"/>
                    <a:lumOff val="80000"/>
                  </a:schemeClr>
                </a:solidFill>
                <a:latin typeface="Lalezar" pitchFamily="2" charset="-78"/>
                <a:cs typeface="Lalezar" pitchFamily="2" charset="-78"/>
              </a:rPr>
              <a:t> </a:t>
            </a:r>
            <a:r>
              <a:rPr lang="fa-IR">
                <a:solidFill>
                  <a:schemeClr val="accent1">
                    <a:lumMod val="20000"/>
                    <a:lumOff val="80000"/>
                  </a:schemeClr>
                </a:solidFill>
                <a:latin typeface="Lalezar" pitchFamily="2" charset="-78"/>
                <a:cs typeface="Lalezar" pitchFamily="2" charset="-78"/>
              </a:rPr>
              <a:t> که </a:t>
            </a:r>
            <a:r>
              <a:rPr lang="en-US">
                <a:solidFill>
                  <a:schemeClr val="accent1">
                    <a:lumMod val="20000"/>
                    <a:lumOff val="80000"/>
                  </a:schemeClr>
                </a:solidFill>
                <a:latin typeface="Lalezar" pitchFamily="2" charset="-78"/>
                <a:cs typeface="Lalezar" pitchFamily="2" charset="-78"/>
              </a:rPr>
              <a:t>ف</a:t>
            </a:r>
            <a:r>
              <a:rPr lang="fa-IR">
                <a:solidFill>
                  <a:schemeClr val="accent1">
                    <a:lumMod val="20000"/>
                    <a:lumOff val="80000"/>
                  </a:schemeClr>
                </a:solidFill>
                <a:latin typeface="Lalezar" pitchFamily="2" charset="-78"/>
                <a:cs typeface="Lalezar" pitchFamily="2" charset="-78"/>
              </a:rPr>
              <a:t>یلم هایی را بر اساس سابقه و سلایق کاربران بررسی کرده و فیلم های مشابه پیشنهاد می‌دهد.</a:t>
            </a:r>
            <a:endParaRPr lang="en-US">
              <a:solidFill>
                <a:schemeClr val="accent1">
                  <a:lumMod val="20000"/>
                  <a:lumOff val="80000"/>
                </a:schemeClr>
              </a:solidFill>
              <a:latin typeface="Lalezar" pitchFamily="2" charset="-78"/>
              <a:cs typeface="Lalezar" pitchFamily="2" charset="-7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animMotion origin="layout" path="M 0.0724 0.01883 L 0.15156 0.01883 " pathEditMode="relative" rAng="0" ptsTypes="AA">
                                      <p:cBhvr>
                                        <p:cTn id="6" dur="26000" fill="hold"/>
                                        <p:tgtEl>
                                          <p:spTgt spid="11"/>
                                        </p:tgtEl>
                                        <p:attrNameLst>
                                          <p:attrName>ppt_x</p:attrName>
                                          <p:attrName>ppt_y</p:attrName>
                                        </p:attrNameLst>
                                      </p:cBhvr>
                                      <p:rCtr x="395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pic>
        <p:nvPicPr>
          <p:cNvPr id="673" name="Google Shape;673;p48"/>
          <p:cNvPicPr preferRelativeResize="0"/>
          <p:nvPr/>
        </p:nvPicPr>
        <p:blipFill rotWithShape="1">
          <a:blip r:embed="rId3">
            <a:alphaModFix amt="61000"/>
          </a:blip>
          <a:srcRect t="2606" b="2606"/>
          <a:stretch/>
        </p:blipFill>
        <p:spPr>
          <a:xfrm rot="10">
            <a:off x="5016450" y="-2040400"/>
            <a:ext cx="3145024" cy="3112176"/>
          </a:xfrm>
          <a:prstGeom prst="rect">
            <a:avLst/>
          </a:prstGeom>
          <a:noFill/>
          <a:ln>
            <a:noFill/>
          </a:ln>
        </p:spPr>
      </p:pic>
      <p:pic>
        <p:nvPicPr>
          <p:cNvPr id="674" name="Google Shape;674;p48"/>
          <p:cNvPicPr preferRelativeResize="0"/>
          <p:nvPr/>
        </p:nvPicPr>
        <p:blipFill rotWithShape="1">
          <a:blip r:embed="rId3">
            <a:alphaModFix amt="62000"/>
          </a:blip>
          <a:srcRect t="2606" b="2606"/>
          <a:stretch/>
        </p:blipFill>
        <p:spPr>
          <a:xfrm rot="-3845708">
            <a:off x="1357203" y="4021879"/>
            <a:ext cx="3145024" cy="3112177"/>
          </a:xfrm>
          <a:prstGeom prst="rect">
            <a:avLst/>
          </a:prstGeom>
          <a:noFill/>
          <a:ln>
            <a:noFill/>
          </a:ln>
        </p:spPr>
      </p:pic>
      <p:grpSp>
        <p:nvGrpSpPr>
          <p:cNvPr id="675" name="Google Shape;675;p48"/>
          <p:cNvGrpSpPr/>
          <p:nvPr/>
        </p:nvGrpSpPr>
        <p:grpSpPr>
          <a:xfrm rot="21188402">
            <a:off x="1488264" y="725299"/>
            <a:ext cx="6763582" cy="4627009"/>
            <a:chOff x="1553664" y="375646"/>
            <a:chExt cx="5777700" cy="4454700"/>
          </a:xfrm>
          <a:solidFill>
            <a:srgbClr val="747AB3">
              <a:alpha val="30980"/>
            </a:srgbClr>
          </a:solidFill>
        </p:grpSpPr>
        <p:sp>
          <p:nvSpPr>
            <p:cNvPr id="676" name="Google Shape;676;p48"/>
            <p:cNvSpPr/>
            <p:nvPr/>
          </p:nvSpPr>
          <p:spPr>
            <a:xfrm rot="1517590" flipH="1">
              <a:off x="1828354" y="1374567"/>
              <a:ext cx="5228321" cy="2456859"/>
            </a:xfrm>
            <a:prstGeom prst="donut">
              <a:avLst>
                <a:gd name="adj" fmla="val 488"/>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n w="0"/>
                <a:solidFill>
                  <a:schemeClr val="tx1"/>
                </a:solidFill>
                <a:effectLst>
                  <a:outerShdw blurRad="38100" dist="19050" dir="2700000" algn="tl" rotWithShape="0">
                    <a:schemeClr val="dk1">
                      <a:alpha val="40000"/>
                    </a:schemeClr>
                  </a:outerShdw>
                </a:effectLst>
              </a:endParaRPr>
            </a:p>
          </p:txBody>
        </p:sp>
        <p:sp>
          <p:nvSpPr>
            <p:cNvPr id="677" name="Google Shape;677;p48"/>
            <p:cNvSpPr/>
            <p:nvPr/>
          </p:nvSpPr>
          <p:spPr>
            <a:xfrm flipH="1">
              <a:off x="5849851" y="4071875"/>
              <a:ext cx="178500" cy="178500"/>
            </a:xfrm>
            <a:prstGeom prst="plaque">
              <a:avLst>
                <a:gd name="adj" fmla="val 50000"/>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n w="0"/>
                <a:solidFill>
                  <a:schemeClr val="tx1"/>
                </a:solidFill>
                <a:effectLst>
                  <a:outerShdw blurRad="38100" dist="19050" dir="2700000" algn="tl" rotWithShape="0">
                    <a:schemeClr val="dk1">
                      <a:alpha val="40000"/>
                    </a:schemeClr>
                  </a:outerShdw>
                </a:effectLst>
              </a:endParaRPr>
            </a:p>
          </p:txBody>
        </p:sp>
      </p:grpSp>
      <p:sp>
        <p:nvSpPr>
          <p:cNvPr id="678" name="Google Shape;678;p48"/>
          <p:cNvSpPr txBox="1">
            <a:spLocks noGrp="1"/>
          </p:cNvSpPr>
          <p:nvPr>
            <p:ph type="title"/>
          </p:nvPr>
        </p:nvSpPr>
        <p:spPr>
          <a:xfrm>
            <a:off x="-1114063" y="-642749"/>
            <a:ext cx="4938992" cy="2133996"/>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a-IR" sz="2000">
                <a:solidFill>
                  <a:srgbClr val="D4F4E6"/>
                </a:solidFill>
              </a:rPr>
              <a:t>N</a:t>
            </a:r>
            <a:r>
              <a:rPr lang="en-US" sz="2000">
                <a:solidFill>
                  <a:srgbClr val="D4F4E6"/>
                </a:solidFill>
              </a:rPr>
              <a:t>etflix</a:t>
            </a:r>
            <a:endParaRPr sz="2000">
              <a:solidFill>
                <a:srgbClr val="D4F4E6"/>
              </a:solidFill>
            </a:endParaRPr>
          </a:p>
        </p:txBody>
      </p:sp>
      <p:sp>
        <p:nvSpPr>
          <p:cNvPr id="679" name="Google Shape;679;p48"/>
          <p:cNvSpPr/>
          <p:nvPr/>
        </p:nvSpPr>
        <p:spPr>
          <a:xfrm flipH="1">
            <a:off x="705025" y="3013392"/>
            <a:ext cx="290400" cy="290400"/>
          </a:xfrm>
          <a:prstGeom prst="plaque">
            <a:avLst>
              <a:gd name="adj" fmla="val 50000"/>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a:p>
        </p:txBody>
      </p:sp>
      <p:sp>
        <p:nvSpPr>
          <p:cNvPr id="680" name="Google Shape;680;p48"/>
          <p:cNvSpPr/>
          <p:nvPr/>
        </p:nvSpPr>
        <p:spPr>
          <a:xfrm flipH="1">
            <a:off x="5534200" y="1572892"/>
            <a:ext cx="290400" cy="290400"/>
          </a:xfrm>
          <a:prstGeom prst="plaqu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48"/>
          <p:cNvSpPr txBox="1">
            <a:spLocks noGrp="1"/>
          </p:cNvSpPr>
          <p:nvPr>
            <p:ph type="subTitle" idx="2"/>
          </p:nvPr>
        </p:nvSpPr>
        <p:spPr>
          <a:xfrm rot="5400000">
            <a:off x="6605150" y="2403650"/>
            <a:ext cx="4047600" cy="315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Suggestion System</a:t>
            </a:r>
            <a:endParaRPr/>
          </a:p>
        </p:txBody>
      </p:sp>
      <p:sp>
        <p:nvSpPr>
          <p:cNvPr id="683" name="Google Shape;683;p48"/>
          <p:cNvSpPr txBox="1"/>
          <p:nvPr/>
        </p:nvSpPr>
        <p:spPr>
          <a:xfrm>
            <a:off x="8394300" y="129000"/>
            <a:ext cx="470400" cy="514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Krona One"/>
                <a:ea typeface="Krona One"/>
                <a:cs typeface="Krona One"/>
                <a:sym typeface="Krona One"/>
              </a:rPr>
              <a:t>06</a:t>
            </a:r>
            <a:endParaRPr sz="1200">
              <a:solidFill>
                <a:schemeClr val="dk1"/>
              </a:solidFill>
              <a:latin typeface="Krona One"/>
              <a:ea typeface="Krona One"/>
              <a:cs typeface="Krona One"/>
              <a:sym typeface="Krona One"/>
            </a:endParaRPr>
          </a:p>
        </p:txBody>
      </p:sp>
      <p:sp>
        <p:nvSpPr>
          <p:cNvPr id="684" name="Google Shape;684;p48"/>
          <p:cNvSpPr/>
          <p:nvPr/>
        </p:nvSpPr>
        <p:spPr>
          <a:xfrm>
            <a:off x="355825" y="227100"/>
            <a:ext cx="315300" cy="315300"/>
          </a:xfrm>
          <a:prstGeom prst="diamond">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48">
            <a:hlinkClick r:id="" action="ppaction://hlinkshowjump?jump=nextslide"/>
          </p:cNvPr>
          <p:cNvSpPr/>
          <p:nvPr/>
        </p:nvSpPr>
        <p:spPr>
          <a:xfrm>
            <a:off x="723550" y="4647151"/>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48">
            <a:hlinkClick r:id="" action="ppaction://hlinkshowjump?jump=previousslide"/>
          </p:cNvPr>
          <p:cNvSpPr/>
          <p:nvPr/>
        </p:nvSpPr>
        <p:spPr>
          <a:xfrm rot="10800000">
            <a:off x="374425" y="4647151"/>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TextBox 18">
            <a:extLst>
              <a:ext uri="{FF2B5EF4-FFF2-40B4-BE49-F238E27FC236}">
                <a16:creationId xmlns:a16="http://schemas.microsoft.com/office/drawing/2014/main" id="{A8CB1D00-3AE9-8B4E-8506-6BEA1CAFB308}"/>
              </a:ext>
            </a:extLst>
          </p:cNvPr>
          <p:cNvSpPr txBox="1"/>
          <p:nvPr/>
        </p:nvSpPr>
        <p:spPr>
          <a:xfrm>
            <a:off x="622891" y="2049277"/>
            <a:ext cx="7818775" cy="923330"/>
          </a:xfrm>
          <a:prstGeom prst="rect">
            <a:avLst/>
          </a:prstGeom>
          <a:noFill/>
        </p:spPr>
        <p:txBody>
          <a:bodyPr wrap="square">
            <a:spAutoFit/>
          </a:bodyPr>
          <a:lstStyle/>
          <a:p>
            <a:pPr algn="r" rtl="1"/>
            <a:r>
              <a:rPr lang="fa-IR" sz="1800">
                <a:solidFill>
                  <a:schemeClr val="tx1"/>
                </a:solidFill>
                <a:latin typeface="Lalezar" pitchFamily="2" charset="-78"/>
                <a:cs typeface="Lalezar" pitchFamily="2" charset="-78"/>
              </a:rPr>
              <a:t>در نتفلیکس، اگر کاربری به تماشای فیلم‌های علمی‌تخیلی و با داستان‌های پیچیده علاقه‌مند باشد، نتفلیکس فیلم‌های دیگری از همین ژانر و سبک روایی مانند </a:t>
            </a:r>
            <a:r>
              <a:rPr lang="en-US" sz="1800">
                <a:solidFill>
                  <a:schemeClr val="tx1"/>
                </a:solidFill>
                <a:latin typeface="Lalezar" pitchFamily="2" charset="-78"/>
                <a:cs typeface="Lalezar" pitchFamily="2" charset="-78"/>
              </a:rPr>
              <a:t>Interstellar" </a:t>
            </a:r>
            <a:r>
              <a:rPr lang="fa-IR" sz="1800">
                <a:solidFill>
                  <a:schemeClr val="tx1"/>
                </a:solidFill>
                <a:latin typeface="Lalezar" pitchFamily="2" charset="-78"/>
                <a:cs typeface="Lalezar" pitchFamily="2" charset="-78"/>
              </a:rPr>
              <a:t>”</a:t>
            </a:r>
            <a:r>
              <a:rPr lang="en-US" sz="1800">
                <a:solidFill>
                  <a:schemeClr val="tx1"/>
                </a:solidFill>
                <a:latin typeface="Lalezar" pitchFamily="2" charset="-78"/>
                <a:cs typeface="Lalezar" pitchFamily="2" charset="-78"/>
              </a:rPr>
              <a:t>”The Matrix” / </a:t>
            </a:r>
            <a:r>
              <a:rPr lang="fa-IR" sz="1800">
                <a:solidFill>
                  <a:schemeClr val="tx1"/>
                </a:solidFill>
                <a:latin typeface="Lalezar" pitchFamily="2" charset="-78"/>
                <a:cs typeface="Lalezar" pitchFamily="2" charset="-78"/>
              </a:rPr>
              <a:t>  یا</a:t>
            </a:r>
            <a:r>
              <a:rPr lang="en-US" sz="1800">
                <a:solidFill>
                  <a:schemeClr val="tx1"/>
                </a:solidFill>
                <a:latin typeface="Lalezar" pitchFamily="2" charset="-78"/>
                <a:cs typeface="Lalezar" pitchFamily="2" charset="-78"/>
              </a:rPr>
              <a:t> </a:t>
            </a:r>
            <a:r>
              <a:rPr lang="fa-IR" sz="1800">
                <a:solidFill>
                  <a:schemeClr val="tx1"/>
                </a:solidFill>
                <a:latin typeface="Lalezar" pitchFamily="2" charset="-78"/>
                <a:cs typeface="Lalezar" pitchFamily="2" charset="-78"/>
              </a:rPr>
              <a:t>را پیشنهاد می‌دهد.</a:t>
            </a:r>
            <a:endParaRPr lang="en-US" sz="1800">
              <a:solidFill>
                <a:schemeClr val="tx1"/>
              </a:solidFill>
              <a:latin typeface="Lalezar" pitchFamily="2" charset="-78"/>
              <a:cs typeface="Lalezar" pitchFamily="2" charset="-78"/>
            </a:endParaRPr>
          </a:p>
        </p:txBody>
      </p:sp>
      <p:sp>
        <p:nvSpPr>
          <p:cNvPr id="5" name="TextBox 4">
            <a:extLst>
              <a:ext uri="{FF2B5EF4-FFF2-40B4-BE49-F238E27FC236}">
                <a16:creationId xmlns:a16="http://schemas.microsoft.com/office/drawing/2014/main" id="{A6B9D9BD-6FE1-9849-BF51-F22B3093FFA7}"/>
              </a:ext>
            </a:extLst>
          </p:cNvPr>
          <p:cNvSpPr txBox="1"/>
          <p:nvPr/>
        </p:nvSpPr>
        <p:spPr>
          <a:xfrm>
            <a:off x="1306595" y="2954216"/>
            <a:ext cx="7176965" cy="338554"/>
          </a:xfrm>
          <a:prstGeom prst="rect">
            <a:avLst/>
          </a:prstGeom>
          <a:noFill/>
        </p:spPr>
        <p:txBody>
          <a:bodyPr wrap="none" rtlCol="0">
            <a:spAutoFit/>
          </a:bodyPr>
          <a:lstStyle/>
          <a:p>
            <a:pPr algn="r"/>
            <a:r>
              <a:rPr lang="fa-IR" sz="1600" b="1">
                <a:solidFill>
                  <a:schemeClr val="accent2">
                    <a:lumMod val="20000"/>
                    <a:lumOff val="80000"/>
                  </a:schemeClr>
                </a:solidFill>
                <a:latin typeface="Lalezar" pitchFamily="2" charset="-78"/>
                <a:cs typeface="Lalezar" pitchFamily="2" charset="-78"/>
              </a:rPr>
              <a:t>روش کار:</a:t>
            </a:r>
            <a:r>
              <a:rPr lang="fa-IR" sz="1600">
                <a:solidFill>
                  <a:schemeClr val="accent2">
                    <a:lumMod val="20000"/>
                    <a:lumOff val="80000"/>
                  </a:schemeClr>
                </a:solidFill>
                <a:latin typeface="Lalezar" pitchFamily="2" charset="-78"/>
                <a:cs typeface="Lalezar" pitchFamily="2" charset="-78"/>
              </a:rPr>
              <a:t> </a:t>
            </a:r>
            <a:r>
              <a:rPr lang="fa-IR" sz="1600">
                <a:solidFill>
                  <a:srgbClr val="D4F4E6"/>
                </a:solidFill>
                <a:latin typeface="Lalezar" pitchFamily="2" charset="-78"/>
                <a:cs typeface="Lalezar" pitchFamily="2" charset="-78"/>
              </a:rPr>
              <a:t>تحلیل ویژگی‌های آیتم‌هایی که کاربر قبلاً انتخاب کرده است و محاسبه‌ی شباهت با دیگر آیتم‌ها</a:t>
            </a:r>
            <a:endParaRPr lang="en-US" sz="1600">
              <a:solidFill>
                <a:srgbClr val="D4F4E6"/>
              </a:solidFill>
              <a:latin typeface="Lalezar" pitchFamily="2" charset="-78"/>
              <a:cs typeface="Lalezar" pitchFamily="2" charset="-78"/>
            </a:endParaRPr>
          </a:p>
        </p:txBody>
      </p:sp>
      <p:sp>
        <p:nvSpPr>
          <p:cNvPr id="17" name="Google Shape;591;p44">
            <a:extLst>
              <a:ext uri="{FF2B5EF4-FFF2-40B4-BE49-F238E27FC236}">
                <a16:creationId xmlns:a16="http://schemas.microsoft.com/office/drawing/2014/main" id="{50045989-E110-ED40-BE92-8A74B74517FC}"/>
              </a:ext>
            </a:extLst>
          </p:cNvPr>
          <p:cNvSpPr/>
          <p:nvPr/>
        </p:nvSpPr>
        <p:spPr>
          <a:xfrm>
            <a:off x="337225" y="629956"/>
            <a:ext cx="315300" cy="315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par>
                          <p:cTn id="8" fill="hold">
                            <p:stCondLst>
                              <p:cond delay="500"/>
                            </p:stCondLst>
                            <p:childTnLst>
                              <p:par>
                                <p:cTn id="9" presetID="10" presetClass="entr" presetSubtype="0" fill="hold" grpId="0" nodeType="afterEffect">
                                  <p:stCondLst>
                                    <p:cond delay="100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p51"/>
          <p:cNvSpPr txBox="1">
            <a:spLocks noGrp="1"/>
          </p:cNvSpPr>
          <p:nvPr>
            <p:ph type="title"/>
          </p:nvPr>
        </p:nvSpPr>
        <p:spPr>
          <a:xfrm>
            <a:off x="5031000" y="1373220"/>
            <a:ext cx="3598500" cy="501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a-IR" sz="3600">
                <a:latin typeface="Lalezar" pitchFamily="2" charset="-78"/>
                <a:cs typeface="Lalezar" pitchFamily="2" charset="-78"/>
              </a:rPr>
              <a:t>کد نمونه و توضیح</a:t>
            </a:r>
            <a:endParaRPr sz="3600">
              <a:latin typeface="Lalezar" pitchFamily="2" charset="-78"/>
              <a:cs typeface="Lalezar" pitchFamily="2" charset="-78"/>
            </a:endParaRPr>
          </a:p>
        </p:txBody>
      </p:sp>
      <p:sp>
        <p:nvSpPr>
          <p:cNvPr id="774" name="Google Shape;774;p51"/>
          <p:cNvSpPr/>
          <p:nvPr/>
        </p:nvSpPr>
        <p:spPr>
          <a:xfrm>
            <a:off x="1654038" y="3631323"/>
            <a:ext cx="1093971" cy="384037"/>
          </a:xfrm>
          <a:custGeom>
            <a:avLst/>
            <a:gdLst/>
            <a:ahLst/>
            <a:cxnLst/>
            <a:rect l="l" t="t" r="r" b="b"/>
            <a:pathLst>
              <a:path w="41532" h="16941" extrusionOk="0">
                <a:moveTo>
                  <a:pt x="41274" y="15204"/>
                </a:moveTo>
                <a:cubicBezTo>
                  <a:pt x="41274" y="15204"/>
                  <a:pt x="39506" y="13372"/>
                  <a:pt x="37288" y="11379"/>
                </a:cubicBezTo>
                <a:cubicBezTo>
                  <a:pt x="35038" y="9386"/>
                  <a:pt x="35359" y="7940"/>
                  <a:pt x="35359" y="7940"/>
                </a:cubicBezTo>
                <a:lnTo>
                  <a:pt x="34781" y="0"/>
                </a:lnTo>
                <a:lnTo>
                  <a:pt x="6751" y="0"/>
                </a:lnTo>
                <a:lnTo>
                  <a:pt x="6140" y="7940"/>
                </a:lnTo>
                <a:cubicBezTo>
                  <a:pt x="6140" y="7940"/>
                  <a:pt x="6461" y="9386"/>
                  <a:pt x="4243" y="11379"/>
                </a:cubicBezTo>
                <a:cubicBezTo>
                  <a:pt x="1993" y="13372"/>
                  <a:pt x="258" y="15204"/>
                  <a:pt x="258" y="15204"/>
                </a:cubicBezTo>
                <a:cubicBezTo>
                  <a:pt x="65" y="15526"/>
                  <a:pt x="0" y="15912"/>
                  <a:pt x="0" y="16265"/>
                </a:cubicBezTo>
                <a:cubicBezTo>
                  <a:pt x="0" y="16908"/>
                  <a:pt x="354" y="16940"/>
                  <a:pt x="1897" y="16940"/>
                </a:cubicBezTo>
                <a:lnTo>
                  <a:pt x="39602" y="16940"/>
                </a:lnTo>
                <a:cubicBezTo>
                  <a:pt x="41145" y="16940"/>
                  <a:pt x="41531" y="16908"/>
                  <a:pt x="41531" y="16265"/>
                </a:cubicBezTo>
                <a:cubicBezTo>
                  <a:pt x="41531" y="15912"/>
                  <a:pt x="41435" y="15526"/>
                  <a:pt x="41274" y="15204"/>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51"/>
          <p:cNvSpPr/>
          <p:nvPr/>
        </p:nvSpPr>
        <p:spPr>
          <a:xfrm>
            <a:off x="444510" y="1378631"/>
            <a:ext cx="3598500" cy="2236439"/>
          </a:xfrm>
          <a:custGeom>
            <a:avLst/>
            <a:gdLst/>
            <a:ahLst/>
            <a:cxnLst/>
            <a:rect l="l" t="t" r="r" b="b"/>
            <a:pathLst>
              <a:path w="136615" h="89844" extrusionOk="0">
                <a:moveTo>
                  <a:pt x="6912" y="0"/>
                </a:moveTo>
                <a:cubicBezTo>
                  <a:pt x="3087" y="0"/>
                  <a:pt x="1" y="3086"/>
                  <a:pt x="1" y="6911"/>
                </a:cubicBezTo>
                <a:lnTo>
                  <a:pt x="1" y="82933"/>
                </a:lnTo>
                <a:cubicBezTo>
                  <a:pt x="1" y="86758"/>
                  <a:pt x="3087" y="89844"/>
                  <a:pt x="6912" y="89844"/>
                </a:cubicBezTo>
                <a:lnTo>
                  <a:pt x="129704" y="89844"/>
                </a:lnTo>
                <a:cubicBezTo>
                  <a:pt x="133529" y="89844"/>
                  <a:pt x="136615" y="86758"/>
                  <a:pt x="136615" y="82933"/>
                </a:cubicBezTo>
                <a:lnTo>
                  <a:pt x="136615" y="6911"/>
                </a:lnTo>
                <a:cubicBezTo>
                  <a:pt x="136615" y="3086"/>
                  <a:pt x="133529" y="0"/>
                  <a:pt x="129704" y="0"/>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1">
              <a:lnSpc>
                <a:spcPct val="100000"/>
              </a:lnSpc>
              <a:spcBef>
                <a:spcPts val="0"/>
              </a:spcBef>
              <a:spcAft>
                <a:spcPts val="0"/>
              </a:spcAft>
              <a:buClr>
                <a:srgbClr val="000000"/>
              </a:buClr>
              <a:buFont typeface="Arial"/>
              <a:buNone/>
            </a:pPr>
            <a:endParaRPr/>
          </a:p>
        </p:txBody>
      </p:sp>
      <p:sp>
        <p:nvSpPr>
          <p:cNvPr id="776" name="Google Shape;776;p51"/>
          <p:cNvSpPr/>
          <p:nvPr/>
        </p:nvSpPr>
        <p:spPr>
          <a:xfrm>
            <a:off x="2123455" y="3411637"/>
            <a:ext cx="121087" cy="114431"/>
          </a:xfrm>
          <a:custGeom>
            <a:avLst/>
            <a:gdLst/>
            <a:ahLst/>
            <a:cxnLst/>
            <a:rect l="l" t="t" r="r" b="b"/>
            <a:pathLst>
              <a:path w="4597" h="4597" extrusionOk="0">
                <a:moveTo>
                  <a:pt x="2315" y="0"/>
                </a:moveTo>
                <a:cubicBezTo>
                  <a:pt x="1029" y="0"/>
                  <a:pt x="0" y="1029"/>
                  <a:pt x="0" y="2315"/>
                </a:cubicBezTo>
                <a:cubicBezTo>
                  <a:pt x="0" y="3568"/>
                  <a:pt x="1029" y="4597"/>
                  <a:pt x="2315" y="4597"/>
                </a:cubicBezTo>
                <a:cubicBezTo>
                  <a:pt x="3568" y="4597"/>
                  <a:pt x="4597" y="3568"/>
                  <a:pt x="4597" y="2315"/>
                </a:cubicBezTo>
                <a:cubicBezTo>
                  <a:pt x="4597" y="1029"/>
                  <a:pt x="3568" y="0"/>
                  <a:pt x="2315" y="0"/>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1">
              <a:lnSpc>
                <a:spcPct val="100000"/>
              </a:lnSpc>
              <a:spcBef>
                <a:spcPts val="0"/>
              </a:spcBef>
              <a:spcAft>
                <a:spcPts val="0"/>
              </a:spcAft>
              <a:buClr>
                <a:srgbClr val="000000"/>
              </a:buClr>
              <a:buFont typeface="Arial"/>
              <a:buNone/>
            </a:pPr>
            <a:endParaRPr/>
          </a:p>
        </p:txBody>
      </p:sp>
      <p:cxnSp>
        <p:nvCxnSpPr>
          <p:cNvPr id="781" name="Google Shape;781;p51"/>
          <p:cNvCxnSpPr>
            <a:cxnSpLocks/>
          </p:cNvCxnSpPr>
          <p:nvPr/>
        </p:nvCxnSpPr>
        <p:spPr>
          <a:xfrm>
            <a:off x="448010" y="3349208"/>
            <a:ext cx="3594745" cy="1"/>
          </a:xfrm>
          <a:prstGeom prst="straightConnector1">
            <a:avLst/>
          </a:prstGeom>
          <a:noFill/>
          <a:ln w="19050" cap="flat" cmpd="sng">
            <a:solidFill>
              <a:schemeClr val="dk1"/>
            </a:solidFill>
            <a:prstDash val="solid"/>
            <a:round/>
            <a:headEnd type="none" w="med" len="med"/>
            <a:tailEnd type="none" w="med" len="med"/>
          </a:ln>
        </p:spPr>
      </p:cxnSp>
      <p:sp>
        <p:nvSpPr>
          <p:cNvPr id="783" name="Google Shape;783;p51"/>
          <p:cNvSpPr txBox="1"/>
          <p:nvPr/>
        </p:nvSpPr>
        <p:spPr>
          <a:xfrm>
            <a:off x="8394300" y="129000"/>
            <a:ext cx="470400" cy="514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fa-IR" sz="1200">
                <a:solidFill>
                  <a:schemeClr val="dk1"/>
                </a:solidFill>
                <a:latin typeface="Krona One"/>
                <a:ea typeface="Krona One"/>
                <a:cs typeface="Krona One"/>
                <a:sym typeface="Krona One"/>
              </a:rPr>
              <a:t>0</a:t>
            </a:r>
            <a:r>
              <a:rPr lang="en-US" sz="1200">
                <a:solidFill>
                  <a:schemeClr val="dk1"/>
                </a:solidFill>
                <a:latin typeface="Krona One"/>
                <a:ea typeface="Krona One"/>
                <a:cs typeface="Krona One"/>
                <a:sym typeface="Krona One"/>
              </a:rPr>
              <a:t>7</a:t>
            </a:r>
            <a:endParaRPr sz="1200">
              <a:solidFill>
                <a:schemeClr val="dk1"/>
              </a:solidFill>
              <a:latin typeface="Krona One"/>
              <a:ea typeface="Krona One"/>
              <a:cs typeface="Krona One"/>
              <a:sym typeface="Krona One"/>
            </a:endParaRPr>
          </a:p>
        </p:txBody>
      </p:sp>
      <p:sp>
        <p:nvSpPr>
          <p:cNvPr id="784" name="Google Shape;784;p51"/>
          <p:cNvSpPr/>
          <p:nvPr/>
        </p:nvSpPr>
        <p:spPr>
          <a:xfrm>
            <a:off x="355825" y="227100"/>
            <a:ext cx="315300" cy="315300"/>
          </a:xfrm>
          <a:prstGeom prst="diamond">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51">
            <a:hlinkClick r:id="" action="ppaction://hlinkshowjump?jump=nextslide"/>
          </p:cNvPr>
          <p:cNvSpPr/>
          <p:nvPr/>
        </p:nvSpPr>
        <p:spPr>
          <a:xfrm>
            <a:off x="8490450" y="4647151"/>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51">
            <a:hlinkClick r:id="" action="ppaction://hlinkshowjump?jump=previousslide"/>
          </p:cNvPr>
          <p:cNvSpPr/>
          <p:nvPr/>
        </p:nvSpPr>
        <p:spPr>
          <a:xfrm rot="10800000">
            <a:off x="374425" y="4647151"/>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TextBox 4">
            <a:extLst>
              <a:ext uri="{FF2B5EF4-FFF2-40B4-BE49-F238E27FC236}">
                <a16:creationId xmlns:a16="http://schemas.microsoft.com/office/drawing/2014/main" id="{EA6752B8-7FAD-4F45-9306-CEE0A804F201}"/>
              </a:ext>
            </a:extLst>
          </p:cNvPr>
          <p:cNvSpPr txBox="1"/>
          <p:nvPr/>
        </p:nvSpPr>
        <p:spPr>
          <a:xfrm>
            <a:off x="4219959" y="1937839"/>
            <a:ext cx="4479531" cy="1384995"/>
          </a:xfrm>
          <a:prstGeom prst="rect">
            <a:avLst/>
          </a:prstGeom>
          <a:noFill/>
        </p:spPr>
        <p:txBody>
          <a:bodyPr wrap="square" rtlCol="0">
            <a:spAutoFit/>
          </a:bodyPr>
          <a:lstStyle/>
          <a:p>
            <a:pPr algn="r" rtl="1"/>
            <a:r>
              <a:rPr lang="fa-IR">
                <a:solidFill>
                  <a:schemeClr val="tx1">
                    <a:lumMod val="95000"/>
                  </a:schemeClr>
                </a:solidFill>
                <a:latin typeface="B Yekan" pitchFamily="2" charset="-78"/>
                <a:cs typeface="B Yekan" pitchFamily="2" charset="-78"/>
              </a:rPr>
              <a:t>برای مثالِ نتفلیکس، می‌توانیم از توضیحات و ویژگی‌های متنی فیلم‌ها استفاده کنیم.</a:t>
            </a:r>
          </a:p>
          <a:p>
            <a:pPr algn="r" rtl="1"/>
            <a:r>
              <a:rPr lang="fa-IR">
                <a:solidFill>
                  <a:srgbClr val="D4F4E6"/>
                </a:solidFill>
                <a:latin typeface="Lalezar" pitchFamily="2" charset="-78"/>
                <a:cs typeface="Lalezar" pitchFamily="2" charset="-78"/>
              </a:rPr>
              <a:t>لیستی از توضیحات فیلم‌ها داریم و با استفاده از تکنیک </a:t>
            </a:r>
            <a:r>
              <a:rPr lang="en-US">
                <a:solidFill>
                  <a:srgbClr val="D4F4E6"/>
                </a:solidFill>
                <a:latin typeface="Lalezar" pitchFamily="2" charset="-78"/>
                <a:cs typeface="Lalezar" pitchFamily="2" charset="-78"/>
              </a:rPr>
              <a:t>TF-IDF </a:t>
            </a:r>
            <a:r>
              <a:rPr lang="fa-IR">
                <a:solidFill>
                  <a:srgbClr val="D4F4E6"/>
                </a:solidFill>
                <a:latin typeface="Lalezar" pitchFamily="2" charset="-78"/>
                <a:cs typeface="Lalezar" pitchFamily="2" charset="-78"/>
              </a:rPr>
              <a:t>و شباهت کسینوسی، فیلم‌های مشابه را شناسایی می‌کنیم</a:t>
            </a:r>
            <a:r>
              <a:rPr lang="fa-IR">
                <a:solidFill>
                  <a:schemeClr val="tx1">
                    <a:lumMod val="95000"/>
                  </a:schemeClr>
                </a:solidFill>
                <a:latin typeface="B Yekan" pitchFamily="2" charset="-78"/>
                <a:cs typeface="B Yekan" pitchFamily="2" charset="-78"/>
              </a:rPr>
              <a:t>.</a:t>
            </a:r>
          </a:p>
          <a:p>
            <a:pPr marL="0" marR="0" lvl="0" indent="0" algn="r" rtl="1">
              <a:lnSpc>
                <a:spcPct val="100000"/>
              </a:lnSpc>
              <a:spcBef>
                <a:spcPts val="0"/>
              </a:spcBef>
              <a:spcAft>
                <a:spcPts val="0"/>
              </a:spcAft>
              <a:buClr>
                <a:schemeClr val="dk1"/>
              </a:buClr>
              <a:buSzPts val="1400"/>
              <a:buFont typeface="Arimo"/>
              <a:buNone/>
            </a:pPr>
            <a:endParaRPr lang="fa-IR">
              <a:solidFill>
                <a:schemeClr val="tx1">
                  <a:lumMod val="95000"/>
                </a:schemeClr>
              </a:solidFill>
              <a:latin typeface="B Yekan" pitchFamily="2" charset="-78"/>
              <a:cs typeface="B Yekan" pitchFamily="2" charset="-78"/>
            </a:endParaRPr>
          </a:p>
          <a:p>
            <a:pPr marR="0" algn="r" rtl="1">
              <a:lnSpc>
                <a:spcPct val="100000"/>
              </a:lnSpc>
              <a:spcBef>
                <a:spcPts val="0"/>
              </a:spcBef>
              <a:spcAft>
                <a:spcPts val="0"/>
              </a:spcAft>
              <a:buClr>
                <a:srgbClr val="000000"/>
              </a:buClr>
              <a:buFont typeface="Arial"/>
            </a:pPr>
            <a:endParaRPr lang="en-US">
              <a:solidFill>
                <a:schemeClr val="tx1">
                  <a:lumMod val="95000"/>
                </a:schemeClr>
              </a:solidFill>
            </a:endParaRPr>
          </a:p>
        </p:txBody>
      </p:sp>
      <p:sp>
        <p:nvSpPr>
          <p:cNvPr id="8" name="TextBox 7">
            <a:extLst>
              <a:ext uri="{FF2B5EF4-FFF2-40B4-BE49-F238E27FC236}">
                <a16:creationId xmlns:a16="http://schemas.microsoft.com/office/drawing/2014/main" id="{4165AA98-9988-0347-9240-4944F711AB53}"/>
              </a:ext>
            </a:extLst>
          </p:cNvPr>
          <p:cNvSpPr txBox="1"/>
          <p:nvPr/>
        </p:nvSpPr>
        <p:spPr>
          <a:xfrm>
            <a:off x="4042755" y="2815441"/>
            <a:ext cx="4725795" cy="1384995"/>
          </a:xfrm>
          <a:prstGeom prst="rect">
            <a:avLst/>
          </a:prstGeom>
          <a:noFill/>
        </p:spPr>
        <p:txBody>
          <a:bodyPr wrap="square" rtlCol="0">
            <a:spAutoFit/>
          </a:bodyPr>
          <a:lstStyle/>
          <a:p>
            <a:pPr marR="0" algn="r" rtl="1">
              <a:lnSpc>
                <a:spcPct val="100000"/>
              </a:lnSpc>
              <a:spcBef>
                <a:spcPts val="0"/>
              </a:spcBef>
              <a:spcAft>
                <a:spcPts val="0"/>
              </a:spcAft>
              <a:buClr>
                <a:srgbClr val="000000"/>
              </a:buClr>
              <a:buFont typeface="Arial"/>
            </a:pPr>
            <a:r>
              <a:rPr lang="fa-IR">
                <a:solidFill>
                  <a:schemeClr val="bg2">
                    <a:lumMod val="20000"/>
                    <a:lumOff val="80000"/>
                  </a:schemeClr>
                </a:solidFill>
                <a:latin typeface="Lalezar" pitchFamily="2" charset="-78"/>
                <a:cs typeface="Lalezar" pitchFamily="2" charset="-78"/>
              </a:rPr>
              <a:t> </a:t>
            </a:r>
            <a:r>
              <a:rPr lang="en-US">
                <a:solidFill>
                  <a:schemeClr val="bg2">
                    <a:lumMod val="20000"/>
                    <a:lumOff val="80000"/>
                  </a:schemeClr>
                </a:solidFill>
                <a:latin typeface="Lalezar" pitchFamily="2" charset="-78"/>
                <a:cs typeface="Lalezar" pitchFamily="2" charset="-78"/>
              </a:rPr>
              <a:t>TF-IDF</a:t>
            </a:r>
            <a:r>
              <a:rPr lang="fa-IR">
                <a:solidFill>
                  <a:schemeClr val="bg2">
                    <a:lumMod val="20000"/>
                    <a:lumOff val="80000"/>
                  </a:schemeClr>
                </a:solidFill>
                <a:latin typeface="Lalezar" pitchFamily="2" charset="-78"/>
                <a:cs typeface="Lalezar" pitchFamily="2" charset="-78"/>
              </a:rPr>
              <a:t>مخفف </a:t>
            </a:r>
            <a:r>
              <a:rPr lang="en-US">
                <a:solidFill>
                  <a:schemeClr val="bg2">
                    <a:lumMod val="20000"/>
                    <a:lumOff val="80000"/>
                  </a:schemeClr>
                </a:solidFill>
                <a:latin typeface="Lalezar" pitchFamily="2" charset="-78"/>
                <a:cs typeface="Lalezar" pitchFamily="2" charset="-78"/>
              </a:rPr>
              <a:t>Term Frequency-Inverse Document Frequency </a:t>
            </a:r>
            <a:r>
              <a:rPr lang="fa-IR">
                <a:solidFill>
                  <a:schemeClr val="bg2">
                    <a:lumMod val="20000"/>
                    <a:lumOff val="80000"/>
                  </a:schemeClr>
                </a:solidFill>
                <a:latin typeface="Lalezar" pitchFamily="2" charset="-78"/>
                <a:cs typeface="Lalezar" pitchFamily="2" charset="-78"/>
              </a:rPr>
              <a:t>روشی است که میزان اهمیت یک واژه را در یک متن محاسبه می‌کند؛ یعنی هرچه واژه‌ای در یک متن بیشتر و در دیگر متن‌ها کمتر دیده شود، امتیاز بالاتری می‌گیرد و نماینده ویژگی آن متن می‌شود. این روش در سیستم‌های پیشنهاددهی برای یافتن شباهت متنی بین آیتم‌ها مثل فیلم‌ها استفاده می‌شود.</a:t>
            </a:r>
            <a:endParaRPr lang="en-US">
              <a:solidFill>
                <a:schemeClr val="bg2">
                  <a:lumMod val="20000"/>
                  <a:lumOff val="80000"/>
                </a:schemeClr>
              </a:solidFill>
              <a:latin typeface="Lalezar" pitchFamily="2" charset="-78"/>
              <a:cs typeface="Lalezar" pitchFamily="2" charset="-7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72"/>
                                        </p:tgtEl>
                                        <p:attrNameLst>
                                          <p:attrName>style.visibility</p:attrName>
                                        </p:attrNameLst>
                                      </p:cBhvr>
                                      <p:to>
                                        <p:strVal val="visible"/>
                                      </p:to>
                                    </p:set>
                                    <p:animEffect transition="in" filter="fade">
                                      <p:cBhvr>
                                        <p:cTn id="7" dur="500"/>
                                        <p:tgtEl>
                                          <p:spTgt spid="772"/>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774"/>
                                        </p:tgtEl>
                                        <p:attrNameLst>
                                          <p:attrName>style.visibility</p:attrName>
                                        </p:attrNameLst>
                                      </p:cBhvr>
                                      <p:to>
                                        <p:strVal val="visible"/>
                                      </p:to>
                                    </p:set>
                                    <p:animEffect transition="in" filter="fade">
                                      <p:cBhvr>
                                        <p:cTn id="11" dur="1000"/>
                                        <p:tgtEl>
                                          <p:spTgt spid="774"/>
                                        </p:tgtEl>
                                      </p:cBhvr>
                                    </p:animEffect>
                                    <p:anim calcmode="lin" valueType="num">
                                      <p:cBhvr>
                                        <p:cTn id="12" dur="1000" fill="hold"/>
                                        <p:tgtEl>
                                          <p:spTgt spid="774"/>
                                        </p:tgtEl>
                                        <p:attrNameLst>
                                          <p:attrName>ppt_x</p:attrName>
                                        </p:attrNameLst>
                                      </p:cBhvr>
                                      <p:tavLst>
                                        <p:tav tm="0">
                                          <p:val>
                                            <p:strVal val="#ppt_x"/>
                                          </p:val>
                                        </p:tav>
                                        <p:tav tm="100000">
                                          <p:val>
                                            <p:strVal val="#ppt_x"/>
                                          </p:val>
                                        </p:tav>
                                      </p:tavLst>
                                    </p:anim>
                                    <p:anim calcmode="lin" valueType="num">
                                      <p:cBhvr>
                                        <p:cTn id="13" dur="1000" fill="hold"/>
                                        <p:tgtEl>
                                          <p:spTgt spid="774"/>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775"/>
                                        </p:tgtEl>
                                        <p:attrNameLst>
                                          <p:attrName>style.visibility</p:attrName>
                                        </p:attrNameLst>
                                      </p:cBhvr>
                                      <p:to>
                                        <p:strVal val="visible"/>
                                      </p:to>
                                    </p:set>
                                    <p:animEffect transition="in" filter="fade">
                                      <p:cBhvr>
                                        <p:cTn id="16" dur="1000"/>
                                        <p:tgtEl>
                                          <p:spTgt spid="775"/>
                                        </p:tgtEl>
                                      </p:cBhvr>
                                    </p:animEffect>
                                    <p:anim calcmode="lin" valueType="num">
                                      <p:cBhvr>
                                        <p:cTn id="17" dur="1000" fill="hold"/>
                                        <p:tgtEl>
                                          <p:spTgt spid="775"/>
                                        </p:tgtEl>
                                        <p:attrNameLst>
                                          <p:attrName>ppt_x</p:attrName>
                                        </p:attrNameLst>
                                      </p:cBhvr>
                                      <p:tavLst>
                                        <p:tav tm="0">
                                          <p:val>
                                            <p:strVal val="#ppt_x"/>
                                          </p:val>
                                        </p:tav>
                                        <p:tav tm="100000">
                                          <p:val>
                                            <p:strVal val="#ppt_x"/>
                                          </p:val>
                                        </p:tav>
                                      </p:tavLst>
                                    </p:anim>
                                    <p:anim calcmode="lin" valueType="num">
                                      <p:cBhvr>
                                        <p:cTn id="18" dur="1000" fill="hold"/>
                                        <p:tgtEl>
                                          <p:spTgt spid="775"/>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776"/>
                                        </p:tgtEl>
                                        <p:attrNameLst>
                                          <p:attrName>style.visibility</p:attrName>
                                        </p:attrNameLst>
                                      </p:cBhvr>
                                      <p:to>
                                        <p:strVal val="visible"/>
                                      </p:to>
                                    </p:set>
                                    <p:animEffect transition="in" filter="fade">
                                      <p:cBhvr>
                                        <p:cTn id="21" dur="1000"/>
                                        <p:tgtEl>
                                          <p:spTgt spid="776"/>
                                        </p:tgtEl>
                                      </p:cBhvr>
                                    </p:animEffect>
                                    <p:anim calcmode="lin" valueType="num">
                                      <p:cBhvr>
                                        <p:cTn id="22" dur="1000" fill="hold"/>
                                        <p:tgtEl>
                                          <p:spTgt spid="776"/>
                                        </p:tgtEl>
                                        <p:attrNameLst>
                                          <p:attrName>ppt_x</p:attrName>
                                        </p:attrNameLst>
                                      </p:cBhvr>
                                      <p:tavLst>
                                        <p:tav tm="0">
                                          <p:val>
                                            <p:strVal val="#ppt_x"/>
                                          </p:val>
                                        </p:tav>
                                        <p:tav tm="100000">
                                          <p:val>
                                            <p:strVal val="#ppt_x"/>
                                          </p:val>
                                        </p:tav>
                                      </p:tavLst>
                                    </p:anim>
                                    <p:anim calcmode="lin" valueType="num">
                                      <p:cBhvr>
                                        <p:cTn id="23" dur="1000" fill="hold"/>
                                        <p:tgtEl>
                                          <p:spTgt spid="776"/>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781"/>
                                        </p:tgtEl>
                                        <p:attrNameLst>
                                          <p:attrName>style.visibility</p:attrName>
                                        </p:attrNameLst>
                                      </p:cBhvr>
                                      <p:to>
                                        <p:strVal val="visible"/>
                                      </p:to>
                                    </p:set>
                                    <p:animEffect transition="in" filter="fade">
                                      <p:cBhvr>
                                        <p:cTn id="26" dur="1000"/>
                                        <p:tgtEl>
                                          <p:spTgt spid="781"/>
                                        </p:tgtEl>
                                      </p:cBhvr>
                                    </p:animEffect>
                                    <p:anim calcmode="lin" valueType="num">
                                      <p:cBhvr>
                                        <p:cTn id="27" dur="1000" fill="hold"/>
                                        <p:tgtEl>
                                          <p:spTgt spid="781"/>
                                        </p:tgtEl>
                                        <p:attrNameLst>
                                          <p:attrName>ppt_x</p:attrName>
                                        </p:attrNameLst>
                                      </p:cBhvr>
                                      <p:tavLst>
                                        <p:tav tm="0">
                                          <p:val>
                                            <p:strVal val="#ppt_x"/>
                                          </p:val>
                                        </p:tav>
                                        <p:tav tm="100000">
                                          <p:val>
                                            <p:strVal val="#ppt_x"/>
                                          </p:val>
                                        </p:tav>
                                      </p:tavLst>
                                    </p:anim>
                                    <p:anim calcmode="lin" valueType="num">
                                      <p:cBhvr>
                                        <p:cTn id="28" dur="1000" fill="hold"/>
                                        <p:tgtEl>
                                          <p:spTgt spid="781"/>
                                        </p:tgtEl>
                                        <p:attrNameLst>
                                          <p:attrName>ppt_y</p:attrName>
                                        </p:attrNameLst>
                                      </p:cBhvr>
                                      <p:tavLst>
                                        <p:tav tm="0">
                                          <p:val>
                                            <p:strVal val="#ppt_y+.1"/>
                                          </p:val>
                                        </p:tav>
                                        <p:tav tm="100000">
                                          <p:val>
                                            <p:strVal val="#ppt_y"/>
                                          </p:val>
                                        </p:tav>
                                      </p:tavLst>
                                    </p:anim>
                                  </p:childTnLst>
                                </p:cTn>
                              </p:par>
                            </p:childTnLst>
                          </p:cTn>
                        </p:par>
                        <p:par>
                          <p:cTn id="29" fill="hold">
                            <p:stCondLst>
                              <p:cond delay="1500"/>
                            </p:stCondLst>
                            <p:childTnLst>
                              <p:par>
                                <p:cTn id="30" presetID="10" presetClass="entr" presetSubtype="0" fill="hold" grpId="0" nodeType="after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500"/>
                                        <p:tgtEl>
                                          <p:spTgt spid="5"/>
                                        </p:tgtEl>
                                      </p:cBhvr>
                                    </p:animEffect>
                                  </p:childTnLst>
                                </p:cTn>
                              </p:par>
                            </p:childTnLst>
                          </p:cTn>
                        </p:par>
                        <p:par>
                          <p:cTn id="33" fill="hold">
                            <p:stCondLst>
                              <p:cond delay="2000"/>
                            </p:stCondLst>
                            <p:childTnLst>
                              <p:par>
                                <p:cTn id="34" presetID="10" presetClass="entr" presetSubtype="0"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2" grpId="0"/>
      <p:bldP spid="774" grpId="0" animBg="1"/>
      <p:bldP spid="775" grpId="0" animBg="1"/>
      <p:bldP spid="776" grpId="0" animBg="1"/>
      <p:bldP spid="5"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5" name="Google Shape;775;p51"/>
          <p:cNvSpPr/>
          <p:nvPr/>
        </p:nvSpPr>
        <p:spPr>
          <a:xfrm>
            <a:off x="1553601" y="384918"/>
            <a:ext cx="6241140" cy="4116550"/>
          </a:xfrm>
          <a:custGeom>
            <a:avLst/>
            <a:gdLst/>
            <a:ahLst/>
            <a:cxnLst/>
            <a:rect l="l" t="t" r="r" b="b"/>
            <a:pathLst>
              <a:path w="136615" h="89844" extrusionOk="0">
                <a:moveTo>
                  <a:pt x="6912" y="0"/>
                </a:moveTo>
                <a:cubicBezTo>
                  <a:pt x="3087" y="0"/>
                  <a:pt x="1" y="3086"/>
                  <a:pt x="1" y="6911"/>
                </a:cubicBezTo>
                <a:lnTo>
                  <a:pt x="1" y="82933"/>
                </a:lnTo>
                <a:cubicBezTo>
                  <a:pt x="1" y="86758"/>
                  <a:pt x="3087" y="89844"/>
                  <a:pt x="6912" y="89844"/>
                </a:cubicBezTo>
                <a:lnTo>
                  <a:pt x="129704" y="89844"/>
                </a:lnTo>
                <a:cubicBezTo>
                  <a:pt x="133529" y="89844"/>
                  <a:pt x="136615" y="86758"/>
                  <a:pt x="136615" y="82933"/>
                </a:cubicBezTo>
                <a:lnTo>
                  <a:pt x="136615" y="6911"/>
                </a:lnTo>
                <a:cubicBezTo>
                  <a:pt x="136615" y="3086"/>
                  <a:pt x="133529" y="0"/>
                  <a:pt x="129704" y="0"/>
                </a:cubicBezTo>
                <a:close/>
              </a:path>
            </a:pathLst>
          </a:custGeom>
          <a:solidFill>
            <a:srgbClr val="000000"/>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a:p>
        </p:txBody>
      </p:sp>
      <p:sp>
        <p:nvSpPr>
          <p:cNvPr id="776" name="Google Shape;776;p51"/>
          <p:cNvSpPr/>
          <p:nvPr/>
        </p:nvSpPr>
        <p:spPr>
          <a:xfrm>
            <a:off x="4338858" y="4209581"/>
            <a:ext cx="241200" cy="221551"/>
          </a:xfrm>
          <a:custGeom>
            <a:avLst/>
            <a:gdLst/>
            <a:ahLst/>
            <a:cxnLst/>
            <a:rect l="l" t="t" r="r" b="b"/>
            <a:pathLst>
              <a:path w="4597" h="4597" extrusionOk="0">
                <a:moveTo>
                  <a:pt x="2315" y="0"/>
                </a:moveTo>
                <a:cubicBezTo>
                  <a:pt x="1029" y="0"/>
                  <a:pt x="0" y="1029"/>
                  <a:pt x="0" y="2315"/>
                </a:cubicBezTo>
                <a:cubicBezTo>
                  <a:pt x="0" y="3568"/>
                  <a:pt x="1029" y="4597"/>
                  <a:pt x="2315" y="4597"/>
                </a:cubicBezTo>
                <a:cubicBezTo>
                  <a:pt x="3568" y="4597"/>
                  <a:pt x="4597" y="3568"/>
                  <a:pt x="4597" y="2315"/>
                </a:cubicBezTo>
                <a:cubicBezTo>
                  <a:pt x="4597" y="1029"/>
                  <a:pt x="3568" y="0"/>
                  <a:pt x="2315" y="0"/>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a:p>
        </p:txBody>
      </p:sp>
      <p:cxnSp>
        <p:nvCxnSpPr>
          <p:cNvPr id="781" name="Google Shape;781;p51"/>
          <p:cNvCxnSpPr>
            <a:cxnSpLocks/>
          </p:cNvCxnSpPr>
          <p:nvPr/>
        </p:nvCxnSpPr>
        <p:spPr>
          <a:xfrm>
            <a:off x="1553601" y="4153630"/>
            <a:ext cx="6241140" cy="0"/>
          </a:xfrm>
          <a:prstGeom prst="straightConnector1">
            <a:avLst/>
          </a:prstGeom>
          <a:noFill/>
          <a:ln w="19050" cap="flat" cmpd="sng">
            <a:solidFill>
              <a:schemeClr val="dk1"/>
            </a:solidFill>
            <a:prstDash val="solid"/>
            <a:round/>
            <a:headEnd type="none" w="med" len="med"/>
            <a:tailEnd type="none" w="med" len="med"/>
          </a:ln>
        </p:spPr>
      </p:cxnSp>
      <p:sp>
        <p:nvSpPr>
          <p:cNvPr id="783" name="Google Shape;783;p51"/>
          <p:cNvSpPr txBox="1"/>
          <p:nvPr/>
        </p:nvSpPr>
        <p:spPr>
          <a:xfrm>
            <a:off x="8492773" y="114932"/>
            <a:ext cx="470400" cy="514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Krona One"/>
                <a:ea typeface="Krona One"/>
                <a:cs typeface="Krona One"/>
                <a:sym typeface="Krona One"/>
              </a:rPr>
              <a:t>08</a:t>
            </a:r>
            <a:endParaRPr sz="1200">
              <a:solidFill>
                <a:schemeClr val="dk1"/>
              </a:solidFill>
              <a:latin typeface="Krona One"/>
              <a:ea typeface="Krona One"/>
              <a:cs typeface="Krona One"/>
              <a:sym typeface="Krona One"/>
            </a:endParaRPr>
          </a:p>
        </p:txBody>
      </p:sp>
      <p:sp>
        <p:nvSpPr>
          <p:cNvPr id="784" name="Google Shape;784;p51"/>
          <p:cNvSpPr/>
          <p:nvPr/>
        </p:nvSpPr>
        <p:spPr>
          <a:xfrm>
            <a:off x="7952390" y="214532"/>
            <a:ext cx="315300" cy="315300"/>
          </a:xfrm>
          <a:prstGeom prst="diamond">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51">
            <a:hlinkClick r:id="" action="ppaction://hlinkshowjump?jump=previousslide"/>
          </p:cNvPr>
          <p:cNvSpPr/>
          <p:nvPr/>
        </p:nvSpPr>
        <p:spPr>
          <a:xfrm rot="16200000">
            <a:off x="4357956" y="4645063"/>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TextBox 23">
            <a:extLst>
              <a:ext uri="{FF2B5EF4-FFF2-40B4-BE49-F238E27FC236}">
                <a16:creationId xmlns:a16="http://schemas.microsoft.com/office/drawing/2014/main" id="{F627461E-2DA6-B142-8938-E3A5032D0A2F}"/>
              </a:ext>
            </a:extLst>
          </p:cNvPr>
          <p:cNvSpPr txBox="1"/>
          <p:nvPr/>
        </p:nvSpPr>
        <p:spPr>
          <a:xfrm>
            <a:off x="1632426" y="558837"/>
            <a:ext cx="6241139" cy="3768712"/>
          </a:xfrm>
          <a:prstGeom prst="rect">
            <a:avLst/>
          </a:prstGeom>
          <a:noFill/>
        </p:spPr>
        <p:txBody>
          <a:bodyPr wrap="square">
            <a:spAutoFit/>
          </a:bodyPr>
          <a:lstStyle/>
          <a:p>
            <a:r>
              <a:rPr lang="en-US" sz="900" b="0">
                <a:solidFill>
                  <a:srgbClr val="C586C0"/>
                </a:solidFill>
                <a:effectLst/>
                <a:highlight>
                  <a:srgbClr val="000000"/>
                </a:highlight>
                <a:latin typeface="Menlo" panose="020B0609030804020204" pitchFamily="49" charset="0"/>
              </a:rPr>
              <a:t>from</a:t>
            </a:r>
            <a:r>
              <a:rPr lang="en-US" sz="900" b="0">
                <a:solidFill>
                  <a:srgbClr val="D4D4D4"/>
                </a:solidFill>
                <a:effectLst/>
                <a:highlight>
                  <a:srgbClr val="000000"/>
                </a:highlight>
                <a:latin typeface="Menlo" panose="020B0609030804020204" pitchFamily="49" charset="0"/>
              </a:rPr>
              <a:t> </a:t>
            </a:r>
            <a:r>
              <a:rPr lang="en-US" sz="900" b="0">
                <a:solidFill>
                  <a:srgbClr val="4EC9B0"/>
                </a:solidFill>
                <a:effectLst/>
                <a:highlight>
                  <a:srgbClr val="000000"/>
                </a:highlight>
                <a:latin typeface="Menlo" panose="020B0609030804020204" pitchFamily="49" charset="0"/>
              </a:rPr>
              <a:t>sklearn</a:t>
            </a:r>
            <a:r>
              <a:rPr lang="en-US" sz="900" b="0">
                <a:solidFill>
                  <a:srgbClr val="D4D4D4"/>
                </a:solidFill>
                <a:effectLst/>
                <a:highlight>
                  <a:srgbClr val="000000"/>
                </a:highlight>
                <a:latin typeface="Menlo" panose="020B0609030804020204" pitchFamily="49" charset="0"/>
              </a:rPr>
              <a:t>.</a:t>
            </a:r>
            <a:r>
              <a:rPr lang="en-US" sz="900" b="0">
                <a:solidFill>
                  <a:srgbClr val="4EC9B0"/>
                </a:solidFill>
                <a:effectLst/>
                <a:highlight>
                  <a:srgbClr val="000000"/>
                </a:highlight>
                <a:latin typeface="Menlo" panose="020B0609030804020204" pitchFamily="49" charset="0"/>
              </a:rPr>
              <a:t>feature_extraction</a:t>
            </a:r>
            <a:r>
              <a:rPr lang="en-US" sz="900" b="0">
                <a:solidFill>
                  <a:srgbClr val="D4D4D4"/>
                </a:solidFill>
                <a:effectLst/>
                <a:highlight>
                  <a:srgbClr val="000000"/>
                </a:highlight>
                <a:latin typeface="Menlo" panose="020B0609030804020204" pitchFamily="49" charset="0"/>
              </a:rPr>
              <a:t>.</a:t>
            </a:r>
            <a:r>
              <a:rPr lang="en-US" sz="900" b="0">
                <a:solidFill>
                  <a:srgbClr val="4EC9B0"/>
                </a:solidFill>
                <a:effectLst/>
                <a:highlight>
                  <a:srgbClr val="000000"/>
                </a:highlight>
                <a:latin typeface="Menlo" panose="020B0609030804020204" pitchFamily="49" charset="0"/>
              </a:rPr>
              <a:t>text</a:t>
            </a:r>
            <a:r>
              <a:rPr lang="en-US" sz="900" b="0">
                <a:solidFill>
                  <a:srgbClr val="D4D4D4"/>
                </a:solidFill>
                <a:effectLst/>
                <a:highlight>
                  <a:srgbClr val="000000"/>
                </a:highlight>
                <a:latin typeface="Menlo" panose="020B0609030804020204" pitchFamily="49" charset="0"/>
              </a:rPr>
              <a:t> </a:t>
            </a:r>
            <a:r>
              <a:rPr lang="en-US" sz="900" b="0">
                <a:solidFill>
                  <a:srgbClr val="C586C0"/>
                </a:solidFill>
                <a:effectLst/>
                <a:highlight>
                  <a:srgbClr val="000000"/>
                </a:highlight>
                <a:latin typeface="Menlo" panose="020B0609030804020204" pitchFamily="49" charset="0"/>
              </a:rPr>
              <a:t>import</a:t>
            </a:r>
            <a:r>
              <a:rPr lang="en-US" sz="900" b="0">
                <a:solidFill>
                  <a:srgbClr val="D4D4D4"/>
                </a:solidFill>
                <a:effectLst/>
                <a:highlight>
                  <a:srgbClr val="000000"/>
                </a:highlight>
                <a:latin typeface="Menlo" panose="020B0609030804020204" pitchFamily="49" charset="0"/>
              </a:rPr>
              <a:t> </a:t>
            </a:r>
            <a:r>
              <a:rPr lang="en-US" sz="900" b="0">
                <a:solidFill>
                  <a:srgbClr val="4EC9B0"/>
                </a:solidFill>
                <a:effectLst/>
                <a:highlight>
                  <a:srgbClr val="000000"/>
                </a:highlight>
                <a:latin typeface="Menlo" panose="020B0609030804020204" pitchFamily="49" charset="0"/>
              </a:rPr>
              <a:t>TfidfVectorizer</a:t>
            </a:r>
            <a:endParaRPr lang="en-US" sz="900" b="0">
              <a:solidFill>
                <a:srgbClr val="D4D4D4"/>
              </a:solidFill>
              <a:effectLst/>
              <a:highlight>
                <a:srgbClr val="000000"/>
              </a:highlight>
              <a:latin typeface="Menlo" panose="020B0609030804020204" pitchFamily="49" charset="0"/>
            </a:endParaRPr>
          </a:p>
          <a:p>
            <a:r>
              <a:rPr lang="en-US" sz="900" b="0">
                <a:solidFill>
                  <a:srgbClr val="C586C0"/>
                </a:solidFill>
                <a:effectLst/>
                <a:highlight>
                  <a:srgbClr val="000000"/>
                </a:highlight>
                <a:latin typeface="Menlo" panose="020B0609030804020204" pitchFamily="49" charset="0"/>
              </a:rPr>
              <a:t>from</a:t>
            </a:r>
            <a:r>
              <a:rPr lang="en-US" sz="900" b="0">
                <a:solidFill>
                  <a:srgbClr val="D4D4D4"/>
                </a:solidFill>
                <a:effectLst/>
                <a:highlight>
                  <a:srgbClr val="000000"/>
                </a:highlight>
                <a:latin typeface="Menlo" panose="020B0609030804020204" pitchFamily="49" charset="0"/>
              </a:rPr>
              <a:t> </a:t>
            </a:r>
            <a:r>
              <a:rPr lang="en-US" sz="900" b="0">
                <a:solidFill>
                  <a:srgbClr val="4EC9B0"/>
                </a:solidFill>
                <a:effectLst/>
                <a:highlight>
                  <a:srgbClr val="000000"/>
                </a:highlight>
                <a:latin typeface="Menlo" panose="020B0609030804020204" pitchFamily="49" charset="0"/>
              </a:rPr>
              <a:t>sklearn</a:t>
            </a:r>
            <a:r>
              <a:rPr lang="en-US" sz="900" b="0">
                <a:solidFill>
                  <a:srgbClr val="D4D4D4"/>
                </a:solidFill>
                <a:effectLst/>
                <a:highlight>
                  <a:srgbClr val="000000"/>
                </a:highlight>
                <a:latin typeface="Menlo" panose="020B0609030804020204" pitchFamily="49" charset="0"/>
              </a:rPr>
              <a:t>.</a:t>
            </a:r>
            <a:r>
              <a:rPr lang="en-US" sz="900" b="0">
                <a:solidFill>
                  <a:srgbClr val="4EC9B0"/>
                </a:solidFill>
                <a:effectLst/>
                <a:highlight>
                  <a:srgbClr val="000000"/>
                </a:highlight>
                <a:latin typeface="Menlo" panose="020B0609030804020204" pitchFamily="49" charset="0"/>
              </a:rPr>
              <a:t>metrics</a:t>
            </a:r>
            <a:r>
              <a:rPr lang="en-US" sz="900" b="0">
                <a:solidFill>
                  <a:srgbClr val="D4D4D4"/>
                </a:solidFill>
                <a:effectLst/>
                <a:highlight>
                  <a:srgbClr val="000000"/>
                </a:highlight>
                <a:latin typeface="Menlo" panose="020B0609030804020204" pitchFamily="49" charset="0"/>
              </a:rPr>
              <a:t>.</a:t>
            </a:r>
            <a:r>
              <a:rPr lang="en-US" sz="900" b="0">
                <a:solidFill>
                  <a:srgbClr val="4EC9B0"/>
                </a:solidFill>
                <a:effectLst/>
                <a:highlight>
                  <a:srgbClr val="000000"/>
                </a:highlight>
                <a:latin typeface="Menlo" panose="020B0609030804020204" pitchFamily="49" charset="0"/>
              </a:rPr>
              <a:t>pairwise</a:t>
            </a:r>
            <a:r>
              <a:rPr lang="en-US" sz="900" b="0">
                <a:solidFill>
                  <a:srgbClr val="D4D4D4"/>
                </a:solidFill>
                <a:effectLst/>
                <a:highlight>
                  <a:srgbClr val="000000"/>
                </a:highlight>
                <a:latin typeface="Menlo" panose="020B0609030804020204" pitchFamily="49" charset="0"/>
              </a:rPr>
              <a:t> </a:t>
            </a:r>
            <a:r>
              <a:rPr lang="en-US" sz="900" b="0">
                <a:solidFill>
                  <a:srgbClr val="C586C0"/>
                </a:solidFill>
                <a:effectLst/>
                <a:highlight>
                  <a:srgbClr val="000000"/>
                </a:highlight>
                <a:latin typeface="Menlo" panose="020B0609030804020204" pitchFamily="49" charset="0"/>
              </a:rPr>
              <a:t>import</a:t>
            </a:r>
            <a:r>
              <a:rPr lang="en-US" sz="900" b="0">
                <a:solidFill>
                  <a:srgbClr val="D4D4D4"/>
                </a:solidFill>
                <a:effectLst/>
                <a:highlight>
                  <a:srgbClr val="000000"/>
                </a:highlight>
                <a:latin typeface="Menlo" panose="020B0609030804020204" pitchFamily="49" charset="0"/>
              </a:rPr>
              <a:t> </a:t>
            </a:r>
            <a:r>
              <a:rPr lang="en-US" sz="900" b="0">
                <a:solidFill>
                  <a:srgbClr val="DCDCAA"/>
                </a:solidFill>
                <a:effectLst/>
                <a:highlight>
                  <a:srgbClr val="000000"/>
                </a:highlight>
                <a:latin typeface="Menlo" panose="020B0609030804020204" pitchFamily="49" charset="0"/>
              </a:rPr>
              <a:t>linear_kernel</a:t>
            </a:r>
            <a:br>
              <a:rPr lang="en-US" sz="900" b="0">
                <a:solidFill>
                  <a:srgbClr val="D4D4D4"/>
                </a:solidFill>
                <a:effectLst/>
                <a:highlight>
                  <a:srgbClr val="000000"/>
                </a:highlight>
                <a:latin typeface="Menlo" panose="020B0609030804020204" pitchFamily="49" charset="0"/>
              </a:rPr>
            </a:br>
            <a:r>
              <a:rPr lang="en-US" sz="900" b="0">
                <a:solidFill>
                  <a:srgbClr val="6A9955"/>
                </a:solidFill>
                <a:effectLst/>
                <a:highlight>
                  <a:srgbClr val="000000"/>
                </a:highlight>
                <a:latin typeface="Menlo" panose="020B0609030804020204" pitchFamily="49" charset="0"/>
              </a:rPr>
              <a:t># </a:t>
            </a:r>
            <a:r>
              <a:rPr lang="fa-IR" sz="900" b="0">
                <a:solidFill>
                  <a:srgbClr val="6A9955"/>
                </a:solidFill>
                <a:effectLst/>
                <a:highlight>
                  <a:srgbClr val="000000"/>
                </a:highlight>
                <a:latin typeface="Menlo" panose="020B0609030804020204" pitchFamily="49" charset="0"/>
              </a:rPr>
              <a:t>توضیحات مربوط به چند فیلم</a:t>
            </a:r>
            <a:endParaRPr lang="fa-IR" sz="900" b="0">
              <a:solidFill>
                <a:srgbClr val="D4D4D4"/>
              </a:solidFill>
              <a:effectLst/>
              <a:highlight>
                <a:srgbClr val="000000"/>
              </a:highlight>
              <a:latin typeface="Menlo" panose="020B0609030804020204" pitchFamily="49" charset="0"/>
            </a:endParaRPr>
          </a:p>
          <a:p>
            <a:r>
              <a:rPr lang="en-US" sz="900" b="0">
                <a:solidFill>
                  <a:srgbClr val="9CDCFE"/>
                </a:solidFill>
                <a:effectLst/>
                <a:highlight>
                  <a:srgbClr val="000000"/>
                </a:highlight>
                <a:latin typeface="Menlo" panose="020B0609030804020204" pitchFamily="49" charset="0"/>
              </a:rPr>
              <a:t>movies</a:t>
            </a:r>
            <a:r>
              <a:rPr lang="en-US" sz="900" b="0">
                <a:solidFill>
                  <a:srgbClr val="D4D4D4"/>
                </a:solidFill>
                <a:effectLst/>
                <a:highlight>
                  <a:srgbClr val="000000"/>
                </a:highlight>
                <a:latin typeface="Menlo" panose="020B0609030804020204" pitchFamily="49" charset="0"/>
              </a:rPr>
              <a:t> = [</a:t>
            </a:r>
          </a:p>
          <a:p>
            <a:r>
              <a:rPr lang="en-US" sz="900" b="0">
                <a:solidFill>
                  <a:srgbClr val="CE9178"/>
                </a:solidFill>
                <a:effectLst/>
                <a:highlight>
                  <a:srgbClr val="000000"/>
                </a:highlight>
                <a:latin typeface="Menlo" panose="020B0609030804020204" pitchFamily="49" charset="0"/>
              </a:rPr>
              <a:t>"Inception - A mind-bending thriller that dives into dream manipulation."</a:t>
            </a:r>
            <a:r>
              <a:rPr lang="en-US" sz="900" b="0">
                <a:solidFill>
                  <a:srgbClr val="D4D4D4"/>
                </a:solidFill>
                <a:effectLst/>
                <a:highlight>
                  <a:srgbClr val="000000"/>
                </a:highlight>
                <a:latin typeface="Menlo" panose="020B0609030804020204" pitchFamily="49" charset="0"/>
              </a:rPr>
              <a:t>,</a:t>
            </a:r>
          </a:p>
          <a:p>
            <a:r>
              <a:rPr lang="en-US" sz="900" b="0">
                <a:solidFill>
                  <a:srgbClr val="CE9178"/>
                </a:solidFill>
                <a:effectLst/>
                <a:highlight>
                  <a:srgbClr val="000000"/>
                </a:highlight>
                <a:latin typeface="Menlo" panose="020B0609030804020204" pitchFamily="49" charset="0"/>
              </a:rPr>
              <a:t>"The Matrix - A sci-fi classic about an alternate reality controlled by AI."</a:t>
            </a:r>
            <a:r>
              <a:rPr lang="en-US" sz="900" b="0">
                <a:solidFill>
                  <a:srgbClr val="D4D4D4"/>
                </a:solidFill>
                <a:effectLst/>
                <a:highlight>
                  <a:srgbClr val="000000"/>
                </a:highlight>
                <a:latin typeface="Menlo" panose="020B0609030804020204" pitchFamily="49" charset="0"/>
              </a:rPr>
              <a:t>,</a:t>
            </a:r>
          </a:p>
          <a:p>
            <a:r>
              <a:rPr lang="en-US" sz="900" b="0">
                <a:solidFill>
                  <a:srgbClr val="CE9178"/>
                </a:solidFill>
                <a:effectLst/>
                <a:highlight>
                  <a:srgbClr val="000000"/>
                </a:highlight>
                <a:latin typeface="Menlo" panose="020B0609030804020204" pitchFamily="49" charset="0"/>
              </a:rPr>
              <a:t>"Interstellar - A journey through space to find a new home for humanity."</a:t>
            </a:r>
            <a:r>
              <a:rPr lang="en-US" sz="900" b="0">
                <a:solidFill>
                  <a:srgbClr val="D4D4D4"/>
                </a:solidFill>
                <a:effectLst/>
                <a:highlight>
                  <a:srgbClr val="000000"/>
                </a:highlight>
                <a:latin typeface="Menlo" panose="020B0609030804020204" pitchFamily="49" charset="0"/>
              </a:rPr>
              <a:t>,</a:t>
            </a:r>
          </a:p>
          <a:p>
            <a:r>
              <a:rPr lang="en-US" sz="900" b="0">
                <a:solidFill>
                  <a:srgbClr val="CE9178"/>
                </a:solidFill>
                <a:effectLst/>
                <a:highlight>
                  <a:srgbClr val="000000"/>
                </a:highlight>
                <a:latin typeface="Menlo" panose="020B0609030804020204" pitchFamily="49" charset="0"/>
              </a:rPr>
              <a:t>"Shutter Island - A psychological thriller with dark mysteries."</a:t>
            </a:r>
            <a:r>
              <a:rPr lang="en-US" sz="900" b="0">
                <a:solidFill>
                  <a:srgbClr val="D4D4D4"/>
                </a:solidFill>
                <a:effectLst/>
                <a:highlight>
                  <a:srgbClr val="000000"/>
                </a:highlight>
                <a:latin typeface="Menlo" panose="020B0609030804020204" pitchFamily="49" charset="0"/>
              </a:rPr>
              <a:t>,</a:t>
            </a:r>
          </a:p>
          <a:p>
            <a:r>
              <a:rPr lang="en-US" sz="900" b="0">
                <a:solidFill>
                  <a:srgbClr val="CE9178"/>
                </a:solidFill>
                <a:effectLst/>
                <a:highlight>
                  <a:srgbClr val="000000"/>
                </a:highlight>
                <a:latin typeface="Menlo" panose="020B0609030804020204" pitchFamily="49" charset="0"/>
              </a:rPr>
              <a:t>"The Prestige - A story of rivalry between two magicians with mind-bending twists."</a:t>
            </a:r>
            <a:r>
              <a:rPr lang="en-US" sz="900" b="0">
                <a:solidFill>
                  <a:srgbClr val="D4D4D4"/>
                </a:solidFill>
                <a:effectLst/>
                <a:highlight>
                  <a:srgbClr val="000000"/>
                </a:highlight>
                <a:latin typeface="Menlo" panose="020B0609030804020204" pitchFamily="49" charset="0"/>
              </a:rPr>
              <a:t>,]</a:t>
            </a:r>
            <a:br>
              <a:rPr lang="en-US" sz="900" b="0">
                <a:solidFill>
                  <a:srgbClr val="D4D4D4"/>
                </a:solidFill>
                <a:effectLst/>
                <a:highlight>
                  <a:srgbClr val="000000"/>
                </a:highlight>
                <a:latin typeface="Menlo" panose="020B0609030804020204" pitchFamily="49" charset="0"/>
              </a:rPr>
            </a:br>
            <a:r>
              <a:rPr lang="en-US" sz="900" b="0">
                <a:solidFill>
                  <a:srgbClr val="6A9955"/>
                </a:solidFill>
                <a:effectLst/>
                <a:highlight>
                  <a:srgbClr val="000000"/>
                </a:highlight>
                <a:latin typeface="Menlo" panose="020B0609030804020204" pitchFamily="49" charset="0"/>
              </a:rPr>
              <a:t># </a:t>
            </a:r>
            <a:r>
              <a:rPr lang="fa-IR" sz="900" b="0">
                <a:solidFill>
                  <a:srgbClr val="6A9955"/>
                </a:solidFill>
                <a:effectLst/>
                <a:highlight>
                  <a:srgbClr val="000000"/>
                </a:highlight>
                <a:latin typeface="Menlo" panose="020B0609030804020204" pitchFamily="49" charset="0"/>
              </a:rPr>
              <a:t>تبدیل توضیحات فیلم‌ها به بردارهای </a:t>
            </a:r>
            <a:r>
              <a:rPr lang="en-US" sz="900" b="0">
                <a:solidFill>
                  <a:srgbClr val="6A9955"/>
                </a:solidFill>
                <a:effectLst/>
                <a:highlight>
                  <a:srgbClr val="000000"/>
                </a:highlight>
                <a:latin typeface="Menlo" panose="020B0609030804020204" pitchFamily="49" charset="0"/>
              </a:rPr>
              <a:t>TF-IDF</a:t>
            </a:r>
            <a:endParaRPr lang="en-US" sz="900" b="0">
              <a:solidFill>
                <a:srgbClr val="D4D4D4"/>
              </a:solidFill>
              <a:effectLst/>
              <a:highlight>
                <a:srgbClr val="000000"/>
              </a:highlight>
              <a:latin typeface="Menlo" panose="020B0609030804020204" pitchFamily="49" charset="0"/>
            </a:endParaRPr>
          </a:p>
          <a:p>
            <a:r>
              <a:rPr lang="en-US" sz="900" b="0">
                <a:solidFill>
                  <a:srgbClr val="9CDCFE"/>
                </a:solidFill>
                <a:effectLst/>
                <a:highlight>
                  <a:srgbClr val="000000"/>
                </a:highlight>
                <a:latin typeface="Menlo" panose="020B0609030804020204" pitchFamily="49" charset="0"/>
              </a:rPr>
              <a:t>tfidf</a:t>
            </a:r>
            <a:r>
              <a:rPr lang="en-US" sz="900" b="0">
                <a:solidFill>
                  <a:srgbClr val="D4D4D4"/>
                </a:solidFill>
                <a:effectLst/>
                <a:highlight>
                  <a:srgbClr val="000000"/>
                </a:highlight>
                <a:latin typeface="Menlo" panose="020B0609030804020204" pitchFamily="49" charset="0"/>
              </a:rPr>
              <a:t> = </a:t>
            </a:r>
            <a:r>
              <a:rPr lang="en-US" sz="900" b="0">
                <a:solidFill>
                  <a:srgbClr val="4EC9B0"/>
                </a:solidFill>
                <a:effectLst/>
                <a:highlight>
                  <a:srgbClr val="000000"/>
                </a:highlight>
                <a:latin typeface="Menlo" panose="020B0609030804020204" pitchFamily="49" charset="0"/>
              </a:rPr>
              <a:t>TfidfVectorizer</a:t>
            </a:r>
            <a:r>
              <a:rPr lang="en-US" sz="900" b="0">
                <a:solidFill>
                  <a:srgbClr val="D4D4D4"/>
                </a:solidFill>
                <a:effectLst/>
                <a:highlight>
                  <a:srgbClr val="000000"/>
                </a:highlight>
                <a:latin typeface="Menlo" panose="020B0609030804020204" pitchFamily="49" charset="0"/>
              </a:rPr>
              <a:t>()</a:t>
            </a:r>
          </a:p>
          <a:p>
            <a:r>
              <a:rPr lang="en-US" sz="900" b="0">
                <a:solidFill>
                  <a:srgbClr val="9CDCFE"/>
                </a:solidFill>
                <a:effectLst/>
                <a:highlight>
                  <a:srgbClr val="000000"/>
                </a:highlight>
                <a:latin typeface="Menlo" panose="020B0609030804020204" pitchFamily="49" charset="0"/>
              </a:rPr>
              <a:t>tfidf_matrix</a:t>
            </a:r>
            <a:r>
              <a:rPr lang="en-US" sz="900" b="0">
                <a:solidFill>
                  <a:srgbClr val="D4D4D4"/>
                </a:solidFill>
                <a:effectLst/>
                <a:highlight>
                  <a:srgbClr val="000000"/>
                </a:highlight>
                <a:latin typeface="Menlo" panose="020B0609030804020204" pitchFamily="49" charset="0"/>
              </a:rPr>
              <a:t> = </a:t>
            </a:r>
            <a:r>
              <a:rPr lang="en-US" sz="900" b="0">
                <a:solidFill>
                  <a:srgbClr val="9CDCFE"/>
                </a:solidFill>
                <a:effectLst/>
                <a:highlight>
                  <a:srgbClr val="000000"/>
                </a:highlight>
                <a:latin typeface="Menlo" panose="020B0609030804020204" pitchFamily="49" charset="0"/>
              </a:rPr>
              <a:t>tfidf</a:t>
            </a:r>
            <a:r>
              <a:rPr lang="en-US" sz="900" b="0">
                <a:solidFill>
                  <a:srgbClr val="D4D4D4"/>
                </a:solidFill>
                <a:effectLst/>
                <a:highlight>
                  <a:srgbClr val="000000"/>
                </a:highlight>
                <a:latin typeface="Menlo" panose="020B0609030804020204" pitchFamily="49" charset="0"/>
              </a:rPr>
              <a:t>.</a:t>
            </a:r>
            <a:r>
              <a:rPr lang="en-US" sz="900" b="0">
                <a:solidFill>
                  <a:srgbClr val="DCDCAA"/>
                </a:solidFill>
                <a:effectLst/>
                <a:highlight>
                  <a:srgbClr val="000000"/>
                </a:highlight>
                <a:latin typeface="Menlo" panose="020B0609030804020204" pitchFamily="49" charset="0"/>
              </a:rPr>
              <a:t>fit_transform</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movies</a:t>
            </a:r>
            <a:r>
              <a:rPr lang="en-US" sz="900" b="0">
                <a:solidFill>
                  <a:srgbClr val="D4D4D4"/>
                </a:solidFill>
                <a:effectLst/>
                <a:highlight>
                  <a:srgbClr val="000000"/>
                </a:highlight>
                <a:latin typeface="Menlo" panose="020B0609030804020204" pitchFamily="49" charset="0"/>
              </a:rPr>
              <a:t>)</a:t>
            </a:r>
            <a:br>
              <a:rPr lang="en-US" sz="900" b="0">
                <a:solidFill>
                  <a:srgbClr val="D4D4D4"/>
                </a:solidFill>
                <a:effectLst/>
                <a:highlight>
                  <a:srgbClr val="000000"/>
                </a:highlight>
                <a:latin typeface="Menlo" panose="020B0609030804020204" pitchFamily="49" charset="0"/>
              </a:rPr>
            </a:br>
            <a:r>
              <a:rPr lang="en-US" sz="900" b="0">
                <a:solidFill>
                  <a:srgbClr val="6A9955"/>
                </a:solidFill>
                <a:effectLst/>
                <a:highlight>
                  <a:srgbClr val="000000"/>
                </a:highlight>
                <a:latin typeface="Menlo" panose="020B0609030804020204" pitchFamily="49" charset="0"/>
              </a:rPr>
              <a:t># </a:t>
            </a:r>
            <a:r>
              <a:rPr lang="fa-IR" sz="900" b="0">
                <a:solidFill>
                  <a:srgbClr val="6A9955"/>
                </a:solidFill>
                <a:effectLst/>
                <a:highlight>
                  <a:srgbClr val="000000"/>
                </a:highlight>
                <a:latin typeface="Menlo" panose="020B0609030804020204" pitchFamily="49" charset="0"/>
              </a:rPr>
              <a:t>محاسبه شباهت کسینوسی بین فیلم‌ها</a:t>
            </a:r>
            <a:endParaRPr lang="fa-IR" sz="900" b="0">
              <a:solidFill>
                <a:srgbClr val="D4D4D4"/>
              </a:solidFill>
              <a:effectLst/>
              <a:highlight>
                <a:srgbClr val="000000"/>
              </a:highlight>
              <a:latin typeface="Menlo" panose="020B0609030804020204" pitchFamily="49" charset="0"/>
            </a:endParaRPr>
          </a:p>
          <a:p>
            <a:r>
              <a:rPr lang="en-US" sz="900" b="0">
                <a:solidFill>
                  <a:srgbClr val="9CDCFE"/>
                </a:solidFill>
                <a:effectLst/>
                <a:highlight>
                  <a:srgbClr val="000000"/>
                </a:highlight>
                <a:latin typeface="Menlo" panose="020B0609030804020204" pitchFamily="49" charset="0"/>
              </a:rPr>
              <a:t>cosine_similarities</a:t>
            </a:r>
            <a:r>
              <a:rPr lang="en-US" sz="900" b="0">
                <a:solidFill>
                  <a:srgbClr val="D4D4D4"/>
                </a:solidFill>
                <a:effectLst/>
                <a:highlight>
                  <a:srgbClr val="000000"/>
                </a:highlight>
                <a:latin typeface="Menlo" panose="020B0609030804020204" pitchFamily="49" charset="0"/>
              </a:rPr>
              <a:t> = </a:t>
            </a:r>
            <a:r>
              <a:rPr lang="en-US" sz="900" b="0">
                <a:solidFill>
                  <a:srgbClr val="DCDCAA"/>
                </a:solidFill>
                <a:effectLst/>
                <a:highlight>
                  <a:srgbClr val="000000"/>
                </a:highlight>
                <a:latin typeface="Menlo" panose="020B0609030804020204" pitchFamily="49" charset="0"/>
              </a:rPr>
              <a:t>linear_kernel</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tfidf_matrix</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tfidf_matrix</a:t>
            </a:r>
            <a:r>
              <a:rPr lang="en-US" sz="900" b="0">
                <a:solidFill>
                  <a:srgbClr val="D4D4D4"/>
                </a:solidFill>
                <a:effectLst/>
                <a:highlight>
                  <a:srgbClr val="000000"/>
                </a:highlight>
                <a:latin typeface="Menlo" panose="020B0609030804020204" pitchFamily="49" charset="0"/>
              </a:rPr>
              <a:t>)</a:t>
            </a:r>
            <a:br>
              <a:rPr lang="en-US" sz="900" b="0">
                <a:solidFill>
                  <a:srgbClr val="D4D4D4"/>
                </a:solidFill>
                <a:effectLst/>
                <a:highlight>
                  <a:srgbClr val="000000"/>
                </a:highlight>
                <a:latin typeface="Menlo" panose="020B0609030804020204" pitchFamily="49" charset="0"/>
              </a:rPr>
            </a:br>
            <a:r>
              <a:rPr lang="en-US" sz="900" b="0">
                <a:solidFill>
                  <a:srgbClr val="6A9955"/>
                </a:solidFill>
                <a:effectLst/>
                <a:highlight>
                  <a:srgbClr val="000000"/>
                </a:highlight>
                <a:latin typeface="Menlo" panose="020B0609030804020204" pitchFamily="49" charset="0"/>
              </a:rPr>
              <a:t># </a:t>
            </a:r>
            <a:r>
              <a:rPr lang="fa-IR" sz="900" b="0">
                <a:solidFill>
                  <a:srgbClr val="6A9955"/>
                </a:solidFill>
                <a:effectLst/>
                <a:highlight>
                  <a:srgbClr val="000000"/>
                </a:highlight>
                <a:latin typeface="Menlo" panose="020B0609030804020204" pitchFamily="49" charset="0"/>
              </a:rPr>
              <a:t>تعریف تابعی برای پیشنهاد فیلم‌ها بر اساس شباهت</a:t>
            </a:r>
            <a:endParaRPr lang="fa-IR" sz="900" b="0">
              <a:solidFill>
                <a:srgbClr val="D4D4D4"/>
              </a:solidFill>
              <a:effectLst/>
              <a:highlight>
                <a:srgbClr val="000000"/>
              </a:highlight>
              <a:latin typeface="Menlo" panose="020B0609030804020204" pitchFamily="49" charset="0"/>
            </a:endParaRPr>
          </a:p>
          <a:p>
            <a:r>
              <a:rPr lang="en-US" sz="900" b="0">
                <a:solidFill>
                  <a:srgbClr val="569CD6"/>
                </a:solidFill>
                <a:effectLst/>
                <a:highlight>
                  <a:srgbClr val="000000"/>
                </a:highlight>
                <a:latin typeface="Menlo" panose="020B0609030804020204" pitchFamily="49" charset="0"/>
              </a:rPr>
              <a:t>def</a:t>
            </a:r>
            <a:r>
              <a:rPr lang="en-US" sz="900" b="0">
                <a:solidFill>
                  <a:srgbClr val="D4D4D4"/>
                </a:solidFill>
                <a:effectLst/>
                <a:highlight>
                  <a:srgbClr val="000000"/>
                </a:highlight>
                <a:latin typeface="Menlo" panose="020B0609030804020204" pitchFamily="49" charset="0"/>
              </a:rPr>
              <a:t> </a:t>
            </a:r>
            <a:r>
              <a:rPr lang="en-US" sz="900" b="0">
                <a:solidFill>
                  <a:srgbClr val="DCDCAA"/>
                </a:solidFill>
                <a:effectLst/>
                <a:highlight>
                  <a:srgbClr val="000000"/>
                </a:highlight>
                <a:latin typeface="Menlo" panose="020B0609030804020204" pitchFamily="49" charset="0"/>
              </a:rPr>
              <a:t>recommend_movies</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movie_index</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num_recommendations</a:t>
            </a:r>
            <a:r>
              <a:rPr lang="en-US" sz="900" b="0">
                <a:solidFill>
                  <a:srgbClr val="D4D4D4"/>
                </a:solidFill>
                <a:effectLst/>
                <a:highlight>
                  <a:srgbClr val="000000"/>
                </a:highlight>
                <a:latin typeface="Menlo" panose="020B0609030804020204" pitchFamily="49" charset="0"/>
              </a:rPr>
              <a:t>=</a:t>
            </a:r>
            <a:r>
              <a:rPr lang="en-US" sz="900" b="0">
                <a:solidFill>
                  <a:srgbClr val="B5CEA8"/>
                </a:solidFill>
                <a:effectLst/>
                <a:highlight>
                  <a:srgbClr val="000000"/>
                </a:highlight>
                <a:latin typeface="Menlo" panose="020B0609030804020204" pitchFamily="49" charset="0"/>
              </a:rPr>
              <a:t>2</a:t>
            </a:r>
            <a:r>
              <a:rPr lang="en-US" sz="900" b="0">
                <a:solidFill>
                  <a:srgbClr val="D4D4D4"/>
                </a:solidFill>
                <a:effectLst/>
                <a:highlight>
                  <a:srgbClr val="000000"/>
                </a:highlight>
                <a:latin typeface="Menlo" panose="020B0609030804020204" pitchFamily="49" charset="0"/>
              </a:rPr>
              <a:t>):</a:t>
            </a:r>
          </a:p>
          <a:p>
            <a:r>
              <a:rPr lang="en-US" sz="900" b="0">
                <a:solidFill>
                  <a:srgbClr val="9CDCFE"/>
                </a:solidFill>
                <a:effectLst/>
                <a:highlight>
                  <a:srgbClr val="000000"/>
                </a:highlight>
                <a:latin typeface="Menlo" panose="020B0609030804020204" pitchFamily="49" charset="0"/>
              </a:rPr>
              <a:t>similarity_scores</a:t>
            </a:r>
            <a:r>
              <a:rPr lang="en-US" sz="900" b="0">
                <a:solidFill>
                  <a:srgbClr val="D4D4D4"/>
                </a:solidFill>
                <a:effectLst/>
                <a:highlight>
                  <a:srgbClr val="000000"/>
                </a:highlight>
                <a:latin typeface="Menlo" panose="020B0609030804020204" pitchFamily="49" charset="0"/>
              </a:rPr>
              <a:t> = </a:t>
            </a:r>
            <a:r>
              <a:rPr lang="en-US" sz="900" b="0">
                <a:solidFill>
                  <a:srgbClr val="4EC9B0"/>
                </a:solidFill>
                <a:effectLst/>
                <a:highlight>
                  <a:srgbClr val="000000"/>
                </a:highlight>
                <a:latin typeface="Menlo" panose="020B0609030804020204" pitchFamily="49" charset="0"/>
              </a:rPr>
              <a:t>list</a:t>
            </a:r>
            <a:r>
              <a:rPr lang="en-US" sz="900" b="0">
                <a:solidFill>
                  <a:srgbClr val="D4D4D4"/>
                </a:solidFill>
                <a:effectLst/>
                <a:highlight>
                  <a:srgbClr val="000000"/>
                </a:highlight>
                <a:latin typeface="Menlo" panose="020B0609030804020204" pitchFamily="49" charset="0"/>
              </a:rPr>
              <a:t>(</a:t>
            </a:r>
            <a:r>
              <a:rPr lang="en-US" sz="900" b="0">
                <a:solidFill>
                  <a:srgbClr val="4EC9B0"/>
                </a:solidFill>
                <a:effectLst/>
                <a:highlight>
                  <a:srgbClr val="000000"/>
                </a:highlight>
                <a:latin typeface="Menlo" panose="020B0609030804020204" pitchFamily="49" charset="0"/>
              </a:rPr>
              <a:t>enumerate</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cosine_similarities</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movie_index</a:t>
            </a:r>
            <a:r>
              <a:rPr lang="en-US" sz="900" b="0">
                <a:solidFill>
                  <a:srgbClr val="D4D4D4"/>
                </a:solidFill>
                <a:effectLst/>
                <a:highlight>
                  <a:srgbClr val="000000"/>
                </a:highlight>
                <a:latin typeface="Menlo" panose="020B0609030804020204" pitchFamily="49" charset="0"/>
              </a:rPr>
              <a:t>]))</a:t>
            </a:r>
          </a:p>
          <a:p>
            <a:r>
              <a:rPr lang="en-US" sz="900" b="0">
                <a:solidFill>
                  <a:srgbClr val="9CDCFE"/>
                </a:solidFill>
                <a:effectLst/>
                <a:highlight>
                  <a:srgbClr val="000000"/>
                </a:highlight>
                <a:latin typeface="Menlo" panose="020B0609030804020204" pitchFamily="49" charset="0"/>
              </a:rPr>
              <a:t>similarity_scores</a:t>
            </a:r>
            <a:r>
              <a:rPr lang="en-US" sz="900" b="0">
                <a:solidFill>
                  <a:srgbClr val="D4D4D4"/>
                </a:solidFill>
                <a:effectLst/>
                <a:highlight>
                  <a:srgbClr val="000000"/>
                </a:highlight>
                <a:latin typeface="Menlo" panose="020B0609030804020204" pitchFamily="49" charset="0"/>
              </a:rPr>
              <a:t> = </a:t>
            </a:r>
            <a:r>
              <a:rPr lang="en-US" sz="900" b="0">
                <a:solidFill>
                  <a:srgbClr val="DCDCAA"/>
                </a:solidFill>
                <a:effectLst/>
                <a:highlight>
                  <a:srgbClr val="000000"/>
                </a:highlight>
                <a:latin typeface="Menlo" panose="020B0609030804020204" pitchFamily="49" charset="0"/>
              </a:rPr>
              <a:t>sorted</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similarity_scores</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key</a:t>
            </a:r>
            <a:r>
              <a:rPr lang="en-US" sz="900" b="0">
                <a:solidFill>
                  <a:srgbClr val="D4D4D4"/>
                </a:solidFill>
                <a:effectLst/>
                <a:highlight>
                  <a:srgbClr val="000000"/>
                </a:highlight>
                <a:latin typeface="Menlo" panose="020B0609030804020204" pitchFamily="49" charset="0"/>
              </a:rPr>
              <a:t>=</a:t>
            </a:r>
            <a:r>
              <a:rPr lang="en-US" sz="900" b="0">
                <a:solidFill>
                  <a:srgbClr val="569CD6"/>
                </a:solidFill>
                <a:effectLst/>
                <a:highlight>
                  <a:srgbClr val="000000"/>
                </a:highlight>
                <a:latin typeface="Menlo" panose="020B0609030804020204" pitchFamily="49" charset="0"/>
              </a:rPr>
              <a:t>lambda</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x</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x</a:t>
            </a:r>
            <a:r>
              <a:rPr lang="en-US" sz="900" b="0">
                <a:solidFill>
                  <a:srgbClr val="D4D4D4"/>
                </a:solidFill>
                <a:effectLst/>
                <a:highlight>
                  <a:srgbClr val="000000"/>
                </a:highlight>
                <a:latin typeface="Menlo" panose="020B0609030804020204" pitchFamily="49" charset="0"/>
              </a:rPr>
              <a:t>[</a:t>
            </a:r>
            <a:r>
              <a:rPr lang="en-US" sz="900" b="0">
                <a:solidFill>
                  <a:srgbClr val="B5CEA8"/>
                </a:solidFill>
                <a:effectLst/>
                <a:highlight>
                  <a:srgbClr val="000000"/>
                </a:highlight>
                <a:latin typeface="Menlo" panose="020B0609030804020204" pitchFamily="49" charset="0"/>
              </a:rPr>
              <a:t>1</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reverse</a:t>
            </a:r>
            <a:r>
              <a:rPr lang="en-US" sz="900" b="0">
                <a:solidFill>
                  <a:srgbClr val="D4D4D4"/>
                </a:solidFill>
                <a:effectLst/>
                <a:highlight>
                  <a:srgbClr val="000000"/>
                </a:highlight>
                <a:latin typeface="Menlo" panose="020B0609030804020204" pitchFamily="49" charset="0"/>
              </a:rPr>
              <a:t>=</a:t>
            </a:r>
            <a:r>
              <a:rPr lang="en-US" sz="900" b="0">
                <a:solidFill>
                  <a:srgbClr val="569CD6"/>
                </a:solidFill>
                <a:effectLst/>
                <a:highlight>
                  <a:srgbClr val="000000"/>
                </a:highlight>
                <a:latin typeface="Menlo" panose="020B0609030804020204" pitchFamily="49" charset="0"/>
              </a:rPr>
              <a:t>True</a:t>
            </a:r>
            <a:r>
              <a:rPr lang="en-US" sz="900" b="0">
                <a:solidFill>
                  <a:srgbClr val="D4D4D4"/>
                </a:solidFill>
                <a:effectLst/>
                <a:highlight>
                  <a:srgbClr val="000000"/>
                </a:highlight>
                <a:latin typeface="Menlo" panose="020B0609030804020204" pitchFamily="49" charset="0"/>
              </a:rPr>
              <a:t>)</a:t>
            </a:r>
          </a:p>
          <a:p>
            <a:r>
              <a:rPr lang="en-US" sz="900" b="0">
                <a:solidFill>
                  <a:srgbClr val="9CDCFE"/>
                </a:solidFill>
                <a:effectLst/>
                <a:highlight>
                  <a:srgbClr val="000000"/>
                </a:highlight>
                <a:latin typeface="Menlo" panose="020B0609030804020204" pitchFamily="49" charset="0"/>
              </a:rPr>
              <a:t>similarity_scores</a:t>
            </a:r>
            <a:r>
              <a:rPr lang="en-US" sz="900" b="0">
                <a:solidFill>
                  <a:srgbClr val="D4D4D4"/>
                </a:solidFill>
                <a:effectLst/>
                <a:highlight>
                  <a:srgbClr val="000000"/>
                </a:highlight>
                <a:latin typeface="Menlo" panose="020B0609030804020204" pitchFamily="49" charset="0"/>
              </a:rPr>
              <a:t> = </a:t>
            </a:r>
            <a:r>
              <a:rPr lang="en-US" sz="900" b="0">
                <a:solidFill>
                  <a:srgbClr val="9CDCFE"/>
                </a:solidFill>
                <a:effectLst/>
                <a:highlight>
                  <a:srgbClr val="000000"/>
                </a:highlight>
                <a:latin typeface="Menlo" panose="020B0609030804020204" pitchFamily="49" charset="0"/>
              </a:rPr>
              <a:t>similarity_scores</a:t>
            </a:r>
            <a:r>
              <a:rPr lang="en-US" sz="900" b="0">
                <a:solidFill>
                  <a:srgbClr val="D4D4D4"/>
                </a:solidFill>
                <a:effectLst/>
                <a:highlight>
                  <a:srgbClr val="000000"/>
                </a:highlight>
                <a:latin typeface="Menlo" panose="020B0609030804020204" pitchFamily="49" charset="0"/>
              </a:rPr>
              <a:t>[</a:t>
            </a:r>
            <a:r>
              <a:rPr lang="en-US" sz="900" b="0">
                <a:solidFill>
                  <a:srgbClr val="B5CEA8"/>
                </a:solidFill>
                <a:effectLst/>
                <a:highlight>
                  <a:srgbClr val="000000"/>
                </a:highlight>
                <a:latin typeface="Menlo" panose="020B0609030804020204" pitchFamily="49" charset="0"/>
              </a:rPr>
              <a:t>1</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num_recommendations</a:t>
            </a:r>
            <a:r>
              <a:rPr lang="en-US" sz="900" b="0">
                <a:solidFill>
                  <a:srgbClr val="D4D4D4"/>
                </a:solidFill>
                <a:effectLst/>
                <a:highlight>
                  <a:srgbClr val="000000"/>
                </a:highlight>
                <a:latin typeface="Menlo" panose="020B0609030804020204" pitchFamily="49" charset="0"/>
              </a:rPr>
              <a:t>+</a:t>
            </a:r>
            <a:r>
              <a:rPr lang="en-US" sz="900" b="0">
                <a:solidFill>
                  <a:srgbClr val="B5CEA8"/>
                </a:solidFill>
                <a:effectLst/>
                <a:highlight>
                  <a:srgbClr val="000000"/>
                </a:highlight>
                <a:latin typeface="Menlo" panose="020B0609030804020204" pitchFamily="49" charset="0"/>
              </a:rPr>
              <a:t>1</a:t>
            </a:r>
            <a:r>
              <a:rPr lang="en-US" sz="900" b="0">
                <a:solidFill>
                  <a:srgbClr val="D4D4D4"/>
                </a:solidFill>
                <a:effectLst/>
                <a:highlight>
                  <a:srgbClr val="000000"/>
                </a:highlight>
                <a:latin typeface="Menlo" panose="020B0609030804020204" pitchFamily="49" charset="0"/>
              </a:rPr>
              <a:t>] </a:t>
            </a:r>
            <a:r>
              <a:rPr lang="en-US" sz="900" b="0">
                <a:solidFill>
                  <a:srgbClr val="6A9955"/>
                </a:solidFill>
                <a:effectLst/>
                <a:highlight>
                  <a:srgbClr val="000000"/>
                </a:highlight>
                <a:latin typeface="Menlo" panose="020B0609030804020204" pitchFamily="49" charset="0"/>
              </a:rPr>
              <a:t># </a:t>
            </a:r>
            <a:r>
              <a:rPr lang="fa-IR" sz="900" b="0">
                <a:solidFill>
                  <a:srgbClr val="6A9955"/>
                </a:solidFill>
                <a:effectLst/>
                <a:highlight>
                  <a:srgbClr val="000000"/>
                </a:highlight>
                <a:latin typeface="Menlo" panose="020B0609030804020204" pitchFamily="49" charset="0"/>
              </a:rPr>
              <a:t>حذف فیلم اصلی و انتخاب دو فیلم مشابه</a:t>
            </a:r>
            <a:endParaRPr lang="fa-IR" sz="900" b="0">
              <a:solidFill>
                <a:srgbClr val="D4D4D4"/>
              </a:solidFill>
              <a:effectLst/>
              <a:highlight>
                <a:srgbClr val="000000"/>
              </a:highlight>
              <a:latin typeface="Menlo" panose="020B0609030804020204" pitchFamily="49" charset="0"/>
            </a:endParaRPr>
          </a:p>
          <a:p>
            <a:r>
              <a:rPr lang="en-US" sz="900" b="0">
                <a:solidFill>
                  <a:srgbClr val="DCDCAA"/>
                </a:solidFill>
                <a:effectLst/>
                <a:highlight>
                  <a:srgbClr val="000000"/>
                </a:highlight>
                <a:latin typeface="Menlo" panose="020B0609030804020204" pitchFamily="49" charset="0"/>
              </a:rPr>
              <a:t>print</a:t>
            </a:r>
            <a:r>
              <a:rPr lang="en-US" sz="900" b="0">
                <a:solidFill>
                  <a:srgbClr val="D4D4D4"/>
                </a:solidFill>
                <a:effectLst/>
                <a:highlight>
                  <a:srgbClr val="000000"/>
                </a:highlight>
                <a:latin typeface="Menlo" panose="020B0609030804020204" pitchFamily="49" charset="0"/>
              </a:rPr>
              <a:t>(</a:t>
            </a:r>
            <a:r>
              <a:rPr lang="en-US" sz="900" b="0">
                <a:solidFill>
                  <a:srgbClr val="569CD6"/>
                </a:solidFill>
                <a:effectLst/>
                <a:highlight>
                  <a:srgbClr val="000000"/>
                </a:highlight>
                <a:latin typeface="Menlo" panose="020B0609030804020204" pitchFamily="49" charset="0"/>
              </a:rPr>
              <a:t>f</a:t>
            </a:r>
            <a:r>
              <a:rPr lang="en-US" sz="900" b="0">
                <a:solidFill>
                  <a:srgbClr val="CE9178"/>
                </a:solidFill>
                <a:effectLst/>
                <a:highlight>
                  <a:srgbClr val="000000"/>
                </a:highlight>
                <a:latin typeface="Menlo" panose="020B0609030804020204" pitchFamily="49" charset="0"/>
              </a:rPr>
              <a:t>"Recommendations for '</a:t>
            </a:r>
            <a:r>
              <a:rPr lang="en-US" sz="900" b="0">
                <a:solidFill>
                  <a:srgbClr val="569CD6"/>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movies</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movie_index</a:t>
            </a:r>
            <a:r>
              <a:rPr lang="en-US" sz="900" b="0">
                <a:solidFill>
                  <a:srgbClr val="D4D4D4"/>
                </a:solidFill>
                <a:effectLst/>
                <a:highlight>
                  <a:srgbClr val="000000"/>
                </a:highlight>
                <a:latin typeface="Menlo" panose="020B0609030804020204" pitchFamily="49" charset="0"/>
              </a:rPr>
              <a:t>]</a:t>
            </a:r>
            <a:r>
              <a:rPr lang="en-US" sz="900" b="0">
                <a:solidFill>
                  <a:srgbClr val="569CD6"/>
                </a:solidFill>
                <a:effectLst/>
                <a:highlight>
                  <a:srgbClr val="000000"/>
                </a:highlight>
                <a:latin typeface="Menlo" panose="020B0609030804020204" pitchFamily="49" charset="0"/>
              </a:rPr>
              <a:t>}</a:t>
            </a:r>
            <a:r>
              <a:rPr lang="en-US" sz="900" b="0">
                <a:solidFill>
                  <a:srgbClr val="CE9178"/>
                </a:solidFill>
                <a:effectLst/>
                <a:highlight>
                  <a:srgbClr val="000000"/>
                </a:highlight>
                <a:latin typeface="Menlo" panose="020B0609030804020204" pitchFamily="49" charset="0"/>
              </a:rPr>
              <a:t>':"</a:t>
            </a:r>
            <a:r>
              <a:rPr lang="en-US" sz="900" b="0">
                <a:solidFill>
                  <a:srgbClr val="D4D4D4"/>
                </a:solidFill>
                <a:effectLst/>
                <a:highlight>
                  <a:srgbClr val="000000"/>
                </a:highlight>
                <a:latin typeface="Menlo" panose="020B0609030804020204" pitchFamily="49" charset="0"/>
              </a:rPr>
              <a:t>)</a:t>
            </a:r>
          </a:p>
          <a:p>
            <a:r>
              <a:rPr lang="en-US" sz="900" b="0">
                <a:solidFill>
                  <a:srgbClr val="C586C0"/>
                </a:solidFill>
                <a:effectLst/>
                <a:highlight>
                  <a:srgbClr val="000000"/>
                </a:highlight>
                <a:latin typeface="Menlo" panose="020B0609030804020204" pitchFamily="49" charset="0"/>
              </a:rPr>
              <a:t>for</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i</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score</a:t>
            </a:r>
            <a:r>
              <a:rPr lang="en-US" sz="900" b="0">
                <a:solidFill>
                  <a:srgbClr val="D4D4D4"/>
                </a:solidFill>
                <a:effectLst/>
                <a:highlight>
                  <a:srgbClr val="000000"/>
                </a:highlight>
                <a:latin typeface="Menlo" panose="020B0609030804020204" pitchFamily="49" charset="0"/>
              </a:rPr>
              <a:t> </a:t>
            </a:r>
            <a:r>
              <a:rPr lang="en-US" sz="900" b="0">
                <a:solidFill>
                  <a:srgbClr val="C586C0"/>
                </a:solidFill>
                <a:effectLst/>
                <a:highlight>
                  <a:srgbClr val="000000"/>
                </a:highlight>
                <a:latin typeface="Menlo" panose="020B0609030804020204" pitchFamily="49" charset="0"/>
              </a:rPr>
              <a:t>in</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similarity_scores</a:t>
            </a:r>
            <a:r>
              <a:rPr lang="en-US" sz="900" b="0">
                <a:solidFill>
                  <a:srgbClr val="D4D4D4"/>
                </a:solidFill>
                <a:effectLst/>
                <a:highlight>
                  <a:srgbClr val="000000"/>
                </a:highlight>
                <a:latin typeface="Menlo" panose="020B0609030804020204" pitchFamily="49" charset="0"/>
              </a:rPr>
              <a:t>:</a:t>
            </a:r>
          </a:p>
          <a:p>
            <a:r>
              <a:rPr lang="en-US" sz="900" b="0">
                <a:solidFill>
                  <a:srgbClr val="DCDCAA"/>
                </a:solidFill>
                <a:effectLst/>
                <a:highlight>
                  <a:srgbClr val="000000"/>
                </a:highlight>
                <a:latin typeface="Menlo" panose="020B0609030804020204" pitchFamily="49" charset="0"/>
              </a:rPr>
              <a:t>print</a:t>
            </a:r>
            <a:r>
              <a:rPr lang="en-US" sz="900" b="0">
                <a:solidFill>
                  <a:srgbClr val="D4D4D4"/>
                </a:solidFill>
                <a:effectLst/>
                <a:highlight>
                  <a:srgbClr val="000000"/>
                </a:highlight>
                <a:latin typeface="Menlo" panose="020B0609030804020204" pitchFamily="49" charset="0"/>
              </a:rPr>
              <a:t>(</a:t>
            </a:r>
            <a:r>
              <a:rPr lang="en-US" sz="900" b="0">
                <a:solidFill>
                  <a:srgbClr val="569CD6"/>
                </a:solidFill>
                <a:effectLst/>
                <a:highlight>
                  <a:srgbClr val="000000"/>
                </a:highlight>
                <a:latin typeface="Menlo" panose="020B0609030804020204" pitchFamily="49" charset="0"/>
              </a:rPr>
              <a:t>f</a:t>
            </a:r>
            <a:r>
              <a:rPr lang="en-US" sz="900" b="0">
                <a:solidFill>
                  <a:srgbClr val="CE9178"/>
                </a:solidFill>
                <a:effectLst/>
                <a:highlight>
                  <a:srgbClr val="000000"/>
                </a:highlight>
                <a:latin typeface="Menlo" panose="020B0609030804020204" pitchFamily="49" charset="0"/>
              </a:rPr>
              <a:t>"- </a:t>
            </a:r>
            <a:r>
              <a:rPr lang="en-US" sz="900" b="0">
                <a:solidFill>
                  <a:srgbClr val="569CD6"/>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movies</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i</a:t>
            </a:r>
            <a:r>
              <a:rPr lang="en-US" sz="900" b="0">
                <a:solidFill>
                  <a:srgbClr val="D4D4D4"/>
                </a:solidFill>
                <a:effectLst/>
                <a:highlight>
                  <a:srgbClr val="000000"/>
                </a:highlight>
                <a:latin typeface="Menlo" panose="020B0609030804020204" pitchFamily="49" charset="0"/>
              </a:rPr>
              <a:t>]</a:t>
            </a:r>
            <a:r>
              <a:rPr lang="en-US" sz="900" b="0">
                <a:solidFill>
                  <a:srgbClr val="569CD6"/>
                </a:solidFill>
                <a:effectLst/>
                <a:highlight>
                  <a:srgbClr val="000000"/>
                </a:highlight>
                <a:latin typeface="Menlo" panose="020B0609030804020204" pitchFamily="49" charset="0"/>
              </a:rPr>
              <a:t>}</a:t>
            </a:r>
            <a:r>
              <a:rPr lang="en-US" sz="900" b="0">
                <a:solidFill>
                  <a:srgbClr val="CE9178"/>
                </a:solidFill>
                <a:effectLst/>
                <a:highlight>
                  <a:srgbClr val="000000"/>
                </a:highlight>
                <a:latin typeface="Menlo" panose="020B0609030804020204" pitchFamily="49" charset="0"/>
              </a:rPr>
              <a:t> (Similarity Score: </a:t>
            </a:r>
            <a:r>
              <a:rPr lang="en-US" sz="900" b="0">
                <a:solidFill>
                  <a:srgbClr val="569CD6"/>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score</a:t>
            </a:r>
            <a:r>
              <a:rPr lang="en-US" sz="900" b="0">
                <a:solidFill>
                  <a:srgbClr val="569CD6"/>
                </a:solidFill>
                <a:effectLst/>
                <a:highlight>
                  <a:srgbClr val="000000"/>
                </a:highlight>
                <a:latin typeface="Menlo" panose="020B0609030804020204" pitchFamily="49" charset="0"/>
              </a:rPr>
              <a:t>:.2f}</a:t>
            </a:r>
            <a:r>
              <a:rPr lang="en-US" sz="900" b="0">
                <a:solidFill>
                  <a:srgbClr val="CE9178"/>
                </a:solidFill>
                <a:effectLst/>
                <a:highlight>
                  <a:srgbClr val="000000"/>
                </a:highlight>
                <a:latin typeface="Menlo" panose="020B0609030804020204" pitchFamily="49" charset="0"/>
              </a:rPr>
              <a:t>)"</a:t>
            </a:r>
            <a:r>
              <a:rPr lang="en-US" sz="900" b="0">
                <a:solidFill>
                  <a:srgbClr val="D4D4D4"/>
                </a:solidFill>
                <a:effectLst/>
                <a:highlight>
                  <a:srgbClr val="000000"/>
                </a:highlight>
                <a:latin typeface="Menlo" panose="020B0609030804020204" pitchFamily="49" charset="0"/>
              </a:rPr>
              <a:t>)</a:t>
            </a:r>
            <a:br>
              <a:rPr lang="en-US" sz="900" b="0">
                <a:solidFill>
                  <a:srgbClr val="D4D4D4"/>
                </a:solidFill>
                <a:effectLst/>
                <a:highlight>
                  <a:srgbClr val="000000"/>
                </a:highlight>
                <a:latin typeface="Menlo" panose="020B0609030804020204" pitchFamily="49" charset="0"/>
              </a:rPr>
            </a:br>
            <a:r>
              <a:rPr lang="en-US" sz="900" b="0">
                <a:solidFill>
                  <a:srgbClr val="6A9955"/>
                </a:solidFill>
                <a:effectLst/>
                <a:highlight>
                  <a:srgbClr val="000000"/>
                </a:highlight>
                <a:latin typeface="Menlo" panose="020B0609030804020204" pitchFamily="49" charset="0"/>
              </a:rPr>
              <a:t># </a:t>
            </a:r>
            <a:r>
              <a:rPr lang="fa-IR" sz="900" b="0">
                <a:solidFill>
                  <a:srgbClr val="6A9955"/>
                </a:solidFill>
                <a:effectLst/>
                <a:highlight>
                  <a:srgbClr val="000000"/>
                </a:highlight>
                <a:latin typeface="Menlo" panose="020B0609030804020204" pitchFamily="49" charset="0"/>
              </a:rPr>
              <a:t>تست پیشنهادها برای فیلم "</a:t>
            </a:r>
            <a:r>
              <a:rPr lang="en-US" sz="900" b="0">
                <a:solidFill>
                  <a:srgbClr val="6A9955"/>
                </a:solidFill>
                <a:effectLst/>
                <a:highlight>
                  <a:srgbClr val="000000"/>
                </a:highlight>
                <a:latin typeface="Menlo" panose="020B0609030804020204" pitchFamily="49" charset="0"/>
              </a:rPr>
              <a:t>Inception"</a:t>
            </a:r>
            <a:endParaRPr lang="en-US" sz="900" b="0">
              <a:solidFill>
                <a:srgbClr val="D4D4D4"/>
              </a:solidFill>
              <a:effectLst/>
              <a:highlight>
                <a:srgbClr val="000000"/>
              </a:highlight>
              <a:latin typeface="Menlo" panose="020B0609030804020204" pitchFamily="49" charset="0"/>
            </a:endParaRPr>
          </a:p>
          <a:p>
            <a:r>
              <a:rPr lang="en-US" sz="900" b="0">
                <a:solidFill>
                  <a:srgbClr val="DCDCAA"/>
                </a:solidFill>
                <a:effectLst/>
                <a:highlight>
                  <a:srgbClr val="000000"/>
                </a:highlight>
                <a:latin typeface="Menlo" panose="020B0609030804020204" pitchFamily="49" charset="0"/>
              </a:rPr>
              <a:t>recommend_movies</a:t>
            </a:r>
            <a:r>
              <a:rPr lang="en-US" sz="900" b="0">
                <a:solidFill>
                  <a:srgbClr val="D4D4D4"/>
                </a:solidFill>
                <a:effectLst/>
                <a:highlight>
                  <a:srgbClr val="000000"/>
                </a:highlight>
                <a:latin typeface="Menlo" panose="020B0609030804020204" pitchFamily="49" charset="0"/>
              </a:rPr>
              <a:t>(</a:t>
            </a:r>
            <a:r>
              <a:rPr lang="en-US" sz="900" b="0">
                <a:solidFill>
                  <a:srgbClr val="B5CEA8"/>
                </a:solidFill>
                <a:effectLst/>
                <a:highlight>
                  <a:srgbClr val="000000"/>
                </a:highlight>
                <a:latin typeface="Menlo" panose="020B0609030804020204" pitchFamily="49" charset="0"/>
              </a:rPr>
              <a:t>0</a:t>
            </a:r>
            <a:r>
              <a:rPr lang="en-US" sz="900" b="0">
                <a:solidFill>
                  <a:srgbClr val="D4D4D4"/>
                </a:solidFill>
                <a:effectLst/>
                <a:highlight>
                  <a:srgbClr val="000000"/>
                </a:highlight>
                <a:latin typeface="Menlo" panose="020B0609030804020204" pitchFamily="49" charset="0"/>
              </a:rPr>
              <a:t>)</a:t>
            </a:r>
          </a:p>
          <a:p>
            <a:br>
              <a:rPr lang="en-US" sz="900" b="0">
                <a:solidFill>
                  <a:srgbClr val="D4D4D4"/>
                </a:solidFill>
                <a:effectLst/>
                <a:highlight>
                  <a:srgbClr val="000000"/>
                </a:highlight>
                <a:latin typeface="Menlo" panose="020B0609030804020204" pitchFamily="49" charset="0"/>
              </a:rPr>
            </a:br>
            <a:endParaRPr lang="en-US" sz="900" b="0">
              <a:solidFill>
                <a:srgbClr val="D4D4D4"/>
              </a:solidFill>
              <a:effectLst/>
              <a:highlight>
                <a:srgbClr val="000000"/>
              </a:highlight>
              <a:latin typeface="Menlo" panose="020B0609030804020204" pitchFamily="49" charset="0"/>
            </a:endParaRPr>
          </a:p>
        </p:txBody>
      </p:sp>
    </p:spTree>
    <p:extLst>
      <p:ext uri="{BB962C8B-B14F-4D97-AF65-F5344CB8AC3E}">
        <p14:creationId xmlns:p14="http://schemas.microsoft.com/office/powerpoint/2010/main" val="2957342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8" presetClass="entr" presetSubtype="0" accel="50000" fill="hold" grpId="0" nodeType="withEffect">
                                  <p:stCondLst>
                                    <p:cond delay="0"/>
                                  </p:stCondLst>
                                  <p:iterate type="lt">
                                    <p:tmPct val="50000"/>
                                  </p:iterate>
                                  <p:childTnLst>
                                    <p:set>
                                      <p:cBhvr>
                                        <p:cTn id="6" dur="1" fill="hold">
                                          <p:stCondLst>
                                            <p:cond delay="0"/>
                                          </p:stCondLst>
                                        </p:cTn>
                                        <p:tgtEl>
                                          <p:spTgt spid="24"/>
                                        </p:tgtEl>
                                        <p:attrNameLst>
                                          <p:attrName>style.visibility</p:attrName>
                                        </p:attrNameLst>
                                      </p:cBhvr>
                                      <p:to>
                                        <p:strVal val="visible"/>
                                      </p:to>
                                    </p:set>
                                    <p:set>
                                      <p:cBhvr>
                                        <p:cTn id="7" dur="9" fill="hold">
                                          <p:stCondLst>
                                            <p:cond delay="0"/>
                                          </p:stCondLst>
                                        </p:cTn>
                                        <p:tgtEl>
                                          <p:spTgt spid="24"/>
                                        </p:tgtEl>
                                        <p:attrNameLst>
                                          <p:attrName>style.rotation</p:attrName>
                                        </p:attrNameLst>
                                      </p:cBhvr>
                                      <p:to>
                                        <p:strVal val="-45.0"/>
                                      </p:to>
                                    </p:set>
                                    <p:anim calcmode="lin" valueType="num">
                                      <p:cBhvr>
                                        <p:cTn id="8" dur="9" fill="hold">
                                          <p:stCondLst>
                                            <p:cond delay="9"/>
                                          </p:stCondLst>
                                        </p:cTn>
                                        <p:tgtEl>
                                          <p:spTgt spid="24"/>
                                        </p:tgtEl>
                                        <p:attrNameLst>
                                          <p:attrName>style.rotation</p:attrName>
                                        </p:attrNameLst>
                                      </p:cBhvr>
                                      <p:tavLst>
                                        <p:tav tm="0">
                                          <p:val>
                                            <p:fltVal val="-45"/>
                                          </p:val>
                                        </p:tav>
                                        <p:tav tm="69900">
                                          <p:val>
                                            <p:fltVal val="45"/>
                                          </p:val>
                                        </p:tav>
                                        <p:tav tm="100000">
                                          <p:val>
                                            <p:fltVal val="0"/>
                                          </p:val>
                                        </p:tav>
                                      </p:tavLst>
                                    </p:anim>
                                    <p:anim calcmode="lin" valueType="num">
                                      <p:cBhvr>
                                        <p:cTn id="9" dur="9" fill="hold">
                                          <p:stCondLst>
                                            <p:cond delay="0"/>
                                          </p:stCondLst>
                                        </p:cTn>
                                        <p:tgtEl>
                                          <p:spTgt spid="24"/>
                                        </p:tgtEl>
                                        <p:attrNameLst>
                                          <p:attrName>ppt_y</p:attrName>
                                        </p:attrNameLst>
                                      </p:cBhvr>
                                      <p:tavLst>
                                        <p:tav tm="0">
                                          <p:val>
                                            <p:strVal val="#ppt_y-1"/>
                                          </p:val>
                                        </p:tav>
                                        <p:tav tm="100000">
                                          <p:val>
                                            <p:strVal val="#ppt_y-(0.354*#ppt_w-0.172*#ppt_h)"/>
                                          </p:val>
                                        </p:tav>
                                      </p:tavLst>
                                    </p:anim>
                                    <p:anim calcmode="lin" valueType="num">
                                      <p:cBhvr>
                                        <p:cTn id="10" dur="2" decel="50000" autoRev="1" fill="hold">
                                          <p:stCondLst>
                                            <p:cond delay="9"/>
                                          </p:stCondLst>
                                        </p:cTn>
                                        <p:tgtEl>
                                          <p:spTgt spid="24"/>
                                        </p:tgtEl>
                                        <p:attrNameLst>
                                          <p:attrName>ppt_y</p:attrName>
                                        </p:attrNameLst>
                                      </p:cBhvr>
                                      <p:tavLst>
                                        <p:tav tm="0">
                                          <p:val>
                                            <p:strVal val="#ppt_y-(0.354*#ppt_w-0.172*#ppt_h)"/>
                                          </p:val>
                                        </p:tav>
                                        <p:tav tm="100000">
                                          <p:val>
                                            <p:strVal val="#ppt_y-(0.354*#ppt_w-0.172*#ppt_h)-#ppt_h/2"/>
                                          </p:val>
                                        </p:tav>
                                      </p:tavLst>
                                    </p:anim>
                                    <p:anim calcmode="lin" valueType="num">
                                      <p:cBhvr>
                                        <p:cTn id="11" dur="1" fill="hold">
                                          <p:stCondLst>
                                            <p:cond delay="19"/>
                                          </p:stCondLst>
                                        </p:cTn>
                                        <p:tgtEl>
                                          <p:spTgt spid="24"/>
                                        </p:tgtEl>
                                        <p:attrNameLst>
                                          <p:attrName>ppt_y</p:attrName>
                                        </p:attrNameLst>
                                      </p:cBhvr>
                                      <p:tavLst>
                                        <p:tav tm="0">
                                          <p:val>
                                            <p:strVal val="#ppt_y-(0.354*#ppt_w-0.172*#ppt_h)"/>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5" name="Google Shape;775;p51"/>
          <p:cNvSpPr/>
          <p:nvPr/>
        </p:nvSpPr>
        <p:spPr>
          <a:xfrm>
            <a:off x="1553601" y="384918"/>
            <a:ext cx="6241140" cy="4116550"/>
          </a:xfrm>
          <a:custGeom>
            <a:avLst/>
            <a:gdLst/>
            <a:ahLst/>
            <a:cxnLst/>
            <a:rect l="l" t="t" r="r" b="b"/>
            <a:pathLst>
              <a:path w="136615" h="89844" extrusionOk="0">
                <a:moveTo>
                  <a:pt x="6912" y="0"/>
                </a:moveTo>
                <a:cubicBezTo>
                  <a:pt x="3087" y="0"/>
                  <a:pt x="1" y="3086"/>
                  <a:pt x="1" y="6911"/>
                </a:cubicBezTo>
                <a:lnTo>
                  <a:pt x="1" y="82933"/>
                </a:lnTo>
                <a:cubicBezTo>
                  <a:pt x="1" y="86758"/>
                  <a:pt x="3087" y="89844"/>
                  <a:pt x="6912" y="89844"/>
                </a:cubicBezTo>
                <a:lnTo>
                  <a:pt x="129704" y="89844"/>
                </a:lnTo>
                <a:cubicBezTo>
                  <a:pt x="133529" y="89844"/>
                  <a:pt x="136615" y="86758"/>
                  <a:pt x="136615" y="82933"/>
                </a:cubicBezTo>
                <a:lnTo>
                  <a:pt x="136615" y="6911"/>
                </a:lnTo>
                <a:cubicBezTo>
                  <a:pt x="136615" y="3086"/>
                  <a:pt x="133529" y="0"/>
                  <a:pt x="129704" y="0"/>
                </a:cubicBezTo>
                <a:close/>
              </a:path>
            </a:pathLst>
          </a:custGeom>
          <a:solidFill>
            <a:srgbClr val="000000"/>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a:p>
        </p:txBody>
      </p:sp>
      <p:sp>
        <p:nvSpPr>
          <p:cNvPr id="776" name="Google Shape;776;p51"/>
          <p:cNvSpPr/>
          <p:nvPr/>
        </p:nvSpPr>
        <p:spPr>
          <a:xfrm>
            <a:off x="4338858" y="4209581"/>
            <a:ext cx="241200" cy="221551"/>
          </a:xfrm>
          <a:custGeom>
            <a:avLst/>
            <a:gdLst/>
            <a:ahLst/>
            <a:cxnLst/>
            <a:rect l="l" t="t" r="r" b="b"/>
            <a:pathLst>
              <a:path w="4597" h="4597" extrusionOk="0">
                <a:moveTo>
                  <a:pt x="2315" y="0"/>
                </a:moveTo>
                <a:cubicBezTo>
                  <a:pt x="1029" y="0"/>
                  <a:pt x="0" y="1029"/>
                  <a:pt x="0" y="2315"/>
                </a:cubicBezTo>
                <a:cubicBezTo>
                  <a:pt x="0" y="3568"/>
                  <a:pt x="1029" y="4597"/>
                  <a:pt x="2315" y="4597"/>
                </a:cubicBezTo>
                <a:cubicBezTo>
                  <a:pt x="3568" y="4597"/>
                  <a:pt x="4597" y="3568"/>
                  <a:pt x="4597" y="2315"/>
                </a:cubicBezTo>
                <a:cubicBezTo>
                  <a:pt x="4597" y="1029"/>
                  <a:pt x="3568" y="0"/>
                  <a:pt x="2315" y="0"/>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a:p>
        </p:txBody>
      </p:sp>
      <p:cxnSp>
        <p:nvCxnSpPr>
          <p:cNvPr id="781" name="Google Shape;781;p51"/>
          <p:cNvCxnSpPr>
            <a:cxnSpLocks/>
          </p:cNvCxnSpPr>
          <p:nvPr/>
        </p:nvCxnSpPr>
        <p:spPr>
          <a:xfrm>
            <a:off x="1553601" y="4153630"/>
            <a:ext cx="6241140" cy="0"/>
          </a:xfrm>
          <a:prstGeom prst="straightConnector1">
            <a:avLst/>
          </a:prstGeom>
          <a:noFill/>
          <a:ln w="19050" cap="flat" cmpd="sng">
            <a:solidFill>
              <a:schemeClr val="dk1"/>
            </a:solidFill>
            <a:prstDash val="solid"/>
            <a:round/>
            <a:headEnd type="none" w="med" len="med"/>
            <a:tailEnd type="none" w="med" len="med"/>
          </a:ln>
        </p:spPr>
      </p:cxnSp>
      <p:sp>
        <p:nvSpPr>
          <p:cNvPr id="783" name="Google Shape;783;p51"/>
          <p:cNvSpPr txBox="1"/>
          <p:nvPr/>
        </p:nvSpPr>
        <p:spPr>
          <a:xfrm>
            <a:off x="8492773" y="114932"/>
            <a:ext cx="470400" cy="514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Krona One"/>
                <a:ea typeface="Krona One"/>
                <a:cs typeface="Krona One"/>
                <a:sym typeface="Krona One"/>
              </a:rPr>
              <a:t>09</a:t>
            </a:r>
            <a:endParaRPr sz="1200">
              <a:solidFill>
                <a:schemeClr val="dk1"/>
              </a:solidFill>
              <a:latin typeface="Krona One"/>
              <a:ea typeface="Krona One"/>
              <a:cs typeface="Krona One"/>
              <a:sym typeface="Krona One"/>
            </a:endParaRPr>
          </a:p>
        </p:txBody>
      </p:sp>
      <p:sp>
        <p:nvSpPr>
          <p:cNvPr id="784" name="Google Shape;784;p51"/>
          <p:cNvSpPr/>
          <p:nvPr/>
        </p:nvSpPr>
        <p:spPr>
          <a:xfrm>
            <a:off x="7952390" y="214532"/>
            <a:ext cx="315300" cy="315300"/>
          </a:xfrm>
          <a:prstGeom prst="diamond">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51">
            <a:hlinkClick r:id="" action="ppaction://hlinkshowjump?jump=previousslide"/>
          </p:cNvPr>
          <p:cNvSpPr/>
          <p:nvPr/>
        </p:nvSpPr>
        <p:spPr>
          <a:xfrm rot="16200000">
            <a:off x="4357956" y="4645063"/>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TextBox 23">
            <a:extLst>
              <a:ext uri="{FF2B5EF4-FFF2-40B4-BE49-F238E27FC236}">
                <a16:creationId xmlns:a16="http://schemas.microsoft.com/office/drawing/2014/main" id="{F627461E-2DA6-B142-8938-E3A5032D0A2F}"/>
              </a:ext>
            </a:extLst>
          </p:cNvPr>
          <p:cNvSpPr txBox="1"/>
          <p:nvPr/>
        </p:nvSpPr>
        <p:spPr>
          <a:xfrm>
            <a:off x="1632426" y="558837"/>
            <a:ext cx="6241139" cy="3768712"/>
          </a:xfrm>
          <a:prstGeom prst="rect">
            <a:avLst/>
          </a:prstGeom>
          <a:noFill/>
        </p:spPr>
        <p:txBody>
          <a:bodyPr wrap="square">
            <a:spAutoFit/>
          </a:bodyPr>
          <a:lstStyle/>
          <a:p>
            <a:r>
              <a:rPr lang="en-US" sz="900" b="0">
                <a:solidFill>
                  <a:srgbClr val="C586C0"/>
                </a:solidFill>
                <a:effectLst/>
                <a:highlight>
                  <a:srgbClr val="000000"/>
                </a:highlight>
                <a:latin typeface="Menlo" panose="020B0609030804020204" pitchFamily="49" charset="0"/>
              </a:rPr>
              <a:t>from</a:t>
            </a:r>
            <a:r>
              <a:rPr lang="en-US" sz="900" b="0">
                <a:solidFill>
                  <a:srgbClr val="D4D4D4"/>
                </a:solidFill>
                <a:effectLst/>
                <a:highlight>
                  <a:srgbClr val="000000"/>
                </a:highlight>
                <a:latin typeface="Menlo" panose="020B0609030804020204" pitchFamily="49" charset="0"/>
              </a:rPr>
              <a:t> </a:t>
            </a:r>
            <a:r>
              <a:rPr lang="en-US" sz="900" b="0">
                <a:solidFill>
                  <a:srgbClr val="4EC9B0"/>
                </a:solidFill>
                <a:effectLst/>
                <a:highlight>
                  <a:srgbClr val="000000"/>
                </a:highlight>
                <a:latin typeface="Menlo" panose="020B0609030804020204" pitchFamily="49" charset="0"/>
              </a:rPr>
              <a:t>sklearn</a:t>
            </a:r>
            <a:r>
              <a:rPr lang="en-US" sz="900" b="0">
                <a:solidFill>
                  <a:srgbClr val="D4D4D4"/>
                </a:solidFill>
                <a:effectLst/>
                <a:highlight>
                  <a:srgbClr val="000000"/>
                </a:highlight>
                <a:latin typeface="Menlo" panose="020B0609030804020204" pitchFamily="49" charset="0"/>
              </a:rPr>
              <a:t>.</a:t>
            </a:r>
            <a:r>
              <a:rPr lang="en-US" sz="900" b="0">
                <a:solidFill>
                  <a:srgbClr val="4EC9B0"/>
                </a:solidFill>
                <a:effectLst/>
                <a:highlight>
                  <a:srgbClr val="000000"/>
                </a:highlight>
                <a:latin typeface="Menlo" panose="020B0609030804020204" pitchFamily="49" charset="0"/>
              </a:rPr>
              <a:t>feature_extraction</a:t>
            </a:r>
            <a:r>
              <a:rPr lang="en-US" sz="900" b="0">
                <a:solidFill>
                  <a:srgbClr val="D4D4D4"/>
                </a:solidFill>
                <a:effectLst/>
                <a:highlight>
                  <a:srgbClr val="000000"/>
                </a:highlight>
                <a:latin typeface="Menlo" panose="020B0609030804020204" pitchFamily="49" charset="0"/>
              </a:rPr>
              <a:t>.</a:t>
            </a:r>
            <a:r>
              <a:rPr lang="en-US" sz="900" b="0">
                <a:solidFill>
                  <a:srgbClr val="4EC9B0"/>
                </a:solidFill>
                <a:effectLst/>
                <a:highlight>
                  <a:srgbClr val="000000"/>
                </a:highlight>
                <a:latin typeface="Menlo" panose="020B0609030804020204" pitchFamily="49" charset="0"/>
              </a:rPr>
              <a:t>text</a:t>
            </a:r>
            <a:r>
              <a:rPr lang="en-US" sz="900" b="0">
                <a:solidFill>
                  <a:srgbClr val="D4D4D4"/>
                </a:solidFill>
                <a:effectLst/>
                <a:highlight>
                  <a:srgbClr val="000000"/>
                </a:highlight>
                <a:latin typeface="Menlo" panose="020B0609030804020204" pitchFamily="49" charset="0"/>
              </a:rPr>
              <a:t> </a:t>
            </a:r>
            <a:r>
              <a:rPr lang="en-US" sz="900" b="0">
                <a:solidFill>
                  <a:srgbClr val="C586C0"/>
                </a:solidFill>
                <a:effectLst/>
                <a:highlight>
                  <a:srgbClr val="000000"/>
                </a:highlight>
                <a:latin typeface="Menlo" panose="020B0609030804020204" pitchFamily="49" charset="0"/>
              </a:rPr>
              <a:t>import</a:t>
            </a:r>
            <a:r>
              <a:rPr lang="en-US" sz="900" b="0">
                <a:solidFill>
                  <a:srgbClr val="D4D4D4"/>
                </a:solidFill>
                <a:effectLst/>
                <a:highlight>
                  <a:srgbClr val="000000"/>
                </a:highlight>
                <a:latin typeface="Menlo" panose="020B0609030804020204" pitchFamily="49" charset="0"/>
              </a:rPr>
              <a:t> </a:t>
            </a:r>
            <a:r>
              <a:rPr lang="en-US" sz="900" b="0">
                <a:solidFill>
                  <a:srgbClr val="4EC9B0"/>
                </a:solidFill>
                <a:effectLst/>
                <a:highlight>
                  <a:srgbClr val="000000"/>
                </a:highlight>
                <a:latin typeface="Menlo" panose="020B0609030804020204" pitchFamily="49" charset="0"/>
              </a:rPr>
              <a:t>TfidfVectorizer</a:t>
            </a:r>
            <a:endParaRPr lang="en-US" sz="900" b="0">
              <a:solidFill>
                <a:srgbClr val="D4D4D4"/>
              </a:solidFill>
              <a:effectLst/>
              <a:highlight>
                <a:srgbClr val="000000"/>
              </a:highlight>
              <a:latin typeface="Menlo" panose="020B0609030804020204" pitchFamily="49" charset="0"/>
            </a:endParaRPr>
          </a:p>
          <a:p>
            <a:r>
              <a:rPr lang="en-US" sz="900" b="0">
                <a:solidFill>
                  <a:srgbClr val="C586C0"/>
                </a:solidFill>
                <a:effectLst/>
                <a:highlight>
                  <a:srgbClr val="000000"/>
                </a:highlight>
                <a:latin typeface="Menlo" panose="020B0609030804020204" pitchFamily="49" charset="0"/>
              </a:rPr>
              <a:t>from</a:t>
            </a:r>
            <a:r>
              <a:rPr lang="en-US" sz="900" b="0">
                <a:solidFill>
                  <a:srgbClr val="D4D4D4"/>
                </a:solidFill>
                <a:effectLst/>
                <a:highlight>
                  <a:srgbClr val="000000"/>
                </a:highlight>
                <a:latin typeface="Menlo" panose="020B0609030804020204" pitchFamily="49" charset="0"/>
              </a:rPr>
              <a:t> </a:t>
            </a:r>
            <a:r>
              <a:rPr lang="en-US" sz="900" b="0">
                <a:solidFill>
                  <a:srgbClr val="4EC9B0"/>
                </a:solidFill>
                <a:effectLst/>
                <a:highlight>
                  <a:srgbClr val="000000"/>
                </a:highlight>
                <a:latin typeface="Menlo" panose="020B0609030804020204" pitchFamily="49" charset="0"/>
              </a:rPr>
              <a:t>sklearn</a:t>
            </a:r>
            <a:r>
              <a:rPr lang="en-US" sz="900" b="0">
                <a:solidFill>
                  <a:srgbClr val="D4D4D4"/>
                </a:solidFill>
                <a:effectLst/>
                <a:highlight>
                  <a:srgbClr val="000000"/>
                </a:highlight>
                <a:latin typeface="Menlo" panose="020B0609030804020204" pitchFamily="49" charset="0"/>
              </a:rPr>
              <a:t>.</a:t>
            </a:r>
            <a:r>
              <a:rPr lang="en-US" sz="900" b="0">
                <a:solidFill>
                  <a:srgbClr val="4EC9B0"/>
                </a:solidFill>
                <a:effectLst/>
                <a:highlight>
                  <a:srgbClr val="000000"/>
                </a:highlight>
                <a:latin typeface="Menlo" panose="020B0609030804020204" pitchFamily="49" charset="0"/>
              </a:rPr>
              <a:t>metrics</a:t>
            </a:r>
            <a:r>
              <a:rPr lang="en-US" sz="900" b="0">
                <a:solidFill>
                  <a:srgbClr val="D4D4D4"/>
                </a:solidFill>
                <a:effectLst/>
                <a:highlight>
                  <a:srgbClr val="000000"/>
                </a:highlight>
                <a:latin typeface="Menlo" panose="020B0609030804020204" pitchFamily="49" charset="0"/>
              </a:rPr>
              <a:t>.</a:t>
            </a:r>
            <a:r>
              <a:rPr lang="en-US" sz="900" b="0">
                <a:solidFill>
                  <a:srgbClr val="4EC9B0"/>
                </a:solidFill>
                <a:effectLst/>
                <a:highlight>
                  <a:srgbClr val="000000"/>
                </a:highlight>
                <a:latin typeface="Menlo" panose="020B0609030804020204" pitchFamily="49" charset="0"/>
              </a:rPr>
              <a:t>pairwise</a:t>
            </a:r>
            <a:r>
              <a:rPr lang="en-US" sz="900" b="0">
                <a:solidFill>
                  <a:srgbClr val="D4D4D4"/>
                </a:solidFill>
                <a:effectLst/>
                <a:highlight>
                  <a:srgbClr val="000000"/>
                </a:highlight>
                <a:latin typeface="Menlo" panose="020B0609030804020204" pitchFamily="49" charset="0"/>
              </a:rPr>
              <a:t> </a:t>
            </a:r>
            <a:r>
              <a:rPr lang="en-US" sz="900" b="0">
                <a:solidFill>
                  <a:srgbClr val="C586C0"/>
                </a:solidFill>
                <a:effectLst/>
                <a:highlight>
                  <a:srgbClr val="000000"/>
                </a:highlight>
                <a:latin typeface="Menlo" panose="020B0609030804020204" pitchFamily="49" charset="0"/>
              </a:rPr>
              <a:t>import</a:t>
            </a:r>
            <a:r>
              <a:rPr lang="en-US" sz="900" b="0">
                <a:solidFill>
                  <a:srgbClr val="D4D4D4"/>
                </a:solidFill>
                <a:effectLst/>
                <a:highlight>
                  <a:srgbClr val="000000"/>
                </a:highlight>
                <a:latin typeface="Menlo" panose="020B0609030804020204" pitchFamily="49" charset="0"/>
              </a:rPr>
              <a:t> </a:t>
            </a:r>
            <a:r>
              <a:rPr lang="en-US" sz="900" b="0">
                <a:solidFill>
                  <a:srgbClr val="DCDCAA"/>
                </a:solidFill>
                <a:effectLst/>
                <a:highlight>
                  <a:srgbClr val="000000"/>
                </a:highlight>
                <a:latin typeface="Menlo" panose="020B0609030804020204" pitchFamily="49" charset="0"/>
              </a:rPr>
              <a:t>linear_kernel</a:t>
            </a:r>
            <a:br>
              <a:rPr lang="en-US" sz="900" b="0">
                <a:solidFill>
                  <a:srgbClr val="D4D4D4"/>
                </a:solidFill>
                <a:effectLst/>
                <a:highlight>
                  <a:srgbClr val="000000"/>
                </a:highlight>
                <a:latin typeface="Menlo" panose="020B0609030804020204" pitchFamily="49" charset="0"/>
              </a:rPr>
            </a:br>
            <a:r>
              <a:rPr lang="en-US" sz="900" b="0">
                <a:solidFill>
                  <a:srgbClr val="6A9955"/>
                </a:solidFill>
                <a:effectLst/>
                <a:highlight>
                  <a:srgbClr val="000000"/>
                </a:highlight>
                <a:latin typeface="Menlo" panose="020B0609030804020204" pitchFamily="49" charset="0"/>
              </a:rPr>
              <a:t># </a:t>
            </a:r>
            <a:r>
              <a:rPr lang="fa-IR" sz="900" b="0">
                <a:solidFill>
                  <a:srgbClr val="6A9955"/>
                </a:solidFill>
                <a:effectLst/>
                <a:highlight>
                  <a:srgbClr val="000000"/>
                </a:highlight>
                <a:latin typeface="Menlo" panose="020B0609030804020204" pitchFamily="49" charset="0"/>
              </a:rPr>
              <a:t>توضیحات مربوط به چند فیلم</a:t>
            </a:r>
            <a:endParaRPr lang="fa-IR" sz="900" b="0">
              <a:solidFill>
                <a:srgbClr val="D4D4D4"/>
              </a:solidFill>
              <a:effectLst/>
              <a:highlight>
                <a:srgbClr val="000000"/>
              </a:highlight>
              <a:latin typeface="Menlo" panose="020B0609030804020204" pitchFamily="49" charset="0"/>
            </a:endParaRPr>
          </a:p>
          <a:p>
            <a:r>
              <a:rPr lang="en-US" sz="900" b="0">
                <a:solidFill>
                  <a:srgbClr val="9CDCFE"/>
                </a:solidFill>
                <a:effectLst/>
                <a:highlight>
                  <a:srgbClr val="000000"/>
                </a:highlight>
                <a:latin typeface="Menlo" panose="020B0609030804020204" pitchFamily="49" charset="0"/>
              </a:rPr>
              <a:t>movies</a:t>
            </a:r>
            <a:r>
              <a:rPr lang="en-US" sz="900" b="0">
                <a:solidFill>
                  <a:srgbClr val="D4D4D4"/>
                </a:solidFill>
                <a:effectLst/>
                <a:highlight>
                  <a:srgbClr val="000000"/>
                </a:highlight>
                <a:latin typeface="Menlo" panose="020B0609030804020204" pitchFamily="49" charset="0"/>
              </a:rPr>
              <a:t> = [</a:t>
            </a:r>
          </a:p>
          <a:p>
            <a:r>
              <a:rPr lang="en-US" sz="900" b="0">
                <a:solidFill>
                  <a:srgbClr val="CE9178"/>
                </a:solidFill>
                <a:effectLst/>
                <a:highlight>
                  <a:srgbClr val="000000"/>
                </a:highlight>
                <a:latin typeface="Menlo" panose="020B0609030804020204" pitchFamily="49" charset="0"/>
              </a:rPr>
              <a:t>"Inception - A mind-bending thriller that dives into dream manipulation."</a:t>
            </a:r>
            <a:r>
              <a:rPr lang="en-US" sz="900" b="0">
                <a:solidFill>
                  <a:srgbClr val="D4D4D4"/>
                </a:solidFill>
                <a:effectLst/>
                <a:highlight>
                  <a:srgbClr val="000000"/>
                </a:highlight>
                <a:latin typeface="Menlo" panose="020B0609030804020204" pitchFamily="49" charset="0"/>
              </a:rPr>
              <a:t>,</a:t>
            </a:r>
          </a:p>
          <a:p>
            <a:r>
              <a:rPr lang="en-US" sz="900" b="0">
                <a:solidFill>
                  <a:srgbClr val="CE9178"/>
                </a:solidFill>
                <a:effectLst/>
                <a:highlight>
                  <a:srgbClr val="000000"/>
                </a:highlight>
                <a:latin typeface="Menlo" panose="020B0609030804020204" pitchFamily="49" charset="0"/>
              </a:rPr>
              <a:t>"The Matrix - A sci-fi classic about an alternate reality controlled by AI."</a:t>
            </a:r>
            <a:r>
              <a:rPr lang="en-US" sz="900" b="0">
                <a:solidFill>
                  <a:srgbClr val="D4D4D4"/>
                </a:solidFill>
                <a:effectLst/>
                <a:highlight>
                  <a:srgbClr val="000000"/>
                </a:highlight>
                <a:latin typeface="Menlo" panose="020B0609030804020204" pitchFamily="49" charset="0"/>
              </a:rPr>
              <a:t>,</a:t>
            </a:r>
          </a:p>
          <a:p>
            <a:r>
              <a:rPr lang="en-US" sz="900" b="0">
                <a:solidFill>
                  <a:srgbClr val="CE9178"/>
                </a:solidFill>
                <a:effectLst/>
                <a:highlight>
                  <a:srgbClr val="000000"/>
                </a:highlight>
                <a:latin typeface="Menlo" panose="020B0609030804020204" pitchFamily="49" charset="0"/>
              </a:rPr>
              <a:t>"Interstellar - A journey through space to find a new home for humanity."</a:t>
            </a:r>
            <a:r>
              <a:rPr lang="en-US" sz="900" b="0">
                <a:solidFill>
                  <a:srgbClr val="D4D4D4"/>
                </a:solidFill>
                <a:effectLst/>
                <a:highlight>
                  <a:srgbClr val="000000"/>
                </a:highlight>
                <a:latin typeface="Menlo" panose="020B0609030804020204" pitchFamily="49" charset="0"/>
              </a:rPr>
              <a:t>,</a:t>
            </a:r>
          </a:p>
          <a:p>
            <a:r>
              <a:rPr lang="en-US" sz="900" b="0">
                <a:solidFill>
                  <a:srgbClr val="CE9178"/>
                </a:solidFill>
                <a:effectLst/>
                <a:highlight>
                  <a:srgbClr val="000000"/>
                </a:highlight>
                <a:latin typeface="Menlo" panose="020B0609030804020204" pitchFamily="49" charset="0"/>
              </a:rPr>
              <a:t>"Shutter Island - A psychological thriller with dark mysteries."</a:t>
            </a:r>
            <a:r>
              <a:rPr lang="en-US" sz="900" b="0">
                <a:solidFill>
                  <a:srgbClr val="D4D4D4"/>
                </a:solidFill>
                <a:effectLst/>
                <a:highlight>
                  <a:srgbClr val="000000"/>
                </a:highlight>
                <a:latin typeface="Menlo" panose="020B0609030804020204" pitchFamily="49" charset="0"/>
              </a:rPr>
              <a:t>,</a:t>
            </a:r>
          </a:p>
          <a:p>
            <a:r>
              <a:rPr lang="en-US" sz="900" b="0">
                <a:solidFill>
                  <a:srgbClr val="CE9178"/>
                </a:solidFill>
                <a:effectLst/>
                <a:highlight>
                  <a:srgbClr val="000000"/>
                </a:highlight>
                <a:latin typeface="Menlo" panose="020B0609030804020204" pitchFamily="49" charset="0"/>
              </a:rPr>
              <a:t>"The Prestige - A story of rivalry between two magicians with mind-bending twists."</a:t>
            </a:r>
            <a:r>
              <a:rPr lang="en-US" sz="900" b="0">
                <a:solidFill>
                  <a:srgbClr val="D4D4D4"/>
                </a:solidFill>
                <a:effectLst/>
                <a:highlight>
                  <a:srgbClr val="000000"/>
                </a:highlight>
                <a:latin typeface="Menlo" panose="020B0609030804020204" pitchFamily="49" charset="0"/>
              </a:rPr>
              <a:t>,]</a:t>
            </a:r>
            <a:br>
              <a:rPr lang="en-US" sz="900" b="0">
                <a:solidFill>
                  <a:srgbClr val="D4D4D4"/>
                </a:solidFill>
                <a:effectLst/>
                <a:highlight>
                  <a:srgbClr val="000000"/>
                </a:highlight>
                <a:latin typeface="Menlo" panose="020B0609030804020204" pitchFamily="49" charset="0"/>
              </a:rPr>
            </a:br>
            <a:r>
              <a:rPr lang="en-US" sz="900" b="0">
                <a:solidFill>
                  <a:srgbClr val="6A9955"/>
                </a:solidFill>
                <a:effectLst/>
                <a:highlight>
                  <a:srgbClr val="000000"/>
                </a:highlight>
                <a:latin typeface="Menlo" panose="020B0609030804020204" pitchFamily="49" charset="0"/>
              </a:rPr>
              <a:t># </a:t>
            </a:r>
            <a:r>
              <a:rPr lang="fa-IR" sz="900" b="0">
                <a:solidFill>
                  <a:srgbClr val="6A9955"/>
                </a:solidFill>
                <a:effectLst/>
                <a:highlight>
                  <a:srgbClr val="000000"/>
                </a:highlight>
                <a:latin typeface="Menlo" panose="020B0609030804020204" pitchFamily="49" charset="0"/>
              </a:rPr>
              <a:t>تبدیل توضیحات فیلم‌ها به بردارهای </a:t>
            </a:r>
            <a:r>
              <a:rPr lang="en-US" sz="900" b="0">
                <a:solidFill>
                  <a:srgbClr val="6A9955"/>
                </a:solidFill>
                <a:effectLst/>
                <a:highlight>
                  <a:srgbClr val="000000"/>
                </a:highlight>
                <a:latin typeface="Menlo" panose="020B0609030804020204" pitchFamily="49" charset="0"/>
              </a:rPr>
              <a:t>TF-IDF</a:t>
            </a:r>
            <a:endParaRPr lang="en-US" sz="900" b="0">
              <a:solidFill>
                <a:srgbClr val="D4D4D4"/>
              </a:solidFill>
              <a:effectLst/>
              <a:highlight>
                <a:srgbClr val="000000"/>
              </a:highlight>
              <a:latin typeface="Menlo" panose="020B0609030804020204" pitchFamily="49" charset="0"/>
            </a:endParaRPr>
          </a:p>
          <a:p>
            <a:r>
              <a:rPr lang="en-US" sz="900" b="0">
                <a:solidFill>
                  <a:srgbClr val="9CDCFE"/>
                </a:solidFill>
                <a:effectLst/>
                <a:highlight>
                  <a:srgbClr val="000000"/>
                </a:highlight>
                <a:latin typeface="Menlo" panose="020B0609030804020204" pitchFamily="49" charset="0"/>
              </a:rPr>
              <a:t>tfidf</a:t>
            </a:r>
            <a:r>
              <a:rPr lang="en-US" sz="900" b="0">
                <a:solidFill>
                  <a:srgbClr val="D4D4D4"/>
                </a:solidFill>
                <a:effectLst/>
                <a:highlight>
                  <a:srgbClr val="000000"/>
                </a:highlight>
                <a:latin typeface="Menlo" panose="020B0609030804020204" pitchFamily="49" charset="0"/>
              </a:rPr>
              <a:t> = </a:t>
            </a:r>
            <a:r>
              <a:rPr lang="en-US" sz="900" b="0">
                <a:solidFill>
                  <a:srgbClr val="4EC9B0"/>
                </a:solidFill>
                <a:effectLst/>
                <a:highlight>
                  <a:srgbClr val="000000"/>
                </a:highlight>
                <a:latin typeface="Menlo" panose="020B0609030804020204" pitchFamily="49" charset="0"/>
              </a:rPr>
              <a:t>TfidfVectorizer</a:t>
            </a:r>
            <a:r>
              <a:rPr lang="en-US" sz="900" b="0">
                <a:solidFill>
                  <a:srgbClr val="D4D4D4"/>
                </a:solidFill>
                <a:effectLst/>
                <a:highlight>
                  <a:srgbClr val="000000"/>
                </a:highlight>
                <a:latin typeface="Menlo" panose="020B0609030804020204" pitchFamily="49" charset="0"/>
              </a:rPr>
              <a:t>()</a:t>
            </a:r>
          </a:p>
          <a:p>
            <a:r>
              <a:rPr lang="en-US" sz="900" b="0">
                <a:solidFill>
                  <a:srgbClr val="9CDCFE"/>
                </a:solidFill>
                <a:effectLst/>
                <a:highlight>
                  <a:srgbClr val="000000"/>
                </a:highlight>
                <a:latin typeface="Menlo" panose="020B0609030804020204" pitchFamily="49" charset="0"/>
              </a:rPr>
              <a:t>tfidf_matrix</a:t>
            </a:r>
            <a:r>
              <a:rPr lang="en-US" sz="900" b="0">
                <a:solidFill>
                  <a:srgbClr val="D4D4D4"/>
                </a:solidFill>
                <a:effectLst/>
                <a:highlight>
                  <a:srgbClr val="000000"/>
                </a:highlight>
                <a:latin typeface="Menlo" panose="020B0609030804020204" pitchFamily="49" charset="0"/>
              </a:rPr>
              <a:t> = </a:t>
            </a:r>
            <a:r>
              <a:rPr lang="en-US" sz="900" b="0">
                <a:solidFill>
                  <a:srgbClr val="9CDCFE"/>
                </a:solidFill>
                <a:effectLst/>
                <a:highlight>
                  <a:srgbClr val="000000"/>
                </a:highlight>
                <a:latin typeface="Menlo" panose="020B0609030804020204" pitchFamily="49" charset="0"/>
              </a:rPr>
              <a:t>tfidf</a:t>
            </a:r>
            <a:r>
              <a:rPr lang="en-US" sz="900" b="0">
                <a:solidFill>
                  <a:srgbClr val="D4D4D4"/>
                </a:solidFill>
                <a:effectLst/>
                <a:highlight>
                  <a:srgbClr val="000000"/>
                </a:highlight>
                <a:latin typeface="Menlo" panose="020B0609030804020204" pitchFamily="49" charset="0"/>
              </a:rPr>
              <a:t>.</a:t>
            </a:r>
            <a:r>
              <a:rPr lang="en-US" sz="900" b="0">
                <a:solidFill>
                  <a:srgbClr val="DCDCAA"/>
                </a:solidFill>
                <a:effectLst/>
                <a:highlight>
                  <a:srgbClr val="000000"/>
                </a:highlight>
                <a:latin typeface="Menlo" panose="020B0609030804020204" pitchFamily="49" charset="0"/>
              </a:rPr>
              <a:t>fit_transform</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movies</a:t>
            </a:r>
            <a:r>
              <a:rPr lang="en-US" sz="900" b="0">
                <a:solidFill>
                  <a:srgbClr val="D4D4D4"/>
                </a:solidFill>
                <a:effectLst/>
                <a:highlight>
                  <a:srgbClr val="000000"/>
                </a:highlight>
                <a:latin typeface="Menlo" panose="020B0609030804020204" pitchFamily="49" charset="0"/>
              </a:rPr>
              <a:t>)</a:t>
            </a:r>
            <a:br>
              <a:rPr lang="en-US" sz="900" b="0">
                <a:solidFill>
                  <a:srgbClr val="D4D4D4"/>
                </a:solidFill>
                <a:effectLst/>
                <a:highlight>
                  <a:srgbClr val="000000"/>
                </a:highlight>
                <a:latin typeface="Menlo" panose="020B0609030804020204" pitchFamily="49" charset="0"/>
              </a:rPr>
            </a:br>
            <a:r>
              <a:rPr lang="en-US" sz="900" b="0">
                <a:solidFill>
                  <a:srgbClr val="6A9955"/>
                </a:solidFill>
                <a:effectLst/>
                <a:highlight>
                  <a:srgbClr val="000000"/>
                </a:highlight>
                <a:latin typeface="Menlo" panose="020B0609030804020204" pitchFamily="49" charset="0"/>
              </a:rPr>
              <a:t># </a:t>
            </a:r>
            <a:r>
              <a:rPr lang="fa-IR" sz="900" b="0">
                <a:solidFill>
                  <a:srgbClr val="6A9955"/>
                </a:solidFill>
                <a:effectLst/>
                <a:highlight>
                  <a:srgbClr val="000000"/>
                </a:highlight>
                <a:latin typeface="Menlo" panose="020B0609030804020204" pitchFamily="49" charset="0"/>
              </a:rPr>
              <a:t>محاسبه شباهت کسینوسی بین فیلم‌ها</a:t>
            </a:r>
            <a:endParaRPr lang="fa-IR" sz="900" b="0">
              <a:solidFill>
                <a:srgbClr val="D4D4D4"/>
              </a:solidFill>
              <a:effectLst/>
              <a:highlight>
                <a:srgbClr val="000000"/>
              </a:highlight>
              <a:latin typeface="Menlo" panose="020B0609030804020204" pitchFamily="49" charset="0"/>
            </a:endParaRPr>
          </a:p>
          <a:p>
            <a:r>
              <a:rPr lang="en-US" sz="900" b="0">
                <a:solidFill>
                  <a:srgbClr val="9CDCFE"/>
                </a:solidFill>
                <a:effectLst/>
                <a:highlight>
                  <a:srgbClr val="000000"/>
                </a:highlight>
                <a:latin typeface="Menlo" panose="020B0609030804020204" pitchFamily="49" charset="0"/>
              </a:rPr>
              <a:t>cosine_similarities</a:t>
            </a:r>
            <a:r>
              <a:rPr lang="en-US" sz="900" b="0">
                <a:solidFill>
                  <a:srgbClr val="D4D4D4"/>
                </a:solidFill>
                <a:effectLst/>
                <a:highlight>
                  <a:srgbClr val="000000"/>
                </a:highlight>
                <a:latin typeface="Menlo" panose="020B0609030804020204" pitchFamily="49" charset="0"/>
              </a:rPr>
              <a:t> = </a:t>
            </a:r>
            <a:r>
              <a:rPr lang="en-US" sz="900" b="0">
                <a:solidFill>
                  <a:srgbClr val="DCDCAA"/>
                </a:solidFill>
                <a:effectLst/>
                <a:highlight>
                  <a:srgbClr val="000000"/>
                </a:highlight>
                <a:latin typeface="Menlo" panose="020B0609030804020204" pitchFamily="49" charset="0"/>
              </a:rPr>
              <a:t>linear_kernel</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tfidf_matrix</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tfidf_matrix</a:t>
            </a:r>
            <a:r>
              <a:rPr lang="en-US" sz="900" b="0">
                <a:solidFill>
                  <a:srgbClr val="D4D4D4"/>
                </a:solidFill>
                <a:effectLst/>
                <a:highlight>
                  <a:srgbClr val="000000"/>
                </a:highlight>
                <a:latin typeface="Menlo" panose="020B0609030804020204" pitchFamily="49" charset="0"/>
              </a:rPr>
              <a:t>)</a:t>
            </a:r>
            <a:br>
              <a:rPr lang="en-US" sz="900" b="0">
                <a:solidFill>
                  <a:srgbClr val="D4D4D4"/>
                </a:solidFill>
                <a:effectLst/>
                <a:highlight>
                  <a:srgbClr val="000000"/>
                </a:highlight>
                <a:latin typeface="Menlo" panose="020B0609030804020204" pitchFamily="49" charset="0"/>
              </a:rPr>
            </a:br>
            <a:r>
              <a:rPr lang="en-US" sz="900" b="0">
                <a:solidFill>
                  <a:srgbClr val="6A9955"/>
                </a:solidFill>
                <a:effectLst/>
                <a:highlight>
                  <a:srgbClr val="000000"/>
                </a:highlight>
                <a:latin typeface="Menlo" panose="020B0609030804020204" pitchFamily="49" charset="0"/>
              </a:rPr>
              <a:t># </a:t>
            </a:r>
            <a:r>
              <a:rPr lang="fa-IR" sz="900" b="0">
                <a:solidFill>
                  <a:srgbClr val="6A9955"/>
                </a:solidFill>
                <a:effectLst/>
                <a:highlight>
                  <a:srgbClr val="000000"/>
                </a:highlight>
                <a:latin typeface="Menlo" panose="020B0609030804020204" pitchFamily="49" charset="0"/>
              </a:rPr>
              <a:t>تعریف تابعی برای پیشنهاد فیلم‌ها بر اساس شباهت</a:t>
            </a:r>
            <a:endParaRPr lang="fa-IR" sz="900" b="0">
              <a:solidFill>
                <a:srgbClr val="D4D4D4"/>
              </a:solidFill>
              <a:effectLst/>
              <a:highlight>
                <a:srgbClr val="000000"/>
              </a:highlight>
              <a:latin typeface="Menlo" panose="020B0609030804020204" pitchFamily="49" charset="0"/>
            </a:endParaRPr>
          </a:p>
          <a:p>
            <a:r>
              <a:rPr lang="en-US" sz="900" b="0">
                <a:solidFill>
                  <a:srgbClr val="569CD6"/>
                </a:solidFill>
                <a:effectLst/>
                <a:highlight>
                  <a:srgbClr val="000000"/>
                </a:highlight>
                <a:latin typeface="Menlo" panose="020B0609030804020204" pitchFamily="49" charset="0"/>
              </a:rPr>
              <a:t>def</a:t>
            </a:r>
            <a:r>
              <a:rPr lang="en-US" sz="900" b="0">
                <a:solidFill>
                  <a:srgbClr val="D4D4D4"/>
                </a:solidFill>
                <a:effectLst/>
                <a:highlight>
                  <a:srgbClr val="000000"/>
                </a:highlight>
                <a:latin typeface="Menlo" panose="020B0609030804020204" pitchFamily="49" charset="0"/>
              </a:rPr>
              <a:t> </a:t>
            </a:r>
            <a:r>
              <a:rPr lang="en-US" sz="900" b="0">
                <a:solidFill>
                  <a:srgbClr val="DCDCAA"/>
                </a:solidFill>
                <a:effectLst/>
                <a:highlight>
                  <a:srgbClr val="000000"/>
                </a:highlight>
                <a:latin typeface="Menlo" panose="020B0609030804020204" pitchFamily="49" charset="0"/>
              </a:rPr>
              <a:t>recommend_movies</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movie_index</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num_recommendations</a:t>
            </a:r>
            <a:r>
              <a:rPr lang="en-US" sz="900" b="0">
                <a:solidFill>
                  <a:srgbClr val="D4D4D4"/>
                </a:solidFill>
                <a:effectLst/>
                <a:highlight>
                  <a:srgbClr val="000000"/>
                </a:highlight>
                <a:latin typeface="Menlo" panose="020B0609030804020204" pitchFamily="49" charset="0"/>
              </a:rPr>
              <a:t>=</a:t>
            </a:r>
            <a:r>
              <a:rPr lang="en-US" sz="900" b="0">
                <a:solidFill>
                  <a:srgbClr val="B5CEA8"/>
                </a:solidFill>
                <a:effectLst/>
                <a:highlight>
                  <a:srgbClr val="000000"/>
                </a:highlight>
                <a:latin typeface="Menlo" panose="020B0609030804020204" pitchFamily="49" charset="0"/>
              </a:rPr>
              <a:t>2</a:t>
            </a:r>
            <a:r>
              <a:rPr lang="en-US" sz="900" b="0">
                <a:solidFill>
                  <a:srgbClr val="D4D4D4"/>
                </a:solidFill>
                <a:effectLst/>
                <a:highlight>
                  <a:srgbClr val="000000"/>
                </a:highlight>
                <a:latin typeface="Menlo" panose="020B0609030804020204" pitchFamily="49" charset="0"/>
              </a:rPr>
              <a:t>):</a:t>
            </a:r>
          </a:p>
          <a:p>
            <a:r>
              <a:rPr lang="en-US" sz="900" b="0">
                <a:solidFill>
                  <a:srgbClr val="9CDCFE"/>
                </a:solidFill>
                <a:effectLst/>
                <a:highlight>
                  <a:srgbClr val="000000"/>
                </a:highlight>
                <a:latin typeface="Menlo" panose="020B0609030804020204" pitchFamily="49" charset="0"/>
              </a:rPr>
              <a:t>similarity_scores</a:t>
            </a:r>
            <a:r>
              <a:rPr lang="en-US" sz="900" b="0">
                <a:solidFill>
                  <a:srgbClr val="D4D4D4"/>
                </a:solidFill>
                <a:effectLst/>
                <a:highlight>
                  <a:srgbClr val="000000"/>
                </a:highlight>
                <a:latin typeface="Menlo" panose="020B0609030804020204" pitchFamily="49" charset="0"/>
              </a:rPr>
              <a:t> = </a:t>
            </a:r>
            <a:r>
              <a:rPr lang="en-US" sz="900" b="0">
                <a:solidFill>
                  <a:srgbClr val="4EC9B0"/>
                </a:solidFill>
                <a:effectLst/>
                <a:highlight>
                  <a:srgbClr val="000000"/>
                </a:highlight>
                <a:latin typeface="Menlo" panose="020B0609030804020204" pitchFamily="49" charset="0"/>
              </a:rPr>
              <a:t>list</a:t>
            </a:r>
            <a:r>
              <a:rPr lang="en-US" sz="900" b="0">
                <a:solidFill>
                  <a:srgbClr val="D4D4D4"/>
                </a:solidFill>
                <a:effectLst/>
                <a:highlight>
                  <a:srgbClr val="000000"/>
                </a:highlight>
                <a:latin typeface="Menlo" panose="020B0609030804020204" pitchFamily="49" charset="0"/>
              </a:rPr>
              <a:t>(</a:t>
            </a:r>
            <a:r>
              <a:rPr lang="en-US" sz="900" b="0">
                <a:solidFill>
                  <a:srgbClr val="4EC9B0"/>
                </a:solidFill>
                <a:effectLst/>
                <a:highlight>
                  <a:srgbClr val="000000"/>
                </a:highlight>
                <a:latin typeface="Menlo" panose="020B0609030804020204" pitchFamily="49" charset="0"/>
              </a:rPr>
              <a:t>enumerate</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cosine_similarities</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movie_index</a:t>
            </a:r>
            <a:r>
              <a:rPr lang="en-US" sz="900" b="0">
                <a:solidFill>
                  <a:srgbClr val="D4D4D4"/>
                </a:solidFill>
                <a:effectLst/>
                <a:highlight>
                  <a:srgbClr val="000000"/>
                </a:highlight>
                <a:latin typeface="Menlo" panose="020B0609030804020204" pitchFamily="49" charset="0"/>
              </a:rPr>
              <a:t>]))</a:t>
            </a:r>
          </a:p>
          <a:p>
            <a:r>
              <a:rPr lang="en-US" sz="900" b="0">
                <a:solidFill>
                  <a:srgbClr val="9CDCFE"/>
                </a:solidFill>
                <a:effectLst/>
                <a:highlight>
                  <a:srgbClr val="000000"/>
                </a:highlight>
                <a:latin typeface="Menlo" panose="020B0609030804020204" pitchFamily="49" charset="0"/>
              </a:rPr>
              <a:t>similarity_scores</a:t>
            </a:r>
            <a:r>
              <a:rPr lang="en-US" sz="900" b="0">
                <a:solidFill>
                  <a:srgbClr val="D4D4D4"/>
                </a:solidFill>
                <a:effectLst/>
                <a:highlight>
                  <a:srgbClr val="000000"/>
                </a:highlight>
                <a:latin typeface="Menlo" panose="020B0609030804020204" pitchFamily="49" charset="0"/>
              </a:rPr>
              <a:t> = </a:t>
            </a:r>
            <a:r>
              <a:rPr lang="en-US" sz="900" b="0">
                <a:solidFill>
                  <a:srgbClr val="DCDCAA"/>
                </a:solidFill>
                <a:effectLst/>
                <a:highlight>
                  <a:srgbClr val="000000"/>
                </a:highlight>
                <a:latin typeface="Menlo" panose="020B0609030804020204" pitchFamily="49" charset="0"/>
              </a:rPr>
              <a:t>sorted</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similarity_scores</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key</a:t>
            </a:r>
            <a:r>
              <a:rPr lang="en-US" sz="900" b="0">
                <a:solidFill>
                  <a:srgbClr val="D4D4D4"/>
                </a:solidFill>
                <a:effectLst/>
                <a:highlight>
                  <a:srgbClr val="000000"/>
                </a:highlight>
                <a:latin typeface="Menlo" panose="020B0609030804020204" pitchFamily="49" charset="0"/>
              </a:rPr>
              <a:t>=</a:t>
            </a:r>
            <a:r>
              <a:rPr lang="en-US" sz="900" b="0">
                <a:solidFill>
                  <a:srgbClr val="569CD6"/>
                </a:solidFill>
                <a:effectLst/>
                <a:highlight>
                  <a:srgbClr val="000000"/>
                </a:highlight>
                <a:latin typeface="Menlo" panose="020B0609030804020204" pitchFamily="49" charset="0"/>
              </a:rPr>
              <a:t>lambda</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x</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x</a:t>
            </a:r>
            <a:r>
              <a:rPr lang="en-US" sz="900" b="0">
                <a:solidFill>
                  <a:srgbClr val="D4D4D4"/>
                </a:solidFill>
                <a:effectLst/>
                <a:highlight>
                  <a:srgbClr val="000000"/>
                </a:highlight>
                <a:latin typeface="Menlo" panose="020B0609030804020204" pitchFamily="49" charset="0"/>
              </a:rPr>
              <a:t>[</a:t>
            </a:r>
            <a:r>
              <a:rPr lang="en-US" sz="900" b="0">
                <a:solidFill>
                  <a:srgbClr val="B5CEA8"/>
                </a:solidFill>
                <a:effectLst/>
                <a:highlight>
                  <a:srgbClr val="000000"/>
                </a:highlight>
                <a:latin typeface="Menlo" panose="020B0609030804020204" pitchFamily="49" charset="0"/>
              </a:rPr>
              <a:t>1</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reverse</a:t>
            </a:r>
            <a:r>
              <a:rPr lang="en-US" sz="900" b="0">
                <a:solidFill>
                  <a:srgbClr val="D4D4D4"/>
                </a:solidFill>
                <a:effectLst/>
                <a:highlight>
                  <a:srgbClr val="000000"/>
                </a:highlight>
                <a:latin typeface="Menlo" panose="020B0609030804020204" pitchFamily="49" charset="0"/>
              </a:rPr>
              <a:t>=</a:t>
            </a:r>
            <a:r>
              <a:rPr lang="en-US" sz="900" b="0">
                <a:solidFill>
                  <a:srgbClr val="569CD6"/>
                </a:solidFill>
                <a:effectLst/>
                <a:highlight>
                  <a:srgbClr val="000000"/>
                </a:highlight>
                <a:latin typeface="Menlo" panose="020B0609030804020204" pitchFamily="49" charset="0"/>
              </a:rPr>
              <a:t>True</a:t>
            </a:r>
            <a:r>
              <a:rPr lang="en-US" sz="900" b="0">
                <a:solidFill>
                  <a:srgbClr val="D4D4D4"/>
                </a:solidFill>
                <a:effectLst/>
                <a:highlight>
                  <a:srgbClr val="000000"/>
                </a:highlight>
                <a:latin typeface="Menlo" panose="020B0609030804020204" pitchFamily="49" charset="0"/>
              </a:rPr>
              <a:t>)</a:t>
            </a:r>
          </a:p>
          <a:p>
            <a:r>
              <a:rPr lang="en-US" sz="900" b="0">
                <a:solidFill>
                  <a:srgbClr val="9CDCFE"/>
                </a:solidFill>
                <a:effectLst/>
                <a:highlight>
                  <a:srgbClr val="000000"/>
                </a:highlight>
                <a:latin typeface="Menlo" panose="020B0609030804020204" pitchFamily="49" charset="0"/>
              </a:rPr>
              <a:t>similarity_scores</a:t>
            </a:r>
            <a:r>
              <a:rPr lang="en-US" sz="900" b="0">
                <a:solidFill>
                  <a:srgbClr val="D4D4D4"/>
                </a:solidFill>
                <a:effectLst/>
                <a:highlight>
                  <a:srgbClr val="000000"/>
                </a:highlight>
                <a:latin typeface="Menlo" panose="020B0609030804020204" pitchFamily="49" charset="0"/>
              </a:rPr>
              <a:t> = </a:t>
            </a:r>
            <a:r>
              <a:rPr lang="en-US" sz="900" b="0">
                <a:solidFill>
                  <a:srgbClr val="9CDCFE"/>
                </a:solidFill>
                <a:effectLst/>
                <a:highlight>
                  <a:srgbClr val="000000"/>
                </a:highlight>
                <a:latin typeface="Menlo" panose="020B0609030804020204" pitchFamily="49" charset="0"/>
              </a:rPr>
              <a:t>similarity_scores</a:t>
            </a:r>
            <a:r>
              <a:rPr lang="en-US" sz="900" b="0">
                <a:solidFill>
                  <a:srgbClr val="D4D4D4"/>
                </a:solidFill>
                <a:effectLst/>
                <a:highlight>
                  <a:srgbClr val="000000"/>
                </a:highlight>
                <a:latin typeface="Menlo" panose="020B0609030804020204" pitchFamily="49" charset="0"/>
              </a:rPr>
              <a:t>[</a:t>
            </a:r>
            <a:r>
              <a:rPr lang="en-US" sz="900" b="0">
                <a:solidFill>
                  <a:srgbClr val="B5CEA8"/>
                </a:solidFill>
                <a:effectLst/>
                <a:highlight>
                  <a:srgbClr val="000000"/>
                </a:highlight>
                <a:latin typeface="Menlo" panose="020B0609030804020204" pitchFamily="49" charset="0"/>
              </a:rPr>
              <a:t>1</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num_recommendations</a:t>
            </a:r>
            <a:r>
              <a:rPr lang="en-US" sz="900" b="0">
                <a:solidFill>
                  <a:srgbClr val="D4D4D4"/>
                </a:solidFill>
                <a:effectLst/>
                <a:highlight>
                  <a:srgbClr val="000000"/>
                </a:highlight>
                <a:latin typeface="Menlo" panose="020B0609030804020204" pitchFamily="49" charset="0"/>
              </a:rPr>
              <a:t>+</a:t>
            </a:r>
            <a:r>
              <a:rPr lang="en-US" sz="900" b="0">
                <a:solidFill>
                  <a:srgbClr val="B5CEA8"/>
                </a:solidFill>
                <a:effectLst/>
                <a:highlight>
                  <a:srgbClr val="000000"/>
                </a:highlight>
                <a:latin typeface="Menlo" panose="020B0609030804020204" pitchFamily="49" charset="0"/>
              </a:rPr>
              <a:t>1</a:t>
            </a:r>
            <a:r>
              <a:rPr lang="en-US" sz="900" b="0">
                <a:solidFill>
                  <a:srgbClr val="D4D4D4"/>
                </a:solidFill>
                <a:effectLst/>
                <a:highlight>
                  <a:srgbClr val="000000"/>
                </a:highlight>
                <a:latin typeface="Menlo" panose="020B0609030804020204" pitchFamily="49" charset="0"/>
              </a:rPr>
              <a:t>] </a:t>
            </a:r>
            <a:r>
              <a:rPr lang="en-US" sz="900" b="0">
                <a:solidFill>
                  <a:srgbClr val="6A9955"/>
                </a:solidFill>
                <a:effectLst/>
                <a:highlight>
                  <a:srgbClr val="000000"/>
                </a:highlight>
                <a:latin typeface="Menlo" panose="020B0609030804020204" pitchFamily="49" charset="0"/>
              </a:rPr>
              <a:t># </a:t>
            </a:r>
            <a:r>
              <a:rPr lang="fa-IR" sz="900" b="0">
                <a:solidFill>
                  <a:srgbClr val="6A9955"/>
                </a:solidFill>
                <a:effectLst/>
                <a:highlight>
                  <a:srgbClr val="000000"/>
                </a:highlight>
                <a:latin typeface="Menlo" panose="020B0609030804020204" pitchFamily="49" charset="0"/>
              </a:rPr>
              <a:t>حذف فیلم اصلی و انتخاب دو فیلم مشابه</a:t>
            </a:r>
            <a:endParaRPr lang="fa-IR" sz="900" b="0">
              <a:solidFill>
                <a:srgbClr val="D4D4D4"/>
              </a:solidFill>
              <a:effectLst/>
              <a:highlight>
                <a:srgbClr val="000000"/>
              </a:highlight>
              <a:latin typeface="Menlo" panose="020B0609030804020204" pitchFamily="49" charset="0"/>
            </a:endParaRPr>
          </a:p>
          <a:p>
            <a:r>
              <a:rPr lang="en-US" sz="900" b="0">
                <a:solidFill>
                  <a:srgbClr val="DCDCAA"/>
                </a:solidFill>
                <a:effectLst/>
                <a:highlight>
                  <a:srgbClr val="000000"/>
                </a:highlight>
                <a:latin typeface="Menlo" panose="020B0609030804020204" pitchFamily="49" charset="0"/>
              </a:rPr>
              <a:t>print</a:t>
            </a:r>
            <a:r>
              <a:rPr lang="en-US" sz="900" b="0">
                <a:solidFill>
                  <a:srgbClr val="D4D4D4"/>
                </a:solidFill>
                <a:effectLst/>
                <a:highlight>
                  <a:srgbClr val="000000"/>
                </a:highlight>
                <a:latin typeface="Menlo" panose="020B0609030804020204" pitchFamily="49" charset="0"/>
              </a:rPr>
              <a:t>(</a:t>
            </a:r>
            <a:r>
              <a:rPr lang="en-US" sz="900" b="0">
                <a:solidFill>
                  <a:srgbClr val="569CD6"/>
                </a:solidFill>
                <a:effectLst/>
                <a:highlight>
                  <a:srgbClr val="000000"/>
                </a:highlight>
                <a:latin typeface="Menlo" panose="020B0609030804020204" pitchFamily="49" charset="0"/>
              </a:rPr>
              <a:t>f</a:t>
            </a:r>
            <a:r>
              <a:rPr lang="en-US" sz="900" b="0">
                <a:solidFill>
                  <a:srgbClr val="CE9178"/>
                </a:solidFill>
                <a:effectLst/>
                <a:highlight>
                  <a:srgbClr val="000000"/>
                </a:highlight>
                <a:latin typeface="Menlo" panose="020B0609030804020204" pitchFamily="49" charset="0"/>
              </a:rPr>
              <a:t>"Recommendations for '</a:t>
            </a:r>
            <a:r>
              <a:rPr lang="en-US" sz="900" b="0">
                <a:solidFill>
                  <a:srgbClr val="569CD6"/>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movies</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movie_index</a:t>
            </a:r>
            <a:r>
              <a:rPr lang="en-US" sz="900" b="0">
                <a:solidFill>
                  <a:srgbClr val="D4D4D4"/>
                </a:solidFill>
                <a:effectLst/>
                <a:highlight>
                  <a:srgbClr val="000000"/>
                </a:highlight>
                <a:latin typeface="Menlo" panose="020B0609030804020204" pitchFamily="49" charset="0"/>
              </a:rPr>
              <a:t>]</a:t>
            </a:r>
            <a:r>
              <a:rPr lang="en-US" sz="900" b="0">
                <a:solidFill>
                  <a:srgbClr val="569CD6"/>
                </a:solidFill>
                <a:effectLst/>
                <a:highlight>
                  <a:srgbClr val="000000"/>
                </a:highlight>
                <a:latin typeface="Menlo" panose="020B0609030804020204" pitchFamily="49" charset="0"/>
              </a:rPr>
              <a:t>}</a:t>
            </a:r>
            <a:r>
              <a:rPr lang="en-US" sz="900" b="0">
                <a:solidFill>
                  <a:srgbClr val="CE9178"/>
                </a:solidFill>
                <a:effectLst/>
                <a:highlight>
                  <a:srgbClr val="000000"/>
                </a:highlight>
                <a:latin typeface="Menlo" panose="020B0609030804020204" pitchFamily="49" charset="0"/>
              </a:rPr>
              <a:t>':"</a:t>
            </a:r>
            <a:r>
              <a:rPr lang="en-US" sz="900" b="0">
                <a:solidFill>
                  <a:srgbClr val="D4D4D4"/>
                </a:solidFill>
                <a:effectLst/>
                <a:highlight>
                  <a:srgbClr val="000000"/>
                </a:highlight>
                <a:latin typeface="Menlo" panose="020B0609030804020204" pitchFamily="49" charset="0"/>
              </a:rPr>
              <a:t>)</a:t>
            </a:r>
          </a:p>
          <a:p>
            <a:r>
              <a:rPr lang="en-US" sz="900" b="0">
                <a:solidFill>
                  <a:srgbClr val="C586C0"/>
                </a:solidFill>
                <a:effectLst/>
                <a:highlight>
                  <a:srgbClr val="000000"/>
                </a:highlight>
                <a:latin typeface="Menlo" panose="020B0609030804020204" pitchFamily="49" charset="0"/>
              </a:rPr>
              <a:t>for</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i</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score</a:t>
            </a:r>
            <a:r>
              <a:rPr lang="en-US" sz="900" b="0">
                <a:solidFill>
                  <a:srgbClr val="D4D4D4"/>
                </a:solidFill>
                <a:effectLst/>
                <a:highlight>
                  <a:srgbClr val="000000"/>
                </a:highlight>
                <a:latin typeface="Menlo" panose="020B0609030804020204" pitchFamily="49" charset="0"/>
              </a:rPr>
              <a:t> </a:t>
            </a:r>
            <a:r>
              <a:rPr lang="en-US" sz="900" b="0">
                <a:solidFill>
                  <a:srgbClr val="C586C0"/>
                </a:solidFill>
                <a:effectLst/>
                <a:highlight>
                  <a:srgbClr val="000000"/>
                </a:highlight>
                <a:latin typeface="Menlo" panose="020B0609030804020204" pitchFamily="49" charset="0"/>
              </a:rPr>
              <a:t>in</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similarity_scores</a:t>
            </a:r>
            <a:r>
              <a:rPr lang="en-US" sz="900" b="0">
                <a:solidFill>
                  <a:srgbClr val="D4D4D4"/>
                </a:solidFill>
                <a:effectLst/>
                <a:highlight>
                  <a:srgbClr val="000000"/>
                </a:highlight>
                <a:latin typeface="Menlo" panose="020B0609030804020204" pitchFamily="49" charset="0"/>
              </a:rPr>
              <a:t>:</a:t>
            </a:r>
          </a:p>
          <a:p>
            <a:r>
              <a:rPr lang="en-US" sz="900" b="0">
                <a:solidFill>
                  <a:srgbClr val="DCDCAA"/>
                </a:solidFill>
                <a:effectLst/>
                <a:highlight>
                  <a:srgbClr val="000000"/>
                </a:highlight>
                <a:latin typeface="Menlo" panose="020B0609030804020204" pitchFamily="49" charset="0"/>
              </a:rPr>
              <a:t>print</a:t>
            </a:r>
            <a:r>
              <a:rPr lang="en-US" sz="900" b="0">
                <a:solidFill>
                  <a:srgbClr val="D4D4D4"/>
                </a:solidFill>
                <a:effectLst/>
                <a:highlight>
                  <a:srgbClr val="000000"/>
                </a:highlight>
                <a:latin typeface="Menlo" panose="020B0609030804020204" pitchFamily="49" charset="0"/>
              </a:rPr>
              <a:t>(</a:t>
            </a:r>
            <a:r>
              <a:rPr lang="en-US" sz="900" b="0">
                <a:solidFill>
                  <a:srgbClr val="569CD6"/>
                </a:solidFill>
                <a:effectLst/>
                <a:highlight>
                  <a:srgbClr val="000000"/>
                </a:highlight>
                <a:latin typeface="Menlo" panose="020B0609030804020204" pitchFamily="49" charset="0"/>
              </a:rPr>
              <a:t>f</a:t>
            </a:r>
            <a:r>
              <a:rPr lang="en-US" sz="900" b="0">
                <a:solidFill>
                  <a:srgbClr val="CE9178"/>
                </a:solidFill>
                <a:effectLst/>
                <a:highlight>
                  <a:srgbClr val="000000"/>
                </a:highlight>
                <a:latin typeface="Menlo" panose="020B0609030804020204" pitchFamily="49" charset="0"/>
              </a:rPr>
              <a:t>"- </a:t>
            </a:r>
            <a:r>
              <a:rPr lang="en-US" sz="900" b="0">
                <a:solidFill>
                  <a:srgbClr val="569CD6"/>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movies</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i</a:t>
            </a:r>
            <a:r>
              <a:rPr lang="en-US" sz="900" b="0">
                <a:solidFill>
                  <a:srgbClr val="D4D4D4"/>
                </a:solidFill>
                <a:effectLst/>
                <a:highlight>
                  <a:srgbClr val="000000"/>
                </a:highlight>
                <a:latin typeface="Menlo" panose="020B0609030804020204" pitchFamily="49" charset="0"/>
              </a:rPr>
              <a:t>]</a:t>
            </a:r>
            <a:r>
              <a:rPr lang="en-US" sz="900" b="0">
                <a:solidFill>
                  <a:srgbClr val="569CD6"/>
                </a:solidFill>
                <a:effectLst/>
                <a:highlight>
                  <a:srgbClr val="000000"/>
                </a:highlight>
                <a:latin typeface="Menlo" panose="020B0609030804020204" pitchFamily="49" charset="0"/>
              </a:rPr>
              <a:t>}</a:t>
            </a:r>
            <a:r>
              <a:rPr lang="en-US" sz="900" b="0">
                <a:solidFill>
                  <a:srgbClr val="CE9178"/>
                </a:solidFill>
                <a:effectLst/>
                <a:highlight>
                  <a:srgbClr val="000000"/>
                </a:highlight>
                <a:latin typeface="Menlo" panose="020B0609030804020204" pitchFamily="49" charset="0"/>
              </a:rPr>
              <a:t> (Similarity Score: </a:t>
            </a:r>
            <a:r>
              <a:rPr lang="en-US" sz="900" b="0">
                <a:solidFill>
                  <a:srgbClr val="569CD6"/>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score</a:t>
            </a:r>
            <a:r>
              <a:rPr lang="en-US" sz="900" b="0">
                <a:solidFill>
                  <a:srgbClr val="569CD6"/>
                </a:solidFill>
                <a:effectLst/>
                <a:highlight>
                  <a:srgbClr val="000000"/>
                </a:highlight>
                <a:latin typeface="Menlo" panose="020B0609030804020204" pitchFamily="49" charset="0"/>
              </a:rPr>
              <a:t>:.2f}</a:t>
            </a:r>
            <a:r>
              <a:rPr lang="en-US" sz="900" b="0">
                <a:solidFill>
                  <a:srgbClr val="CE9178"/>
                </a:solidFill>
                <a:effectLst/>
                <a:highlight>
                  <a:srgbClr val="000000"/>
                </a:highlight>
                <a:latin typeface="Menlo" panose="020B0609030804020204" pitchFamily="49" charset="0"/>
              </a:rPr>
              <a:t>)"</a:t>
            </a:r>
            <a:r>
              <a:rPr lang="en-US" sz="900" b="0">
                <a:solidFill>
                  <a:srgbClr val="D4D4D4"/>
                </a:solidFill>
                <a:effectLst/>
                <a:highlight>
                  <a:srgbClr val="000000"/>
                </a:highlight>
                <a:latin typeface="Menlo" panose="020B0609030804020204" pitchFamily="49" charset="0"/>
              </a:rPr>
              <a:t>)</a:t>
            </a:r>
            <a:br>
              <a:rPr lang="en-US" sz="900" b="0">
                <a:solidFill>
                  <a:srgbClr val="D4D4D4"/>
                </a:solidFill>
                <a:effectLst/>
                <a:highlight>
                  <a:srgbClr val="000000"/>
                </a:highlight>
                <a:latin typeface="Menlo" panose="020B0609030804020204" pitchFamily="49" charset="0"/>
              </a:rPr>
            </a:br>
            <a:r>
              <a:rPr lang="en-US" sz="900" b="0">
                <a:solidFill>
                  <a:srgbClr val="6A9955"/>
                </a:solidFill>
                <a:effectLst/>
                <a:highlight>
                  <a:srgbClr val="000000"/>
                </a:highlight>
                <a:latin typeface="Menlo" panose="020B0609030804020204" pitchFamily="49" charset="0"/>
              </a:rPr>
              <a:t># </a:t>
            </a:r>
            <a:r>
              <a:rPr lang="fa-IR" sz="900" b="0">
                <a:solidFill>
                  <a:srgbClr val="6A9955"/>
                </a:solidFill>
                <a:effectLst/>
                <a:highlight>
                  <a:srgbClr val="000000"/>
                </a:highlight>
                <a:latin typeface="Menlo" panose="020B0609030804020204" pitchFamily="49" charset="0"/>
              </a:rPr>
              <a:t>تست پیشنهادها برای فیلم "</a:t>
            </a:r>
            <a:r>
              <a:rPr lang="en-US" sz="900" b="0">
                <a:solidFill>
                  <a:srgbClr val="6A9955"/>
                </a:solidFill>
                <a:effectLst/>
                <a:highlight>
                  <a:srgbClr val="000000"/>
                </a:highlight>
                <a:latin typeface="Menlo" panose="020B0609030804020204" pitchFamily="49" charset="0"/>
              </a:rPr>
              <a:t>Inception"</a:t>
            </a:r>
            <a:endParaRPr lang="en-US" sz="900" b="0">
              <a:solidFill>
                <a:srgbClr val="D4D4D4"/>
              </a:solidFill>
              <a:effectLst/>
              <a:highlight>
                <a:srgbClr val="000000"/>
              </a:highlight>
              <a:latin typeface="Menlo" panose="020B0609030804020204" pitchFamily="49" charset="0"/>
            </a:endParaRPr>
          </a:p>
          <a:p>
            <a:r>
              <a:rPr lang="en-US" sz="900" b="0">
                <a:solidFill>
                  <a:srgbClr val="DCDCAA"/>
                </a:solidFill>
                <a:effectLst/>
                <a:highlight>
                  <a:srgbClr val="000000"/>
                </a:highlight>
                <a:latin typeface="Menlo" panose="020B0609030804020204" pitchFamily="49" charset="0"/>
              </a:rPr>
              <a:t>recommend_movies</a:t>
            </a:r>
            <a:r>
              <a:rPr lang="en-US" sz="900" b="0">
                <a:solidFill>
                  <a:srgbClr val="D4D4D4"/>
                </a:solidFill>
                <a:effectLst/>
                <a:highlight>
                  <a:srgbClr val="000000"/>
                </a:highlight>
                <a:latin typeface="Menlo" panose="020B0609030804020204" pitchFamily="49" charset="0"/>
              </a:rPr>
              <a:t>(</a:t>
            </a:r>
            <a:r>
              <a:rPr lang="en-US" sz="900" b="0">
                <a:solidFill>
                  <a:srgbClr val="B5CEA8"/>
                </a:solidFill>
                <a:effectLst/>
                <a:highlight>
                  <a:srgbClr val="000000"/>
                </a:highlight>
                <a:latin typeface="Menlo" panose="020B0609030804020204" pitchFamily="49" charset="0"/>
              </a:rPr>
              <a:t>0</a:t>
            </a:r>
            <a:r>
              <a:rPr lang="en-US" sz="900" b="0">
                <a:solidFill>
                  <a:srgbClr val="D4D4D4"/>
                </a:solidFill>
                <a:effectLst/>
                <a:highlight>
                  <a:srgbClr val="000000"/>
                </a:highlight>
                <a:latin typeface="Menlo" panose="020B0609030804020204" pitchFamily="49" charset="0"/>
              </a:rPr>
              <a:t>)</a:t>
            </a:r>
          </a:p>
          <a:p>
            <a:br>
              <a:rPr lang="en-US" sz="900" b="0">
                <a:solidFill>
                  <a:srgbClr val="D4D4D4"/>
                </a:solidFill>
                <a:effectLst/>
                <a:highlight>
                  <a:srgbClr val="000000"/>
                </a:highlight>
                <a:latin typeface="Menlo" panose="020B0609030804020204" pitchFamily="49" charset="0"/>
              </a:rPr>
            </a:br>
            <a:endParaRPr lang="en-US" sz="900" b="0">
              <a:solidFill>
                <a:srgbClr val="D4D4D4"/>
              </a:solidFill>
              <a:effectLst/>
              <a:highlight>
                <a:srgbClr val="000000"/>
              </a:highlight>
              <a:latin typeface="Menlo" panose="020B0609030804020204" pitchFamily="49" charset="0"/>
            </a:endParaRPr>
          </a:p>
        </p:txBody>
      </p:sp>
      <p:sp>
        <p:nvSpPr>
          <p:cNvPr id="9" name="Rounded Rectangle 8">
            <a:extLst>
              <a:ext uri="{FF2B5EF4-FFF2-40B4-BE49-F238E27FC236}">
                <a16:creationId xmlns:a16="http://schemas.microsoft.com/office/drawing/2014/main" id="{855F780F-E949-2143-8A82-7120F56F06BE}"/>
              </a:ext>
            </a:extLst>
          </p:cNvPr>
          <p:cNvSpPr/>
          <p:nvPr/>
        </p:nvSpPr>
        <p:spPr>
          <a:xfrm>
            <a:off x="1628486" y="525945"/>
            <a:ext cx="4369789" cy="372845"/>
          </a:xfrm>
          <a:prstGeom prst="roundRect">
            <a:avLst/>
          </a:prstGeom>
          <a:solidFill>
            <a:srgbClr val="B7D557">
              <a:alpha val="1568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US"/>
          </a:p>
        </p:txBody>
      </p:sp>
      <p:sp>
        <p:nvSpPr>
          <p:cNvPr id="10" name="Rectangle 9">
            <a:extLst>
              <a:ext uri="{FF2B5EF4-FFF2-40B4-BE49-F238E27FC236}">
                <a16:creationId xmlns:a16="http://schemas.microsoft.com/office/drawing/2014/main" id="{E44C28C2-19D0-2A4B-AA1B-80574570FED9}"/>
              </a:ext>
            </a:extLst>
          </p:cNvPr>
          <p:cNvSpPr/>
          <p:nvPr/>
        </p:nvSpPr>
        <p:spPr>
          <a:xfrm>
            <a:off x="1651076" y="905582"/>
            <a:ext cx="6046189" cy="3083169"/>
          </a:xfrm>
          <a:prstGeom prst="rect">
            <a:avLst/>
          </a:prstGeom>
          <a:solidFill>
            <a:srgbClr val="000000"/>
          </a:solidFill>
          <a:ln>
            <a:noFill/>
          </a:ln>
        </p:spPr>
        <p:style>
          <a:lnRef idx="0">
            <a:scrgbClr r="0" g="0" b="0"/>
          </a:lnRef>
          <a:fillRef idx="0">
            <a:scrgbClr r="0" g="0" b="0"/>
          </a:fillRef>
          <a:effectRef idx="0">
            <a:scrgbClr r="0" g="0" b="0"/>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r" rtl="1"/>
            <a:r>
              <a:rPr lang="fa-IR">
                <a:solidFill>
                  <a:schemeClr val="tx1"/>
                </a:solidFill>
                <a:latin typeface="Lalezar" pitchFamily="2" charset="-78"/>
                <a:cs typeface="Lalezar" pitchFamily="2" charset="-78"/>
              </a:rPr>
              <a:t>در این بخش از کد، سیستم پیشنهاددهی بر اساس </a:t>
            </a:r>
            <a:r>
              <a:rPr lang="fa-IR" b="1">
                <a:solidFill>
                  <a:schemeClr val="tx1"/>
                </a:solidFill>
                <a:latin typeface="Lalezar" pitchFamily="2" charset="-78"/>
                <a:cs typeface="Lalezar" pitchFamily="2" charset="-78"/>
              </a:rPr>
              <a:t>شباهت بین توضیحات متنی فیلم‌ها</a:t>
            </a:r>
            <a:r>
              <a:rPr lang="fa-IR">
                <a:solidFill>
                  <a:schemeClr val="tx1"/>
                </a:solidFill>
                <a:latin typeface="Lalezar" pitchFamily="2" charset="-78"/>
                <a:cs typeface="Lalezar" pitchFamily="2" charset="-78"/>
              </a:rPr>
              <a:t> عمل می‌کند. هر فیلم یک توضیح یا خلاصه‌ای دارد که به کمک الگوریتم </a:t>
            </a:r>
            <a:r>
              <a:rPr lang="en-US" b="1">
                <a:solidFill>
                  <a:schemeClr val="tx1"/>
                </a:solidFill>
                <a:latin typeface="Lalezar" pitchFamily="2" charset="-78"/>
                <a:cs typeface="Lalezar" pitchFamily="2" charset="-78"/>
              </a:rPr>
              <a:t>TF-IDF</a:t>
            </a:r>
            <a:r>
              <a:rPr lang="en-US">
                <a:solidFill>
                  <a:schemeClr val="tx1"/>
                </a:solidFill>
                <a:latin typeface="Lalezar" pitchFamily="2" charset="-78"/>
                <a:cs typeface="Lalezar" pitchFamily="2" charset="-78"/>
              </a:rPr>
              <a:t> (</a:t>
            </a:r>
            <a:r>
              <a:rPr lang="fa-IR">
                <a:solidFill>
                  <a:schemeClr val="tx1"/>
                </a:solidFill>
                <a:latin typeface="Lalezar" pitchFamily="2" charset="-78"/>
                <a:cs typeface="Lalezar" pitchFamily="2" charset="-78"/>
              </a:rPr>
              <a:t>مخفف </a:t>
            </a:r>
            <a:r>
              <a:rPr lang="en-US">
                <a:solidFill>
                  <a:schemeClr val="tx1"/>
                </a:solidFill>
                <a:latin typeface="Lalezar" pitchFamily="2" charset="-78"/>
                <a:cs typeface="Lalezar" pitchFamily="2" charset="-78"/>
              </a:rPr>
              <a:t>Term Frequency-Inverse Document Frequency) </a:t>
            </a:r>
            <a:r>
              <a:rPr lang="fa-IR">
                <a:solidFill>
                  <a:schemeClr val="tx1"/>
                </a:solidFill>
                <a:latin typeface="Lalezar" pitchFamily="2" charset="-78"/>
                <a:cs typeface="Lalezar" pitchFamily="2" charset="-78"/>
              </a:rPr>
              <a:t>به بردارهای عددی تبدیل می‌شود. این بردارها نشان‌دهنده ویژگی‌های هر فیلم بر اساس واژه‌های کلیدی در توضیحات آن‌ها هستند.</a:t>
            </a:r>
          </a:p>
          <a:p>
            <a:pPr algn="r" rtl="1"/>
            <a:r>
              <a:rPr lang="fa-IR">
                <a:solidFill>
                  <a:schemeClr val="tx1"/>
                </a:solidFill>
                <a:latin typeface="Lalezar" pitchFamily="2" charset="-78"/>
                <a:cs typeface="Lalezar" pitchFamily="2" charset="-78"/>
              </a:rPr>
              <a:t>سپس با استفاده از </a:t>
            </a:r>
            <a:r>
              <a:rPr lang="fa-IR" b="1">
                <a:solidFill>
                  <a:schemeClr val="tx1"/>
                </a:solidFill>
                <a:latin typeface="Lalezar" pitchFamily="2" charset="-78"/>
                <a:cs typeface="Lalezar" pitchFamily="2" charset="-78"/>
              </a:rPr>
              <a:t>شباهت کسینوسی</a:t>
            </a:r>
            <a:r>
              <a:rPr lang="fa-IR">
                <a:solidFill>
                  <a:schemeClr val="tx1"/>
                </a:solidFill>
                <a:latin typeface="Lalezar" pitchFamily="2" charset="-78"/>
                <a:cs typeface="Lalezar" pitchFamily="2" charset="-78"/>
              </a:rPr>
              <a:t>، که یک معیار ریاضی برای محاسبه شباهت بین دو بردار است، </a:t>
            </a:r>
            <a:r>
              <a:rPr lang="fa-IR" b="1">
                <a:solidFill>
                  <a:schemeClr val="tx1"/>
                </a:solidFill>
                <a:latin typeface="Lalezar" pitchFamily="2" charset="-78"/>
                <a:cs typeface="Lalezar" pitchFamily="2" charset="-78"/>
              </a:rPr>
              <a:t>درجه شباهت بین فیلم‌ها</a:t>
            </a:r>
            <a:r>
              <a:rPr lang="fa-IR">
                <a:solidFill>
                  <a:schemeClr val="tx1"/>
                </a:solidFill>
                <a:latin typeface="Lalezar" pitchFamily="2" charset="-78"/>
                <a:cs typeface="Lalezar" pitchFamily="2" charset="-78"/>
              </a:rPr>
              <a:t> محاسبه می‌شود. شباهت کسینوسی بین بردارها به این معناست که هر چه درجه‌ی شباهت بیشتر باشد، دو فیلم ویژگی‌های مشترک بیشتری در توضیحات خود دارند.</a:t>
            </a:r>
          </a:p>
        </p:txBody>
      </p:sp>
    </p:spTree>
    <p:extLst>
      <p:ext uri="{BB962C8B-B14F-4D97-AF65-F5344CB8AC3E}">
        <p14:creationId xmlns:p14="http://schemas.microsoft.com/office/powerpoint/2010/main" val="2744113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5" name="Google Shape;775;p51"/>
          <p:cNvSpPr/>
          <p:nvPr/>
        </p:nvSpPr>
        <p:spPr>
          <a:xfrm>
            <a:off x="1553601" y="384918"/>
            <a:ext cx="6241140" cy="4116550"/>
          </a:xfrm>
          <a:custGeom>
            <a:avLst/>
            <a:gdLst/>
            <a:ahLst/>
            <a:cxnLst/>
            <a:rect l="l" t="t" r="r" b="b"/>
            <a:pathLst>
              <a:path w="136615" h="89844" extrusionOk="0">
                <a:moveTo>
                  <a:pt x="6912" y="0"/>
                </a:moveTo>
                <a:cubicBezTo>
                  <a:pt x="3087" y="0"/>
                  <a:pt x="1" y="3086"/>
                  <a:pt x="1" y="6911"/>
                </a:cubicBezTo>
                <a:lnTo>
                  <a:pt x="1" y="82933"/>
                </a:lnTo>
                <a:cubicBezTo>
                  <a:pt x="1" y="86758"/>
                  <a:pt x="3087" y="89844"/>
                  <a:pt x="6912" y="89844"/>
                </a:cubicBezTo>
                <a:lnTo>
                  <a:pt x="129704" y="89844"/>
                </a:lnTo>
                <a:cubicBezTo>
                  <a:pt x="133529" y="89844"/>
                  <a:pt x="136615" y="86758"/>
                  <a:pt x="136615" y="82933"/>
                </a:cubicBezTo>
                <a:lnTo>
                  <a:pt x="136615" y="6911"/>
                </a:lnTo>
                <a:cubicBezTo>
                  <a:pt x="136615" y="3086"/>
                  <a:pt x="133529" y="0"/>
                  <a:pt x="129704" y="0"/>
                </a:cubicBezTo>
                <a:close/>
              </a:path>
            </a:pathLst>
          </a:custGeom>
          <a:solidFill>
            <a:srgbClr val="000000"/>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a:p>
        </p:txBody>
      </p:sp>
      <p:sp>
        <p:nvSpPr>
          <p:cNvPr id="776" name="Google Shape;776;p51"/>
          <p:cNvSpPr/>
          <p:nvPr/>
        </p:nvSpPr>
        <p:spPr>
          <a:xfrm>
            <a:off x="4338858" y="4209581"/>
            <a:ext cx="241200" cy="221551"/>
          </a:xfrm>
          <a:custGeom>
            <a:avLst/>
            <a:gdLst/>
            <a:ahLst/>
            <a:cxnLst/>
            <a:rect l="l" t="t" r="r" b="b"/>
            <a:pathLst>
              <a:path w="4597" h="4597" extrusionOk="0">
                <a:moveTo>
                  <a:pt x="2315" y="0"/>
                </a:moveTo>
                <a:cubicBezTo>
                  <a:pt x="1029" y="0"/>
                  <a:pt x="0" y="1029"/>
                  <a:pt x="0" y="2315"/>
                </a:cubicBezTo>
                <a:cubicBezTo>
                  <a:pt x="0" y="3568"/>
                  <a:pt x="1029" y="4597"/>
                  <a:pt x="2315" y="4597"/>
                </a:cubicBezTo>
                <a:cubicBezTo>
                  <a:pt x="3568" y="4597"/>
                  <a:pt x="4597" y="3568"/>
                  <a:pt x="4597" y="2315"/>
                </a:cubicBezTo>
                <a:cubicBezTo>
                  <a:pt x="4597" y="1029"/>
                  <a:pt x="3568" y="0"/>
                  <a:pt x="2315" y="0"/>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a:p>
        </p:txBody>
      </p:sp>
      <p:cxnSp>
        <p:nvCxnSpPr>
          <p:cNvPr id="781" name="Google Shape;781;p51"/>
          <p:cNvCxnSpPr>
            <a:cxnSpLocks/>
          </p:cNvCxnSpPr>
          <p:nvPr/>
        </p:nvCxnSpPr>
        <p:spPr>
          <a:xfrm>
            <a:off x="1553601" y="4153630"/>
            <a:ext cx="6241140" cy="0"/>
          </a:xfrm>
          <a:prstGeom prst="straightConnector1">
            <a:avLst/>
          </a:prstGeom>
          <a:noFill/>
          <a:ln w="19050" cap="flat" cmpd="sng">
            <a:solidFill>
              <a:schemeClr val="dk1"/>
            </a:solidFill>
            <a:prstDash val="solid"/>
            <a:round/>
            <a:headEnd type="none" w="med" len="med"/>
            <a:tailEnd type="none" w="med" len="med"/>
          </a:ln>
        </p:spPr>
      </p:cxnSp>
      <p:sp>
        <p:nvSpPr>
          <p:cNvPr id="783" name="Google Shape;783;p51"/>
          <p:cNvSpPr txBox="1"/>
          <p:nvPr/>
        </p:nvSpPr>
        <p:spPr>
          <a:xfrm>
            <a:off x="8492773" y="114932"/>
            <a:ext cx="470400" cy="514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Krona One"/>
                <a:ea typeface="Krona One"/>
                <a:cs typeface="Krona One"/>
                <a:sym typeface="Krona One"/>
              </a:rPr>
              <a:t>10</a:t>
            </a:r>
            <a:endParaRPr sz="1200">
              <a:solidFill>
                <a:schemeClr val="dk1"/>
              </a:solidFill>
              <a:latin typeface="Krona One"/>
              <a:ea typeface="Krona One"/>
              <a:cs typeface="Krona One"/>
              <a:sym typeface="Krona One"/>
            </a:endParaRPr>
          </a:p>
        </p:txBody>
      </p:sp>
      <p:sp>
        <p:nvSpPr>
          <p:cNvPr id="784" name="Google Shape;784;p51"/>
          <p:cNvSpPr/>
          <p:nvPr/>
        </p:nvSpPr>
        <p:spPr>
          <a:xfrm>
            <a:off x="7952390" y="214532"/>
            <a:ext cx="315300" cy="315300"/>
          </a:xfrm>
          <a:prstGeom prst="diamond">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51">
            <a:hlinkClick r:id="" action="ppaction://hlinkshowjump?jump=previousslide"/>
          </p:cNvPr>
          <p:cNvSpPr/>
          <p:nvPr/>
        </p:nvSpPr>
        <p:spPr>
          <a:xfrm rot="16200000">
            <a:off x="4357956" y="4645063"/>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TextBox 23">
            <a:extLst>
              <a:ext uri="{FF2B5EF4-FFF2-40B4-BE49-F238E27FC236}">
                <a16:creationId xmlns:a16="http://schemas.microsoft.com/office/drawing/2014/main" id="{F627461E-2DA6-B142-8938-E3A5032D0A2F}"/>
              </a:ext>
            </a:extLst>
          </p:cNvPr>
          <p:cNvSpPr txBox="1"/>
          <p:nvPr/>
        </p:nvSpPr>
        <p:spPr>
          <a:xfrm>
            <a:off x="1632426" y="558837"/>
            <a:ext cx="6241139" cy="3768712"/>
          </a:xfrm>
          <a:prstGeom prst="rect">
            <a:avLst/>
          </a:prstGeom>
          <a:noFill/>
        </p:spPr>
        <p:txBody>
          <a:bodyPr wrap="square">
            <a:spAutoFit/>
          </a:bodyPr>
          <a:lstStyle/>
          <a:p>
            <a:r>
              <a:rPr lang="en-US" sz="900" b="0">
                <a:solidFill>
                  <a:srgbClr val="C586C0"/>
                </a:solidFill>
                <a:effectLst/>
                <a:highlight>
                  <a:srgbClr val="000000"/>
                </a:highlight>
                <a:latin typeface="Menlo" panose="020B0609030804020204" pitchFamily="49" charset="0"/>
              </a:rPr>
              <a:t>from</a:t>
            </a:r>
            <a:r>
              <a:rPr lang="en-US" sz="900" b="0">
                <a:solidFill>
                  <a:srgbClr val="D4D4D4"/>
                </a:solidFill>
                <a:effectLst/>
                <a:highlight>
                  <a:srgbClr val="000000"/>
                </a:highlight>
                <a:latin typeface="Menlo" panose="020B0609030804020204" pitchFamily="49" charset="0"/>
              </a:rPr>
              <a:t> </a:t>
            </a:r>
            <a:r>
              <a:rPr lang="en-US" sz="900" b="0">
                <a:solidFill>
                  <a:srgbClr val="4EC9B0"/>
                </a:solidFill>
                <a:effectLst/>
                <a:highlight>
                  <a:srgbClr val="000000"/>
                </a:highlight>
                <a:latin typeface="Menlo" panose="020B0609030804020204" pitchFamily="49" charset="0"/>
              </a:rPr>
              <a:t>sklearn</a:t>
            </a:r>
            <a:r>
              <a:rPr lang="en-US" sz="900" b="0">
                <a:solidFill>
                  <a:srgbClr val="D4D4D4"/>
                </a:solidFill>
                <a:effectLst/>
                <a:highlight>
                  <a:srgbClr val="000000"/>
                </a:highlight>
                <a:latin typeface="Menlo" panose="020B0609030804020204" pitchFamily="49" charset="0"/>
              </a:rPr>
              <a:t>.</a:t>
            </a:r>
            <a:r>
              <a:rPr lang="en-US" sz="900" b="0">
                <a:solidFill>
                  <a:srgbClr val="4EC9B0"/>
                </a:solidFill>
                <a:effectLst/>
                <a:highlight>
                  <a:srgbClr val="000000"/>
                </a:highlight>
                <a:latin typeface="Menlo" panose="020B0609030804020204" pitchFamily="49" charset="0"/>
              </a:rPr>
              <a:t>feature_extraction</a:t>
            </a:r>
            <a:r>
              <a:rPr lang="en-US" sz="900" b="0">
                <a:solidFill>
                  <a:srgbClr val="D4D4D4"/>
                </a:solidFill>
                <a:effectLst/>
                <a:highlight>
                  <a:srgbClr val="000000"/>
                </a:highlight>
                <a:latin typeface="Menlo" panose="020B0609030804020204" pitchFamily="49" charset="0"/>
              </a:rPr>
              <a:t>.</a:t>
            </a:r>
            <a:r>
              <a:rPr lang="en-US" sz="900" b="0">
                <a:solidFill>
                  <a:srgbClr val="4EC9B0"/>
                </a:solidFill>
                <a:effectLst/>
                <a:highlight>
                  <a:srgbClr val="000000"/>
                </a:highlight>
                <a:latin typeface="Menlo" panose="020B0609030804020204" pitchFamily="49" charset="0"/>
              </a:rPr>
              <a:t>text</a:t>
            </a:r>
            <a:r>
              <a:rPr lang="en-US" sz="900" b="0">
                <a:solidFill>
                  <a:srgbClr val="D4D4D4"/>
                </a:solidFill>
                <a:effectLst/>
                <a:highlight>
                  <a:srgbClr val="000000"/>
                </a:highlight>
                <a:latin typeface="Menlo" panose="020B0609030804020204" pitchFamily="49" charset="0"/>
              </a:rPr>
              <a:t> </a:t>
            </a:r>
            <a:r>
              <a:rPr lang="en-US" sz="900" b="0">
                <a:solidFill>
                  <a:srgbClr val="C586C0"/>
                </a:solidFill>
                <a:effectLst/>
                <a:highlight>
                  <a:srgbClr val="000000"/>
                </a:highlight>
                <a:latin typeface="Menlo" panose="020B0609030804020204" pitchFamily="49" charset="0"/>
              </a:rPr>
              <a:t>import</a:t>
            </a:r>
            <a:r>
              <a:rPr lang="en-US" sz="900" b="0">
                <a:solidFill>
                  <a:srgbClr val="D4D4D4"/>
                </a:solidFill>
                <a:effectLst/>
                <a:highlight>
                  <a:srgbClr val="000000"/>
                </a:highlight>
                <a:latin typeface="Menlo" panose="020B0609030804020204" pitchFamily="49" charset="0"/>
              </a:rPr>
              <a:t> </a:t>
            </a:r>
            <a:r>
              <a:rPr lang="en-US" sz="900" b="0">
                <a:solidFill>
                  <a:srgbClr val="4EC9B0"/>
                </a:solidFill>
                <a:effectLst/>
                <a:highlight>
                  <a:srgbClr val="000000"/>
                </a:highlight>
                <a:latin typeface="Menlo" panose="020B0609030804020204" pitchFamily="49" charset="0"/>
              </a:rPr>
              <a:t>TfidfVectorizer</a:t>
            </a:r>
            <a:endParaRPr lang="en-US" sz="900" b="0">
              <a:solidFill>
                <a:srgbClr val="D4D4D4"/>
              </a:solidFill>
              <a:effectLst/>
              <a:highlight>
                <a:srgbClr val="000000"/>
              </a:highlight>
              <a:latin typeface="Menlo" panose="020B0609030804020204" pitchFamily="49" charset="0"/>
            </a:endParaRPr>
          </a:p>
          <a:p>
            <a:r>
              <a:rPr lang="en-US" sz="900" b="0">
                <a:solidFill>
                  <a:srgbClr val="C586C0"/>
                </a:solidFill>
                <a:effectLst/>
                <a:highlight>
                  <a:srgbClr val="000000"/>
                </a:highlight>
                <a:latin typeface="Menlo" panose="020B0609030804020204" pitchFamily="49" charset="0"/>
              </a:rPr>
              <a:t>from</a:t>
            </a:r>
            <a:r>
              <a:rPr lang="en-US" sz="900" b="0">
                <a:solidFill>
                  <a:srgbClr val="D4D4D4"/>
                </a:solidFill>
                <a:effectLst/>
                <a:highlight>
                  <a:srgbClr val="000000"/>
                </a:highlight>
                <a:latin typeface="Menlo" panose="020B0609030804020204" pitchFamily="49" charset="0"/>
              </a:rPr>
              <a:t> </a:t>
            </a:r>
            <a:r>
              <a:rPr lang="en-US" sz="900" b="0">
                <a:solidFill>
                  <a:srgbClr val="4EC9B0"/>
                </a:solidFill>
                <a:effectLst/>
                <a:highlight>
                  <a:srgbClr val="000000"/>
                </a:highlight>
                <a:latin typeface="Menlo" panose="020B0609030804020204" pitchFamily="49" charset="0"/>
              </a:rPr>
              <a:t>sklearn</a:t>
            </a:r>
            <a:r>
              <a:rPr lang="en-US" sz="900" b="0">
                <a:solidFill>
                  <a:srgbClr val="D4D4D4"/>
                </a:solidFill>
                <a:effectLst/>
                <a:highlight>
                  <a:srgbClr val="000000"/>
                </a:highlight>
                <a:latin typeface="Menlo" panose="020B0609030804020204" pitchFamily="49" charset="0"/>
              </a:rPr>
              <a:t>.</a:t>
            </a:r>
            <a:r>
              <a:rPr lang="en-US" sz="900" b="0">
                <a:solidFill>
                  <a:srgbClr val="4EC9B0"/>
                </a:solidFill>
                <a:effectLst/>
                <a:highlight>
                  <a:srgbClr val="000000"/>
                </a:highlight>
                <a:latin typeface="Menlo" panose="020B0609030804020204" pitchFamily="49" charset="0"/>
              </a:rPr>
              <a:t>metrics</a:t>
            </a:r>
            <a:r>
              <a:rPr lang="en-US" sz="900" b="0">
                <a:solidFill>
                  <a:srgbClr val="D4D4D4"/>
                </a:solidFill>
                <a:effectLst/>
                <a:highlight>
                  <a:srgbClr val="000000"/>
                </a:highlight>
                <a:latin typeface="Menlo" panose="020B0609030804020204" pitchFamily="49" charset="0"/>
              </a:rPr>
              <a:t>.</a:t>
            </a:r>
            <a:r>
              <a:rPr lang="en-US" sz="900" b="0">
                <a:solidFill>
                  <a:srgbClr val="4EC9B0"/>
                </a:solidFill>
                <a:effectLst/>
                <a:highlight>
                  <a:srgbClr val="000000"/>
                </a:highlight>
                <a:latin typeface="Menlo" panose="020B0609030804020204" pitchFamily="49" charset="0"/>
              </a:rPr>
              <a:t>pairwise</a:t>
            </a:r>
            <a:r>
              <a:rPr lang="en-US" sz="900" b="0">
                <a:solidFill>
                  <a:srgbClr val="D4D4D4"/>
                </a:solidFill>
                <a:effectLst/>
                <a:highlight>
                  <a:srgbClr val="000000"/>
                </a:highlight>
                <a:latin typeface="Menlo" panose="020B0609030804020204" pitchFamily="49" charset="0"/>
              </a:rPr>
              <a:t> </a:t>
            </a:r>
            <a:r>
              <a:rPr lang="en-US" sz="900" b="0">
                <a:solidFill>
                  <a:srgbClr val="C586C0"/>
                </a:solidFill>
                <a:effectLst/>
                <a:highlight>
                  <a:srgbClr val="000000"/>
                </a:highlight>
                <a:latin typeface="Menlo" panose="020B0609030804020204" pitchFamily="49" charset="0"/>
              </a:rPr>
              <a:t>import</a:t>
            </a:r>
            <a:r>
              <a:rPr lang="en-US" sz="900" b="0">
                <a:solidFill>
                  <a:srgbClr val="D4D4D4"/>
                </a:solidFill>
                <a:effectLst/>
                <a:highlight>
                  <a:srgbClr val="000000"/>
                </a:highlight>
                <a:latin typeface="Menlo" panose="020B0609030804020204" pitchFamily="49" charset="0"/>
              </a:rPr>
              <a:t> </a:t>
            </a:r>
            <a:r>
              <a:rPr lang="en-US" sz="900" b="0">
                <a:solidFill>
                  <a:srgbClr val="DCDCAA"/>
                </a:solidFill>
                <a:effectLst/>
                <a:highlight>
                  <a:srgbClr val="000000"/>
                </a:highlight>
                <a:latin typeface="Menlo" panose="020B0609030804020204" pitchFamily="49" charset="0"/>
              </a:rPr>
              <a:t>linear_kernel</a:t>
            </a:r>
            <a:br>
              <a:rPr lang="en-US" sz="900" b="0">
                <a:solidFill>
                  <a:srgbClr val="D4D4D4"/>
                </a:solidFill>
                <a:effectLst/>
                <a:highlight>
                  <a:srgbClr val="000000"/>
                </a:highlight>
                <a:latin typeface="Menlo" panose="020B0609030804020204" pitchFamily="49" charset="0"/>
              </a:rPr>
            </a:br>
            <a:r>
              <a:rPr lang="en-US" sz="900" b="0">
                <a:solidFill>
                  <a:srgbClr val="6A9955"/>
                </a:solidFill>
                <a:effectLst/>
                <a:highlight>
                  <a:srgbClr val="000000"/>
                </a:highlight>
                <a:latin typeface="Menlo" panose="020B0609030804020204" pitchFamily="49" charset="0"/>
              </a:rPr>
              <a:t># </a:t>
            </a:r>
            <a:r>
              <a:rPr lang="fa-IR" sz="900" b="0">
                <a:solidFill>
                  <a:srgbClr val="6A9955"/>
                </a:solidFill>
                <a:effectLst/>
                <a:highlight>
                  <a:srgbClr val="000000"/>
                </a:highlight>
                <a:latin typeface="Menlo" panose="020B0609030804020204" pitchFamily="49" charset="0"/>
              </a:rPr>
              <a:t>توضیحات مربوط به چند فیلم</a:t>
            </a:r>
            <a:endParaRPr lang="fa-IR" sz="900" b="0">
              <a:solidFill>
                <a:srgbClr val="D4D4D4"/>
              </a:solidFill>
              <a:effectLst/>
              <a:highlight>
                <a:srgbClr val="000000"/>
              </a:highlight>
              <a:latin typeface="Menlo" panose="020B0609030804020204" pitchFamily="49" charset="0"/>
            </a:endParaRPr>
          </a:p>
          <a:p>
            <a:r>
              <a:rPr lang="en-US" sz="900" b="0">
                <a:solidFill>
                  <a:srgbClr val="9CDCFE"/>
                </a:solidFill>
                <a:effectLst/>
                <a:highlight>
                  <a:srgbClr val="000000"/>
                </a:highlight>
                <a:latin typeface="Menlo" panose="020B0609030804020204" pitchFamily="49" charset="0"/>
              </a:rPr>
              <a:t>movies</a:t>
            </a:r>
            <a:r>
              <a:rPr lang="en-US" sz="900" b="0">
                <a:solidFill>
                  <a:srgbClr val="D4D4D4"/>
                </a:solidFill>
                <a:effectLst/>
                <a:highlight>
                  <a:srgbClr val="000000"/>
                </a:highlight>
                <a:latin typeface="Menlo" panose="020B0609030804020204" pitchFamily="49" charset="0"/>
              </a:rPr>
              <a:t> = [</a:t>
            </a:r>
          </a:p>
          <a:p>
            <a:r>
              <a:rPr lang="en-US" sz="900" b="0">
                <a:solidFill>
                  <a:srgbClr val="CE9178"/>
                </a:solidFill>
                <a:effectLst/>
                <a:highlight>
                  <a:srgbClr val="000000"/>
                </a:highlight>
                <a:latin typeface="Menlo" panose="020B0609030804020204" pitchFamily="49" charset="0"/>
              </a:rPr>
              <a:t>"Inception - A mind-bending thriller that dives into dream manipulation."</a:t>
            </a:r>
            <a:r>
              <a:rPr lang="en-US" sz="900" b="0">
                <a:solidFill>
                  <a:srgbClr val="D4D4D4"/>
                </a:solidFill>
                <a:effectLst/>
                <a:highlight>
                  <a:srgbClr val="000000"/>
                </a:highlight>
                <a:latin typeface="Menlo" panose="020B0609030804020204" pitchFamily="49" charset="0"/>
              </a:rPr>
              <a:t>,</a:t>
            </a:r>
          </a:p>
          <a:p>
            <a:r>
              <a:rPr lang="en-US" sz="900" b="0">
                <a:solidFill>
                  <a:srgbClr val="CE9178"/>
                </a:solidFill>
                <a:effectLst/>
                <a:highlight>
                  <a:srgbClr val="000000"/>
                </a:highlight>
                <a:latin typeface="Menlo" panose="020B0609030804020204" pitchFamily="49" charset="0"/>
              </a:rPr>
              <a:t>"The Matrix - A sci-fi classic about an alternate reality controlled by AI."</a:t>
            </a:r>
            <a:r>
              <a:rPr lang="en-US" sz="900" b="0">
                <a:solidFill>
                  <a:srgbClr val="D4D4D4"/>
                </a:solidFill>
                <a:effectLst/>
                <a:highlight>
                  <a:srgbClr val="000000"/>
                </a:highlight>
                <a:latin typeface="Menlo" panose="020B0609030804020204" pitchFamily="49" charset="0"/>
              </a:rPr>
              <a:t>,</a:t>
            </a:r>
          </a:p>
          <a:p>
            <a:r>
              <a:rPr lang="en-US" sz="900" b="0">
                <a:solidFill>
                  <a:srgbClr val="CE9178"/>
                </a:solidFill>
                <a:effectLst/>
                <a:highlight>
                  <a:srgbClr val="000000"/>
                </a:highlight>
                <a:latin typeface="Menlo" panose="020B0609030804020204" pitchFamily="49" charset="0"/>
              </a:rPr>
              <a:t>"Interstellar - A journey through space to find a new home for humanity."</a:t>
            </a:r>
            <a:r>
              <a:rPr lang="en-US" sz="900" b="0">
                <a:solidFill>
                  <a:srgbClr val="D4D4D4"/>
                </a:solidFill>
                <a:effectLst/>
                <a:highlight>
                  <a:srgbClr val="000000"/>
                </a:highlight>
                <a:latin typeface="Menlo" panose="020B0609030804020204" pitchFamily="49" charset="0"/>
              </a:rPr>
              <a:t>,</a:t>
            </a:r>
          </a:p>
          <a:p>
            <a:r>
              <a:rPr lang="en-US" sz="900" b="0">
                <a:solidFill>
                  <a:srgbClr val="CE9178"/>
                </a:solidFill>
                <a:effectLst/>
                <a:highlight>
                  <a:srgbClr val="000000"/>
                </a:highlight>
                <a:latin typeface="Menlo" panose="020B0609030804020204" pitchFamily="49" charset="0"/>
              </a:rPr>
              <a:t>"Shutter Island - A psychological thriller with dark mysteries."</a:t>
            </a:r>
            <a:r>
              <a:rPr lang="en-US" sz="900" b="0">
                <a:solidFill>
                  <a:srgbClr val="D4D4D4"/>
                </a:solidFill>
                <a:effectLst/>
                <a:highlight>
                  <a:srgbClr val="000000"/>
                </a:highlight>
                <a:latin typeface="Menlo" panose="020B0609030804020204" pitchFamily="49" charset="0"/>
              </a:rPr>
              <a:t>,</a:t>
            </a:r>
          </a:p>
          <a:p>
            <a:r>
              <a:rPr lang="en-US" sz="900" b="0">
                <a:solidFill>
                  <a:srgbClr val="CE9178"/>
                </a:solidFill>
                <a:effectLst/>
                <a:highlight>
                  <a:srgbClr val="000000"/>
                </a:highlight>
                <a:latin typeface="Menlo" panose="020B0609030804020204" pitchFamily="49" charset="0"/>
              </a:rPr>
              <a:t>"The Prestige - A story of rivalry between two magicians with mind-bending twists."</a:t>
            </a:r>
            <a:r>
              <a:rPr lang="en-US" sz="900" b="0">
                <a:solidFill>
                  <a:srgbClr val="D4D4D4"/>
                </a:solidFill>
                <a:effectLst/>
                <a:highlight>
                  <a:srgbClr val="000000"/>
                </a:highlight>
                <a:latin typeface="Menlo" panose="020B0609030804020204" pitchFamily="49" charset="0"/>
              </a:rPr>
              <a:t>,]</a:t>
            </a:r>
            <a:br>
              <a:rPr lang="en-US" sz="900" b="0">
                <a:solidFill>
                  <a:srgbClr val="D4D4D4"/>
                </a:solidFill>
                <a:effectLst/>
                <a:highlight>
                  <a:srgbClr val="000000"/>
                </a:highlight>
                <a:latin typeface="Menlo" panose="020B0609030804020204" pitchFamily="49" charset="0"/>
              </a:rPr>
            </a:br>
            <a:r>
              <a:rPr lang="en-US" sz="900" b="0">
                <a:solidFill>
                  <a:srgbClr val="6A9955"/>
                </a:solidFill>
                <a:effectLst/>
                <a:highlight>
                  <a:srgbClr val="000000"/>
                </a:highlight>
                <a:latin typeface="Menlo" panose="020B0609030804020204" pitchFamily="49" charset="0"/>
              </a:rPr>
              <a:t># </a:t>
            </a:r>
            <a:r>
              <a:rPr lang="fa-IR" sz="900" b="0">
                <a:solidFill>
                  <a:srgbClr val="6A9955"/>
                </a:solidFill>
                <a:effectLst/>
                <a:highlight>
                  <a:srgbClr val="000000"/>
                </a:highlight>
                <a:latin typeface="Menlo" panose="020B0609030804020204" pitchFamily="49" charset="0"/>
              </a:rPr>
              <a:t>تبدیل توضیحات فیلم‌ها به بردارهای </a:t>
            </a:r>
            <a:r>
              <a:rPr lang="en-US" sz="900" b="0">
                <a:solidFill>
                  <a:srgbClr val="6A9955"/>
                </a:solidFill>
                <a:effectLst/>
                <a:highlight>
                  <a:srgbClr val="000000"/>
                </a:highlight>
                <a:latin typeface="Menlo" panose="020B0609030804020204" pitchFamily="49" charset="0"/>
              </a:rPr>
              <a:t>TF-IDF</a:t>
            </a:r>
            <a:endParaRPr lang="en-US" sz="900" b="0">
              <a:solidFill>
                <a:srgbClr val="D4D4D4"/>
              </a:solidFill>
              <a:effectLst/>
              <a:highlight>
                <a:srgbClr val="000000"/>
              </a:highlight>
              <a:latin typeface="Menlo" panose="020B0609030804020204" pitchFamily="49" charset="0"/>
            </a:endParaRPr>
          </a:p>
          <a:p>
            <a:r>
              <a:rPr lang="en-US" sz="900" b="0">
                <a:solidFill>
                  <a:srgbClr val="9CDCFE"/>
                </a:solidFill>
                <a:effectLst/>
                <a:highlight>
                  <a:srgbClr val="000000"/>
                </a:highlight>
                <a:latin typeface="Menlo" panose="020B0609030804020204" pitchFamily="49" charset="0"/>
              </a:rPr>
              <a:t>tfidf</a:t>
            </a:r>
            <a:r>
              <a:rPr lang="en-US" sz="900" b="0">
                <a:solidFill>
                  <a:srgbClr val="D4D4D4"/>
                </a:solidFill>
                <a:effectLst/>
                <a:highlight>
                  <a:srgbClr val="000000"/>
                </a:highlight>
                <a:latin typeface="Menlo" panose="020B0609030804020204" pitchFamily="49" charset="0"/>
              </a:rPr>
              <a:t> = </a:t>
            </a:r>
            <a:r>
              <a:rPr lang="en-US" sz="900" b="0">
                <a:solidFill>
                  <a:srgbClr val="4EC9B0"/>
                </a:solidFill>
                <a:effectLst/>
                <a:highlight>
                  <a:srgbClr val="000000"/>
                </a:highlight>
                <a:latin typeface="Menlo" panose="020B0609030804020204" pitchFamily="49" charset="0"/>
              </a:rPr>
              <a:t>TfidfVectorizer</a:t>
            </a:r>
            <a:r>
              <a:rPr lang="en-US" sz="900" b="0">
                <a:solidFill>
                  <a:srgbClr val="D4D4D4"/>
                </a:solidFill>
                <a:effectLst/>
                <a:highlight>
                  <a:srgbClr val="000000"/>
                </a:highlight>
                <a:latin typeface="Menlo" panose="020B0609030804020204" pitchFamily="49" charset="0"/>
              </a:rPr>
              <a:t>()</a:t>
            </a:r>
          </a:p>
          <a:p>
            <a:r>
              <a:rPr lang="en-US" sz="900" b="0">
                <a:solidFill>
                  <a:srgbClr val="9CDCFE"/>
                </a:solidFill>
                <a:effectLst/>
                <a:highlight>
                  <a:srgbClr val="000000"/>
                </a:highlight>
                <a:latin typeface="Menlo" panose="020B0609030804020204" pitchFamily="49" charset="0"/>
              </a:rPr>
              <a:t>tfidf_matrix</a:t>
            </a:r>
            <a:r>
              <a:rPr lang="en-US" sz="900" b="0">
                <a:solidFill>
                  <a:srgbClr val="D4D4D4"/>
                </a:solidFill>
                <a:effectLst/>
                <a:highlight>
                  <a:srgbClr val="000000"/>
                </a:highlight>
                <a:latin typeface="Menlo" panose="020B0609030804020204" pitchFamily="49" charset="0"/>
              </a:rPr>
              <a:t> = </a:t>
            </a:r>
            <a:r>
              <a:rPr lang="en-US" sz="900" b="0">
                <a:solidFill>
                  <a:srgbClr val="9CDCFE"/>
                </a:solidFill>
                <a:effectLst/>
                <a:highlight>
                  <a:srgbClr val="000000"/>
                </a:highlight>
                <a:latin typeface="Menlo" panose="020B0609030804020204" pitchFamily="49" charset="0"/>
              </a:rPr>
              <a:t>tfidf</a:t>
            </a:r>
            <a:r>
              <a:rPr lang="en-US" sz="900" b="0">
                <a:solidFill>
                  <a:srgbClr val="D4D4D4"/>
                </a:solidFill>
                <a:effectLst/>
                <a:highlight>
                  <a:srgbClr val="000000"/>
                </a:highlight>
                <a:latin typeface="Menlo" panose="020B0609030804020204" pitchFamily="49" charset="0"/>
              </a:rPr>
              <a:t>.</a:t>
            </a:r>
            <a:r>
              <a:rPr lang="en-US" sz="900" b="0">
                <a:solidFill>
                  <a:srgbClr val="DCDCAA"/>
                </a:solidFill>
                <a:effectLst/>
                <a:highlight>
                  <a:srgbClr val="000000"/>
                </a:highlight>
                <a:latin typeface="Menlo" panose="020B0609030804020204" pitchFamily="49" charset="0"/>
              </a:rPr>
              <a:t>fit_transform</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movies</a:t>
            </a:r>
            <a:r>
              <a:rPr lang="en-US" sz="900" b="0">
                <a:solidFill>
                  <a:srgbClr val="D4D4D4"/>
                </a:solidFill>
                <a:effectLst/>
                <a:highlight>
                  <a:srgbClr val="000000"/>
                </a:highlight>
                <a:latin typeface="Menlo" panose="020B0609030804020204" pitchFamily="49" charset="0"/>
              </a:rPr>
              <a:t>)</a:t>
            </a:r>
            <a:br>
              <a:rPr lang="en-US" sz="900" b="0">
                <a:solidFill>
                  <a:srgbClr val="D4D4D4"/>
                </a:solidFill>
                <a:effectLst/>
                <a:highlight>
                  <a:srgbClr val="000000"/>
                </a:highlight>
                <a:latin typeface="Menlo" panose="020B0609030804020204" pitchFamily="49" charset="0"/>
              </a:rPr>
            </a:br>
            <a:r>
              <a:rPr lang="en-US" sz="900" b="0">
                <a:solidFill>
                  <a:srgbClr val="6A9955"/>
                </a:solidFill>
                <a:effectLst/>
                <a:highlight>
                  <a:srgbClr val="000000"/>
                </a:highlight>
                <a:latin typeface="Menlo" panose="020B0609030804020204" pitchFamily="49" charset="0"/>
              </a:rPr>
              <a:t># </a:t>
            </a:r>
            <a:r>
              <a:rPr lang="fa-IR" sz="900" b="0">
                <a:solidFill>
                  <a:srgbClr val="6A9955"/>
                </a:solidFill>
                <a:effectLst/>
                <a:highlight>
                  <a:srgbClr val="000000"/>
                </a:highlight>
                <a:latin typeface="Menlo" panose="020B0609030804020204" pitchFamily="49" charset="0"/>
              </a:rPr>
              <a:t>محاسبه شباهت کسینوسی بین فیلم‌ها</a:t>
            </a:r>
            <a:endParaRPr lang="fa-IR" sz="900" b="0">
              <a:solidFill>
                <a:srgbClr val="D4D4D4"/>
              </a:solidFill>
              <a:effectLst/>
              <a:highlight>
                <a:srgbClr val="000000"/>
              </a:highlight>
              <a:latin typeface="Menlo" panose="020B0609030804020204" pitchFamily="49" charset="0"/>
            </a:endParaRPr>
          </a:p>
          <a:p>
            <a:r>
              <a:rPr lang="en-US" sz="900" b="0">
                <a:solidFill>
                  <a:srgbClr val="9CDCFE"/>
                </a:solidFill>
                <a:effectLst/>
                <a:highlight>
                  <a:srgbClr val="000000"/>
                </a:highlight>
                <a:latin typeface="Menlo" panose="020B0609030804020204" pitchFamily="49" charset="0"/>
              </a:rPr>
              <a:t>cosine_similarities</a:t>
            </a:r>
            <a:r>
              <a:rPr lang="en-US" sz="900" b="0">
                <a:solidFill>
                  <a:srgbClr val="D4D4D4"/>
                </a:solidFill>
                <a:effectLst/>
                <a:highlight>
                  <a:srgbClr val="000000"/>
                </a:highlight>
                <a:latin typeface="Menlo" panose="020B0609030804020204" pitchFamily="49" charset="0"/>
              </a:rPr>
              <a:t> = </a:t>
            </a:r>
            <a:r>
              <a:rPr lang="en-US" sz="900" b="0">
                <a:solidFill>
                  <a:srgbClr val="DCDCAA"/>
                </a:solidFill>
                <a:effectLst/>
                <a:highlight>
                  <a:srgbClr val="000000"/>
                </a:highlight>
                <a:latin typeface="Menlo" panose="020B0609030804020204" pitchFamily="49" charset="0"/>
              </a:rPr>
              <a:t>linear_kernel</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tfidf_matrix</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tfidf_matrix</a:t>
            </a:r>
            <a:r>
              <a:rPr lang="en-US" sz="900" b="0">
                <a:solidFill>
                  <a:srgbClr val="D4D4D4"/>
                </a:solidFill>
                <a:effectLst/>
                <a:highlight>
                  <a:srgbClr val="000000"/>
                </a:highlight>
                <a:latin typeface="Menlo" panose="020B0609030804020204" pitchFamily="49" charset="0"/>
              </a:rPr>
              <a:t>)</a:t>
            </a:r>
            <a:br>
              <a:rPr lang="en-US" sz="900" b="0">
                <a:solidFill>
                  <a:srgbClr val="D4D4D4"/>
                </a:solidFill>
                <a:effectLst/>
                <a:highlight>
                  <a:srgbClr val="000000"/>
                </a:highlight>
                <a:latin typeface="Menlo" panose="020B0609030804020204" pitchFamily="49" charset="0"/>
              </a:rPr>
            </a:br>
            <a:r>
              <a:rPr lang="en-US" sz="900" b="0">
                <a:solidFill>
                  <a:srgbClr val="6A9955"/>
                </a:solidFill>
                <a:effectLst/>
                <a:highlight>
                  <a:srgbClr val="000000"/>
                </a:highlight>
                <a:latin typeface="Menlo" panose="020B0609030804020204" pitchFamily="49" charset="0"/>
              </a:rPr>
              <a:t># </a:t>
            </a:r>
            <a:r>
              <a:rPr lang="fa-IR" sz="900" b="0">
                <a:solidFill>
                  <a:srgbClr val="6A9955"/>
                </a:solidFill>
                <a:effectLst/>
                <a:highlight>
                  <a:srgbClr val="000000"/>
                </a:highlight>
                <a:latin typeface="Menlo" panose="020B0609030804020204" pitchFamily="49" charset="0"/>
              </a:rPr>
              <a:t>تعریف تابعی برای پیشنهاد فیلم‌ها بر اساس شباهت</a:t>
            </a:r>
            <a:endParaRPr lang="fa-IR" sz="900" b="0">
              <a:solidFill>
                <a:srgbClr val="D4D4D4"/>
              </a:solidFill>
              <a:effectLst/>
              <a:highlight>
                <a:srgbClr val="000000"/>
              </a:highlight>
              <a:latin typeface="Menlo" panose="020B0609030804020204" pitchFamily="49" charset="0"/>
            </a:endParaRPr>
          </a:p>
          <a:p>
            <a:r>
              <a:rPr lang="en-US" sz="900" b="0">
                <a:solidFill>
                  <a:srgbClr val="569CD6"/>
                </a:solidFill>
                <a:effectLst/>
                <a:highlight>
                  <a:srgbClr val="000000"/>
                </a:highlight>
                <a:latin typeface="Menlo" panose="020B0609030804020204" pitchFamily="49" charset="0"/>
              </a:rPr>
              <a:t>def</a:t>
            </a:r>
            <a:r>
              <a:rPr lang="en-US" sz="900" b="0">
                <a:solidFill>
                  <a:srgbClr val="D4D4D4"/>
                </a:solidFill>
                <a:effectLst/>
                <a:highlight>
                  <a:srgbClr val="000000"/>
                </a:highlight>
                <a:latin typeface="Menlo" panose="020B0609030804020204" pitchFamily="49" charset="0"/>
              </a:rPr>
              <a:t> </a:t>
            </a:r>
            <a:r>
              <a:rPr lang="en-US" sz="900" b="0">
                <a:solidFill>
                  <a:srgbClr val="DCDCAA"/>
                </a:solidFill>
                <a:effectLst/>
                <a:highlight>
                  <a:srgbClr val="000000"/>
                </a:highlight>
                <a:latin typeface="Menlo" panose="020B0609030804020204" pitchFamily="49" charset="0"/>
              </a:rPr>
              <a:t>recommend_movies</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movie_index</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num_recommendations</a:t>
            </a:r>
            <a:r>
              <a:rPr lang="en-US" sz="900" b="0">
                <a:solidFill>
                  <a:srgbClr val="D4D4D4"/>
                </a:solidFill>
                <a:effectLst/>
                <a:highlight>
                  <a:srgbClr val="000000"/>
                </a:highlight>
                <a:latin typeface="Menlo" panose="020B0609030804020204" pitchFamily="49" charset="0"/>
              </a:rPr>
              <a:t>=</a:t>
            </a:r>
            <a:r>
              <a:rPr lang="en-US" sz="900" b="0">
                <a:solidFill>
                  <a:srgbClr val="B5CEA8"/>
                </a:solidFill>
                <a:effectLst/>
                <a:highlight>
                  <a:srgbClr val="000000"/>
                </a:highlight>
                <a:latin typeface="Menlo" panose="020B0609030804020204" pitchFamily="49" charset="0"/>
              </a:rPr>
              <a:t>2</a:t>
            </a:r>
            <a:r>
              <a:rPr lang="en-US" sz="900" b="0">
                <a:solidFill>
                  <a:srgbClr val="D4D4D4"/>
                </a:solidFill>
                <a:effectLst/>
                <a:highlight>
                  <a:srgbClr val="000000"/>
                </a:highlight>
                <a:latin typeface="Menlo" panose="020B0609030804020204" pitchFamily="49" charset="0"/>
              </a:rPr>
              <a:t>):</a:t>
            </a:r>
          </a:p>
          <a:p>
            <a:r>
              <a:rPr lang="en-US" sz="900" b="0">
                <a:solidFill>
                  <a:srgbClr val="9CDCFE"/>
                </a:solidFill>
                <a:effectLst/>
                <a:highlight>
                  <a:srgbClr val="000000"/>
                </a:highlight>
                <a:latin typeface="Menlo" panose="020B0609030804020204" pitchFamily="49" charset="0"/>
              </a:rPr>
              <a:t>similarity_scores</a:t>
            </a:r>
            <a:r>
              <a:rPr lang="en-US" sz="900" b="0">
                <a:solidFill>
                  <a:srgbClr val="D4D4D4"/>
                </a:solidFill>
                <a:effectLst/>
                <a:highlight>
                  <a:srgbClr val="000000"/>
                </a:highlight>
                <a:latin typeface="Menlo" panose="020B0609030804020204" pitchFamily="49" charset="0"/>
              </a:rPr>
              <a:t> = </a:t>
            </a:r>
            <a:r>
              <a:rPr lang="en-US" sz="900" b="0">
                <a:solidFill>
                  <a:srgbClr val="4EC9B0"/>
                </a:solidFill>
                <a:effectLst/>
                <a:highlight>
                  <a:srgbClr val="000000"/>
                </a:highlight>
                <a:latin typeface="Menlo" panose="020B0609030804020204" pitchFamily="49" charset="0"/>
              </a:rPr>
              <a:t>list</a:t>
            </a:r>
            <a:r>
              <a:rPr lang="en-US" sz="900" b="0">
                <a:solidFill>
                  <a:srgbClr val="D4D4D4"/>
                </a:solidFill>
                <a:effectLst/>
                <a:highlight>
                  <a:srgbClr val="000000"/>
                </a:highlight>
                <a:latin typeface="Menlo" panose="020B0609030804020204" pitchFamily="49" charset="0"/>
              </a:rPr>
              <a:t>(</a:t>
            </a:r>
            <a:r>
              <a:rPr lang="en-US" sz="900" b="0">
                <a:solidFill>
                  <a:srgbClr val="4EC9B0"/>
                </a:solidFill>
                <a:effectLst/>
                <a:highlight>
                  <a:srgbClr val="000000"/>
                </a:highlight>
                <a:latin typeface="Menlo" panose="020B0609030804020204" pitchFamily="49" charset="0"/>
              </a:rPr>
              <a:t>enumerate</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cosine_similarities</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movie_index</a:t>
            </a:r>
            <a:r>
              <a:rPr lang="en-US" sz="900" b="0">
                <a:solidFill>
                  <a:srgbClr val="D4D4D4"/>
                </a:solidFill>
                <a:effectLst/>
                <a:highlight>
                  <a:srgbClr val="000000"/>
                </a:highlight>
                <a:latin typeface="Menlo" panose="020B0609030804020204" pitchFamily="49" charset="0"/>
              </a:rPr>
              <a:t>]))</a:t>
            </a:r>
          </a:p>
          <a:p>
            <a:r>
              <a:rPr lang="en-US" sz="900" b="0">
                <a:solidFill>
                  <a:srgbClr val="9CDCFE"/>
                </a:solidFill>
                <a:effectLst/>
                <a:highlight>
                  <a:srgbClr val="000000"/>
                </a:highlight>
                <a:latin typeface="Menlo" panose="020B0609030804020204" pitchFamily="49" charset="0"/>
              </a:rPr>
              <a:t>similarity_scores</a:t>
            </a:r>
            <a:r>
              <a:rPr lang="en-US" sz="900" b="0">
                <a:solidFill>
                  <a:srgbClr val="D4D4D4"/>
                </a:solidFill>
                <a:effectLst/>
                <a:highlight>
                  <a:srgbClr val="000000"/>
                </a:highlight>
                <a:latin typeface="Menlo" panose="020B0609030804020204" pitchFamily="49" charset="0"/>
              </a:rPr>
              <a:t> = </a:t>
            </a:r>
            <a:r>
              <a:rPr lang="en-US" sz="900" b="0">
                <a:solidFill>
                  <a:srgbClr val="DCDCAA"/>
                </a:solidFill>
                <a:effectLst/>
                <a:highlight>
                  <a:srgbClr val="000000"/>
                </a:highlight>
                <a:latin typeface="Menlo" panose="020B0609030804020204" pitchFamily="49" charset="0"/>
              </a:rPr>
              <a:t>sorted</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similarity_scores</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key</a:t>
            </a:r>
            <a:r>
              <a:rPr lang="en-US" sz="900" b="0">
                <a:solidFill>
                  <a:srgbClr val="D4D4D4"/>
                </a:solidFill>
                <a:effectLst/>
                <a:highlight>
                  <a:srgbClr val="000000"/>
                </a:highlight>
                <a:latin typeface="Menlo" panose="020B0609030804020204" pitchFamily="49" charset="0"/>
              </a:rPr>
              <a:t>=</a:t>
            </a:r>
            <a:r>
              <a:rPr lang="en-US" sz="900" b="0">
                <a:solidFill>
                  <a:srgbClr val="569CD6"/>
                </a:solidFill>
                <a:effectLst/>
                <a:highlight>
                  <a:srgbClr val="000000"/>
                </a:highlight>
                <a:latin typeface="Menlo" panose="020B0609030804020204" pitchFamily="49" charset="0"/>
              </a:rPr>
              <a:t>lambda</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x</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x</a:t>
            </a:r>
            <a:r>
              <a:rPr lang="en-US" sz="900" b="0">
                <a:solidFill>
                  <a:srgbClr val="D4D4D4"/>
                </a:solidFill>
                <a:effectLst/>
                <a:highlight>
                  <a:srgbClr val="000000"/>
                </a:highlight>
                <a:latin typeface="Menlo" panose="020B0609030804020204" pitchFamily="49" charset="0"/>
              </a:rPr>
              <a:t>[</a:t>
            </a:r>
            <a:r>
              <a:rPr lang="en-US" sz="900" b="0">
                <a:solidFill>
                  <a:srgbClr val="B5CEA8"/>
                </a:solidFill>
                <a:effectLst/>
                <a:highlight>
                  <a:srgbClr val="000000"/>
                </a:highlight>
                <a:latin typeface="Menlo" panose="020B0609030804020204" pitchFamily="49" charset="0"/>
              </a:rPr>
              <a:t>1</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reverse</a:t>
            </a:r>
            <a:r>
              <a:rPr lang="en-US" sz="900" b="0">
                <a:solidFill>
                  <a:srgbClr val="D4D4D4"/>
                </a:solidFill>
                <a:effectLst/>
                <a:highlight>
                  <a:srgbClr val="000000"/>
                </a:highlight>
                <a:latin typeface="Menlo" panose="020B0609030804020204" pitchFamily="49" charset="0"/>
              </a:rPr>
              <a:t>=</a:t>
            </a:r>
            <a:r>
              <a:rPr lang="en-US" sz="900" b="0">
                <a:solidFill>
                  <a:srgbClr val="569CD6"/>
                </a:solidFill>
                <a:effectLst/>
                <a:highlight>
                  <a:srgbClr val="000000"/>
                </a:highlight>
                <a:latin typeface="Menlo" panose="020B0609030804020204" pitchFamily="49" charset="0"/>
              </a:rPr>
              <a:t>True</a:t>
            </a:r>
            <a:r>
              <a:rPr lang="en-US" sz="900" b="0">
                <a:solidFill>
                  <a:srgbClr val="D4D4D4"/>
                </a:solidFill>
                <a:effectLst/>
                <a:highlight>
                  <a:srgbClr val="000000"/>
                </a:highlight>
                <a:latin typeface="Menlo" panose="020B0609030804020204" pitchFamily="49" charset="0"/>
              </a:rPr>
              <a:t>)</a:t>
            </a:r>
          </a:p>
          <a:p>
            <a:r>
              <a:rPr lang="en-US" sz="900" b="0">
                <a:solidFill>
                  <a:srgbClr val="9CDCFE"/>
                </a:solidFill>
                <a:effectLst/>
                <a:highlight>
                  <a:srgbClr val="000000"/>
                </a:highlight>
                <a:latin typeface="Menlo" panose="020B0609030804020204" pitchFamily="49" charset="0"/>
              </a:rPr>
              <a:t>similarity_scores</a:t>
            </a:r>
            <a:r>
              <a:rPr lang="en-US" sz="900" b="0">
                <a:solidFill>
                  <a:srgbClr val="D4D4D4"/>
                </a:solidFill>
                <a:effectLst/>
                <a:highlight>
                  <a:srgbClr val="000000"/>
                </a:highlight>
                <a:latin typeface="Menlo" panose="020B0609030804020204" pitchFamily="49" charset="0"/>
              </a:rPr>
              <a:t> = </a:t>
            </a:r>
            <a:r>
              <a:rPr lang="en-US" sz="900" b="0">
                <a:solidFill>
                  <a:srgbClr val="9CDCFE"/>
                </a:solidFill>
                <a:effectLst/>
                <a:highlight>
                  <a:srgbClr val="000000"/>
                </a:highlight>
                <a:latin typeface="Menlo" panose="020B0609030804020204" pitchFamily="49" charset="0"/>
              </a:rPr>
              <a:t>similarity_scores</a:t>
            </a:r>
            <a:r>
              <a:rPr lang="en-US" sz="900" b="0">
                <a:solidFill>
                  <a:srgbClr val="D4D4D4"/>
                </a:solidFill>
                <a:effectLst/>
                <a:highlight>
                  <a:srgbClr val="000000"/>
                </a:highlight>
                <a:latin typeface="Menlo" panose="020B0609030804020204" pitchFamily="49" charset="0"/>
              </a:rPr>
              <a:t>[</a:t>
            </a:r>
            <a:r>
              <a:rPr lang="en-US" sz="900" b="0">
                <a:solidFill>
                  <a:srgbClr val="B5CEA8"/>
                </a:solidFill>
                <a:effectLst/>
                <a:highlight>
                  <a:srgbClr val="000000"/>
                </a:highlight>
                <a:latin typeface="Menlo" panose="020B0609030804020204" pitchFamily="49" charset="0"/>
              </a:rPr>
              <a:t>1</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num_recommendations</a:t>
            </a:r>
            <a:r>
              <a:rPr lang="en-US" sz="900" b="0">
                <a:solidFill>
                  <a:srgbClr val="D4D4D4"/>
                </a:solidFill>
                <a:effectLst/>
                <a:highlight>
                  <a:srgbClr val="000000"/>
                </a:highlight>
                <a:latin typeface="Menlo" panose="020B0609030804020204" pitchFamily="49" charset="0"/>
              </a:rPr>
              <a:t>+</a:t>
            </a:r>
            <a:r>
              <a:rPr lang="en-US" sz="900" b="0">
                <a:solidFill>
                  <a:srgbClr val="B5CEA8"/>
                </a:solidFill>
                <a:effectLst/>
                <a:highlight>
                  <a:srgbClr val="000000"/>
                </a:highlight>
                <a:latin typeface="Menlo" panose="020B0609030804020204" pitchFamily="49" charset="0"/>
              </a:rPr>
              <a:t>1</a:t>
            </a:r>
            <a:r>
              <a:rPr lang="en-US" sz="900" b="0">
                <a:solidFill>
                  <a:srgbClr val="D4D4D4"/>
                </a:solidFill>
                <a:effectLst/>
                <a:highlight>
                  <a:srgbClr val="000000"/>
                </a:highlight>
                <a:latin typeface="Menlo" panose="020B0609030804020204" pitchFamily="49" charset="0"/>
              </a:rPr>
              <a:t>] </a:t>
            </a:r>
            <a:r>
              <a:rPr lang="en-US" sz="900" b="0">
                <a:solidFill>
                  <a:srgbClr val="6A9955"/>
                </a:solidFill>
                <a:effectLst/>
                <a:highlight>
                  <a:srgbClr val="000000"/>
                </a:highlight>
                <a:latin typeface="Menlo" panose="020B0609030804020204" pitchFamily="49" charset="0"/>
              </a:rPr>
              <a:t># </a:t>
            </a:r>
            <a:r>
              <a:rPr lang="fa-IR" sz="900" b="0">
                <a:solidFill>
                  <a:srgbClr val="6A9955"/>
                </a:solidFill>
                <a:effectLst/>
                <a:highlight>
                  <a:srgbClr val="000000"/>
                </a:highlight>
                <a:latin typeface="Menlo" panose="020B0609030804020204" pitchFamily="49" charset="0"/>
              </a:rPr>
              <a:t>حذف فیلم اصلی و انتخاب دو فیلم مشابه</a:t>
            </a:r>
            <a:endParaRPr lang="fa-IR" sz="900" b="0">
              <a:solidFill>
                <a:srgbClr val="D4D4D4"/>
              </a:solidFill>
              <a:effectLst/>
              <a:highlight>
                <a:srgbClr val="000000"/>
              </a:highlight>
              <a:latin typeface="Menlo" panose="020B0609030804020204" pitchFamily="49" charset="0"/>
            </a:endParaRPr>
          </a:p>
          <a:p>
            <a:r>
              <a:rPr lang="en-US" sz="900" b="0">
                <a:solidFill>
                  <a:srgbClr val="DCDCAA"/>
                </a:solidFill>
                <a:effectLst/>
                <a:highlight>
                  <a:srgbClr val="000000"/>
                </a:highlight>
                <a:latin typeface="Menlo" panose="020B0609030804020204" pitchFamily="49" charset="0"/>
              </a:rPr>
              <a:t>print</a:t>
            </a:r>
            <a:r>
              <a:rPr lang="en-US" sz="900" b="0">
                <a:solidFill>
                  <a:srgbClr val="D4D4D4"/>
                </a:solidFill>
                <a:effectLst/>
                <a:highlight>
                  <a:srgbClr val="000000"/>
                </a:highlight>
                <a:latin typeface="Menlo" panose="020B0609030804020204" pitchFamily="49" charset="0"/>
              </a:rPr>
              <a:t>(</a:t>
            </a:r>
            <a:r>
              <a:rPr lang="en-US" sz="900" b="0">
                <a:solidFill>
                  <a:srgbClr val="569CD6"/>
                </a:solidFill>
                <a:effectLst/>
                <a:highlight>
                  <a:srgbClr val="000000"/>
                </a:highlight>
                <a:latin typeface="Menlo" panose="020B0609030804020204" pitchFamily="49" charset="0"/>
              </a:rPr>
              <a:t>f</a:t>
            </a:r>
            <a:r>
              <a:rPr lang="en-US" sz="900" b="0">
                <a:solidFill>
                  <a:srgbClr val="CE9178"/>
                </a:solidFill>
                <a:effectLst/>
                <a:highlight>
                  <a:srgbClr val="000000"/>
                </a:highlight>
                <a:latin typeface="Menlo" panose="020B0609030804020204" pitchFamily="49" charset="0"/>
              </a:rPr>
              <a:t>"Recommendations for '</a:t>
            </a:r>
            <a:r>
              <a:rPr lang="en-US" sz="900" b="0">
                <a:solidFill>
                  <a:srgbClr val="569CD6"/>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movies</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movie_index</a:t>
            </a:r>
            <a:r>
              <a:rPr lang="en-US" sz="900" b="0">
                <a:solidFill>
                  <a:srgbClr val="D4D4D4"/>
                </a:solidFill>
                <a:effectLst/>
                <a:highlight>
                  <a:srgbClr val="000000"/>
                </a:highlight>
                <a:latin typeface="Menlo" panose="020B0609030804020204" pitchFamily="49" charset="0"/>
              </a:rPr>
              <a:t>]</a:t>
            </a:r>
            <a:r>
              <a:rPr lang="en-US" sz="900" b="0">
                <a:solidFill>
                  <a:srgbClr val="569CD6"/>
                </a:solidFill>
                <a:effectLst/>
                <a:highlight>
                  <a:srgbClr val="000000"/>
                </a:highlight>
                <a:latin typeface="Menlo" panose="020B0609030804020204" pitchFamily="49" charset="0"/>
              </a:rPr>
              <a:t>}</a:t>
            </a:r>
            <a:r>
              <a:rPr lang="en-US" sz="900" b="0">
                <a:solidFill>
                  <a:srgbClr val="CE9178"/>
                </a:solidFill>
                <a:effectLst/>
                <a:highlight>
                  <a:srgbClr val="000000"/>
                </a:highlight>
                <a:latin typeface="Menlo" panose="020B0609030804020204" pitchFamily="49" charset="0"/>
              </a:rPr>
              <a:t>':"</a:t>
            </a:r>
            <a:r>
              <a:rPr lang="en-US" sz="900" b="0">
                <a:solidFill>
                  <a:srgbClr val="D4D4D4"/>
                </a:solidFill>
                <a:effectLst/>
                <a:highlight>
                  <a:srgbClr val="000000"/>
                </a:highlight>
                <a:latin typeface="Menlo" panose="020B0609030804020204" pitchFamily="49" charset="0"/>
              </a:rPr>
              <a:t>)</a:t>
            </a:r>
          </a:p>
          <a:p>
            <a:r>
              <a:rPr lang="en-US" sz="900" b="0">
                <a:solidFill>
                  <a:srgbClr val="C586C0"/>
                </a:solidFill>
                <a:effectLst/>
                <a:highlight>
                  <a:srgbClr val="000000"/>
                </a:highlight>
                <a:latin typeface="Menlo" panose="020B0609030804020204" pitchFamily="49" charset="0"/>
              </a:rPr>
              <a:t>for</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i</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score</a:t>
            </a:r>
            <a:r>
              <a:rPr lang="en-US" sz="900" b="0">
                <a:solidFill>
                  <a:srgbClr val="D4D4D4"/>
                </a:solidFill>
                <a:effectLst/>
                <a:highlight>
                  <a:srgbClr val="000000"/>
                </a:highlight>
                <a:latin typeface="Menlo" panose="020B0609030804020204" pitchFamily="49" charset="0"/>
              </a:rPr>
              <a:t> </a:t>
            </a:r>
            <a:r>
              <a:rPr lang="en-US" sz="900" b="0">
                <a:solidFill>
                  <a:srgbClr val="C586C0"/>
                </a:solidFill>
                <a:effectLst/>
                <a:highlight>
                  <a:srgbClr val="000000"/>
                </a:highlight>
                <a:latin typeface="Menlo" panose="020B0609030804020204" pitchFamily="49" charset="0"/>
              </a:rPr>
              <a:t>in</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similarity_scores</a:t>
            </a:r>
            <a:r>
              <a:rPr lang="en-US" sz="900" b="0">
                <a:solidFill>
                  <a:srgbClr val="D4D4D4"/>
                </a:solidFill>
                <a:effectLst/>
                <a:highlight>
                  <a:srgbClr val="000000"/>
                </a:highlight>
                <a:latin typeface="Menlo" panose="020B0609030804020204" pitchFamily="49" charset="0"/>
              </a:rPr>
              <a:t>:</a:t>
            </a:r>
          </a:p>
          <a:p>
            <a:r>
              <a:rPr lang="en-US" sz="900" b="0">
                <a:solidFill>
                  <a:srgbClr val="DCDCAA"/>
                </a:solidFill>
                <a:effectLst/>
                <a:highlight>
                  <a:srgbClr val="000000"/>
                </a:highlight>
                <a:latin typeface="Menlo" panose="020B0609030804020204" pitchFamily="49" charset="0"/>
              </a:rPr>
              <a:t>print</a:t>
            </a:r>
            <a:r>
              <a:rPr lang="en-US" sz="900" b="0">
                <a:solidFill>
                  <a:srgbClr val="D4D4D4"/>
                </a:solidFill>
                <a:effectLst/>
                <a:highlight>
                  <a:srgbClr val="000000"/>
                </a:highlight>
                <a:latin typeface="Menlo" panose="020B0609030804020204" pitchFamily="49" charset="0"/>
              </a:rPr>
              <a:t>(</a:t>
            </a:r>
            <a:r>
              <a:rPr lang="en-US" sz="900" b="0">
                <a:solidFill>
                  <a:srgbClr val="569CD6"/>
                </a:solidFill>
                <a:effectLst/>
                <a:highlight>
                  <a:srgbClr val="000000"/>
                </a:highlight>
                <a:latin typeface="Menlo" panose="020B0609030804020204" pitchFamily="49" charset="0"/>
              </a:rPr>
              <a:t>f</a:t>
            </a:r>
            <a:r>
              <a:rPr lang="en-US" sz="900" b="0">
                <a:solidFill>
                  <a:srgbClr val="CE9178"/>
                </a:solidFill>
                <a:effectLst/>
                <a:highlight>
                  <a:srgbClr val="000000"/>
                </a:highlight>
                <a:latin typeface="Menlo" panose="020B0609030804020204" pitchFamily="49" charset="0"/>
              </a:rPr>
              <a:t>"- </a:t>
            </a:r>
            <a:r>
              <a:rPr lang="en-US" sz="900" b="0">
                <a:solidFill>
                  <a:srgbClr val="569CD6"/>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movies</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i</a:t>
            </a:r>
            <a:r>
              <a:rPr lang="en-US" sz="900" b="0">
                <a:solidFill>
                  <a:srgbClr val="D4D4D4"/>
                </a:solidFill>
                <a:effectLst/>
                <a:highlight>
                  <a:srgbClr val="000000"/>
                </a:highlight>
                <a:latin typeface="Menlo" panose="020B0609030804020204" pitchFamily="49" charset="0"/>
              </a:rPr>
              <a:t>]</a:t>
            </a:r>
            <a:r>
              <a:rPr lang="en-US" sz="900" b="0">
                <a:solidFill>
                  <a:srgbClr val="569CD6"/>
                </a:solidFill>
                <a:effectLst/>
                <a:highlight>
                  <a:srgbClr val="000000"/>
                </a:highlight>
                <a:latin typeface="Menlo" panose="020B0609030804020204" pitchFamily="49" charset="0"/>
              </a:rPr>
              <a:t>}</a:t>
            </a:r>
            <a:r>
              <a:rPr lang="en-US" sz="900" b="0">
                <a:solidFill>
                  <a:srgbClr val="CE9178"/>
                </a:solidFill>
                <a:effectLst/>
                <a:highlight>
                  <a:srgbClr val="000000"/>
                </a:highlight>
                <a:latin typeface="Menlo" panose="020B0609030804020204" pitchFamily="49" charset="0"/>
              </a:rPr>
              <a:t> (Similarity Score: </a:t>
            </a:r>
            <a:r>
              <a:rPr lang="en-US" sz="900" b="0">
                <a:solidFill>
                  <a:srgbClr val="569CD6"/>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score</a:t>
            </a:r>
            <a:r>
              <a:rPr lang="en-US" sz="900" b="0">
                <a:solidFill>
                  <a:srgbClr val="569CD6"/>
                </a:solidFill>
                <a:effectLst/>
                <a:highlight>
                  <a:srgbClr val="000000"/>
                </a:highlight>
                <a:latin typeface="Menlo" panose="020B0609030804020204" pitchFamily="49" charset="0"/>
              </a:rPr>
              <a:t>:.2f}</a:t>
            </a:r>
            <a:r>
              <a:rPr lang="en-US" sz="900" b="0">
                <a:solidFill>
                  <a:srgbClr val="CE9178"/>
                </a:solidFill>
                <a:effectLst/>
                <a:highlight>
                  <a:srgbClr val="000000"/>
                </a:highlight>
                <a:latin typeface="Menlo" panose="020B0609030804020204" pitchFamily="49" charset="0"/>
              </a:rPr>
              <a:t>)"</a:t>
            </a:r>
            <a:r>
              <a:rPr lang="en-US" sz="900" b="0">
                <a:solidFill>
                  <a:srgbClr val="D4D4D4"/>
                </a:solidFill>
                <a:effectLst/>
                <a:highlight>
                  <a:srgbClr val="000000"/>
                </a:highlight>
                <a:latin typeface="Menlo" panose="020B0609030804020204" pitchFamily="49" charset="0"/>
              </a:rPr>
              <a:t>)</a:t>
            </a:r>
            <a:br>
              <a:rPr lang="en-US" sz="900" b="0">
                <a:solidFill>
                  <a:srgbClr val="D4D4D4"/>
                </a:solidFill>
                <a:effectLst/>
                <a:highlight>
                  <a:srgbClr val="000000"/>
                </a:highlight>
                <a:latin typeface="Menlo" panose="020B0609030804020204" pitchFamily="49" charset="0"/>
              </a:rPr>
            </a:br>
            <a:r>
              <a:rPr lang="en-US" sz="900" b="0">
                <a:solidFill>
                  <a:srgbClr val="6A9955"/>
                </a:solidFill>
                <a:effectLst/>
                <a:highlight>
                  <a:srgbClr val="000000"/>
                </a:highlight>
                <a:latin typeface="Menlo" panose="020B0609030804020204" pitchFamily="49" charset="0"/>
              </a:rPr>
              <a:t># </a:t>
            </a:r>
            <a:r>
              <a:rPr lang="fa-IR" sz="900" b="0">
                <a:solidFill>
                  <a:srgbClr val="6A9955"/>
                </a:solidFill>
                <a:effectLst/>
                <a:highlight>
                  <a:srgbClr val="000000"/>
                </a:highlight>
                <a:latin typeface="Menlo" panose="020B0609030804020204" pitchFamily="49" charset="0"/>
              </a:rPr>
              <a:t>تست پیشنهادها برای فیلم "</a:t>
            </a:r>
            <a:r>
              <a:rPr lang="en-US" sz="900" b="0">
                <a:solidFill>
                  <a:srgbClr val="6A9955"/>
                </a:solidFill>
                <a:effectLst/>
                <a:highlight>
                  <a:srgbClr val="000000"/>
                </a:highlight>
                <a:latin typeface="Menlo" panose="020B0609030804020204" pitchFamily="49" charset="0"/>
              </a:rPr>
              <a:t>Inception"</a:t>
            </a:r>
            <a:endParaRPr lang="en-US" sz="900" b="0">
              <a:solidFill>
                <a:srgbClr val="D4D4D4"/>
              </a:solidFill>
              <a:effectLst/>
              <a:highlight>
                <a:srgbClr val="000000"/>
              </a:highlight>
              <a:latin typeface="Menlo" panose="020B0609030804020204" pitchFamily="49" charset="0"/>
            </a:endParaRPr>
          </a:p>
          <a:p>
            <a:r>
              <a:rPr lang="en-US" sz="900" b="0">
                <a:solidFill>
                  <a:srgbClr val="DCDCAA"/>
                </a:solidFill>
                <a:effectLst/>
                <a:highlight>
                  <a:srgbClr val="000000"/>
                </a:highlight>
                <a:latin typeface="Menlo" panose="020B0609030804020204" pitchFamily="49" charset="0"/>
              </a:rPr>
              <a:t>recommend_movies</a:t>
            </a:r>
            <a:r>
              <a:rPr lang="en-US" sz="900" b="0">
                <a:solidFill>
                  <a:srgbClr val="D4D4D4"/>
                </a:solidFill>
                <a:effectLst/>
                <a:highlight>
                  <a:srgbClr val="000000"/>
                </a:highlight>
                <a:latin typeface="Menlo" panose="020B0609030804020204" pitchFamily="49" charset="0"/>
              </a:rPr>
              <a:t>(</a:t>
            </a:r>
            <a:r>
              <a:rPr lang="en-US" sz="900" b="0">
                <a:solidFill>
                  <a:srgbClr val="B5CEA8"/>
                </a:solidFill>
                <a:effectLst/>
                <a:highlight>
                  <a:srgbClr val="000000"/>
                </a:highlight>
                <a:latin typeface="Menlo" panose="020B0609030804020204" pitchFamily="49" charset="0"/>
              </a:rPr>
              <a:t>0</a:t>
            </a:r>
            <a:r>
              <a:rPr lang="en-US" sz="900" b="0">
                <a:solidFill>
                  <a:srgbClr val="D4D4D4"/>
                </a:solidFill>
                <a:effectLst/>
                <a:highlight>
                  <a:srgbClr val="000000"/>
                </a:highlight>
                <a:latin typeface="Menlo" panose="020B0609030804020204" pitchFamily="49" charset="0"/>
              </a:rPr>
              <a:t>)</a:t>
            </a:r>
          </a:p>
          <a:p>
            <a:br>
              <a:rPr lang="en-US" sz="900" b="0">
                <a:solidFill>
                  <a:srgbClr val="D4D4D4"/>
                </a:solidFill>
                <a:effectLst/>
                <a:highlight>
                  <a:srgbClr val="000000"/>
                </a:highlight>
                <a:latin typeface="Menlo" panose="020B0609030804020204" pitchFamily="49" charset="0"/>
              </a:rPr>
            </a:br>
            <a:endParaRPr lang="en-US" sz="900" b="0">
              <a:solidFill>
                <a:srgbClr val="D4D4D4"/>
              </a:solidFill>
              <a:effectLst/>
              <a:highlight>
                <a:srgbClr val="000000"/>
              </a:highlight>
              <a:latin typeface="Menlo" panose="020B0609030804020204" pitchFamily="49" charset="0"/>
            </a:endParaRPr>
          </a:p>
        </p:txBody>
      </p:sp>
      <p:sp>
        <p:nvSpPr>
          <p:cNvPr id="9" name="Rounded Rectangle 8">
            <a:extLst>
              <a:ext uri="{FF2B5EF4-FFF2-40B4-BE49-F238E27FC236}">
                <a16:creationId xmlns:a16="http://schemas.microsoft.com/office/drawing/2014/main" id="{6770506A-EEC5-6945-8158-FAE68930A8BC}"/>
              </a:ext>
            </a:extLst>
          </p:cNvPr>
          <p:cNvSpPr/>
          <p:nvPr/>
        </p:nvSpPr>
        <p:spPr>
          <a:xfrm>
            <a:off x="1628486" y="815951"/>
            <a:ext cx="5883088" cy="1033391"/>
          </a:xfrm>
          <a:prstGeom prst="roundRect">
            <a:avLst/>
          </a:prstGeom>
          <a:solidFill>
            <a:srgbClr val="B7D557">
              <a:alpha val="1568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en-US"/>
          </a:p>
        </p:txBody>
      </p:sp>
      <p:sp>
        <p:nvSpPr>
          <p:cNvPr id="10" name="Rectangle 9">
            <a:extLst>
              <a:ext uri="{FF2B5EF4-FFF2-40B4-BE49-F238E27FC236}">
                <a16:creationId xmlns:a16="http://schemas.microsoft.com/office/drawing/2014/main" id="{980D0526-C1D8-304E-995C-6F60F4FAA05C}"/>
              </a:ext>
            </a:extLst>
          </p:cNvPr>
          <p:cNvSpPr/>
          <p:nvPr/>
        </p:nvSpPr>
        <p:spPr>
          <a:xfrm>
            <a:off x="1620254" y="1880164"/>
            <a:ext cx="6046189" cy="2139409"/>
          </a:xfrm>
          <a:prstGeom prst="rect">
            <a:avLst/>
          </a:prstGeom>
          <a:solidFill>
            <a:srgbClr val="000000"/>
          </a:solidFill>
          <a:ln>
            <a:noFill/>
          </a:ln>
        </p:spPr>
        <p:style>
          <a:lnRef idx="0">
            <a:scrgbClr r="0" g="0" b="0"/>
          </a:lnRef>
          <a:fillRef idx="0">
            <a:scrgbClr r="0" g="0" b="0"/>
          </a:fillRef>
          <a:effectRef idx="0">
            <a:scrgbClr r="0" g="0" b="0"/>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r" rtl="1"/>
            <a:r>
              <a:rPr lang="fa-IR">
                <a:solidFill>
                  <a:schemeClr val="tx1"/>
                </a:solidFill>
                <a:latin typeface="Lalezar" pitchFamily="2" charset="-78"/>
                <a:cs typeface="Lalezar" pitchFamily="2" charset="-78"/>
              </a:rPr>
              <a:t>برای هر کدوم از فیلم ها توضیخاتی نوشته شده است</a:t>
            </a:r>
          </a:p>
        </p:txBody>
      </p:sp>
    </p:spTree>
    <p:extLst>
      <p:ext uri="{BB962C8B-B14F-4D97-AF65-F5344CB8AC3E}">
        <p14:creationId xmlns:p14="http://schemas.microsoft.com/office/powerpoint/2010/main" val="19942227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5" name="Google Shape;775;p51"/>
          <p:cNvSpPr/>
          <p:nvPr/>
        </p:nvSpPr>
        <p:spPr>
          <a:xfrm>
            <a:off x="1553601" y="384918"/>
            <a:ext cx="6241140" cy="4116550"/>
          </a:xfrm>
          <a:custGeom>
            <a:avLst/>
            <a:gdLst/>
            <a:ahLst/>
            <a:cxnLst/>
            <a:rect l="l" t="t" r="r" b="b"/>
            <a:pathLst>
              <a:path w="136615" h="89844" extrusionOk="0">
                <a:moveTo>
                  <a:pt x="6912" y="0"/>
                </a:moveTo>
                <a:cubicBezTo>
                  <a:pt x="3087" y="0"/>
                  <a:pt x="1" y="3086"/>
                  <a:pt x="1" y="6911"/>
                </a:cubicBezTo>
                <a:lnTo>
                  <a:pt x="1" y="82933"/>
                </a:lnTo>
                <a:cubicBezTo>
                  <a:pt x="1" y="86758"/>
                  <a:pt x="3087" y="89844"/>
                  <a:pt x="6912" y="89844"/>
                </a:cubicBezTo>
                <a:lnTo>
                  <a:pt x="129704" y="89844"/>
                </a:lnTo>
                <a:cubicBezTo>
                  <a:pt x="133529" y="89844"/>
                  <a:pt x="136615" y="86758"/>
                  <a:pt x="136615" y="82933"/>
                </a:cubicBezTo>
                <a:lnTo>
                  <a:pt x="136615" y="6911"/>
                </a:lnTo>
                <a:cubicBezTo>
                  <a:pt x="136615" y="3086"/>
                  <a:pt x="133529" y="0"/>
                  <a:pt x="129704" y="0"/>
                </a:cubicBezTo>
                <a:close/>
              </a:path>
            </a:pathLst>
          </a:custGeom>
          <a:solidFill>
            <a:srgbClr val="000000"/>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a:p>
        </p:txBody>
      </p:sp>
      <p:sp>
        <p:nvSpPr>
          <p:cNvPr id="776" name="Google Shape;776;p51"/>
          <p:cNvSpPr/>
          <p:nvPr/>
        </p:nvSpPr>
        <p:spPr>
          <a:xfrm>
            <a:off x="4338858" y="4209581"/>
            <a:ext cx="241200" cy="221551"/>
          </a:xfrm>
          <a:custGeom>
            <a:avLst/>
            <a:gdLst/>
            <a:ahLst/>
            <a:cxnLst/>
            <a:rect l="l" t="t" r="r" b="b"/>
            <a:pathLst>
              <a:path w="4597" h="4597" extrusionOk="0">
                <a:moveTo>
                  <a:pt x="2315" y="0"/>
                </a:moveTo>
                <a:cubicBezTo>
                  <a:pt x="1029" y="0"/>
                  <a:pt x="0" y="1029"/>
                  <a:pt x="0" y="2315"/>
                </a:cubicBezTo>
                <a:cubicBezTo>
                  <a:pt x="0" y="3568"/>
                  <a:pt x="1029" y="4597"/>
                  <a:pt x="2315" y="4597"/>
                </a:cubicBezTo>
                <a:cubicBezTo>
                  <a:pt x="3568" y="4597"/>
                  <a:pt x="4597" y="3568"/>
                  <a:pt x="4597" y="2315"/>
                </a:cubicBezTo>
                <a:cubicBezTo>
                  <a:pt x="4597" y="1029"/>
                  <a:pt x="3568" y="0"/>
                  <a:pt x="2315" y="0"/>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a:p>
        </p:txBody>
      </p:sp>
      <p:cxnSp>
        <p:nvCxnSpPr>
          <p:cNvPr id="781" name="Google Shape;781;p51"/>
          <p:cNvCxnSpPr>
            <a:cxnSpLocks/>
          </p:cNvCxnSpPr>
          <p:nvPr/>
        </p:nvCxnSpPr>
        <p:spPr>
          <a:xfrm>
            <a:off x="1553601" y="4153630"/>
            <a:ext cx="6241140" cy="0"/>
          </a:xfrm>
          <a:prstGeom prst="straightConnector1">
            <a:avLst/>
          </a:prstGeom>
          <a:noFill/>
          <a:ln w="19050" cap="flat" cmpd="sng">
            <a:solidFill>
              <a:schemeClr val="dk1"/>
            </a:solidFill>
            <a:prstDash val="solid"/>
            <a:round/>
            <a:headEnd type="none" w="med" len="med"/>
            <a:tailEnd type="none" w="med" len="med"/>
          </a:ln>
        </p:spPr>
      </p:cxnSp>
      <p:sp>
        <p:nvSpPr>
          <p:cNvPr id="783" name="Google Shape;783;p51"/>
          <p:cNvSpPr txBox="1"/>
          <p:nvPr/>
        </p:nvSpPr>
        <p:spPr>
          <a:xfrm>
            <a:off x="8492773" y="114932"/>
            <a:ext cx="470400" cy="514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Krona One"/>
                <a:ea typeface="Krona One"/>
                <a:cs typeface="Krona One"/>
                <a:sym typeface="Krona One"/>
              </a:rPr>
              <a:t>11</a:t>
            </a:r>
            <a:endParaRPr sz="1200">
              <a:solidFill>
                <a:schemeClr val="dk1"/>
              </a:solidFill>
              <a:latin typeface="Krona One"/>
              <a:ea typeface="Krona One"/>
              <a:cs typeface="Krona One"/>
              <a:sym typeface="Krona One"/>
            </a:endParaRPr>
          </a:p>
        </p:txBody>
      </p:sp>
      <p:sp>
        <p:nvSpPr>
          <p:cNvPr id="784" name="Google Shape;784;p51"/>
          <p:cNvSpPr/>
          <p:nvPr/>
        </p:nvSpPr>
        <p:spPr>
          <a:xfrm>
            <a:off x="7952390" y="214532"/>
            <a:ext cx="315300" cy="315300"/>
          </a:xfrm>
          <a:prstGeom prst="diamond">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51">
            <a:hlinkClick r:id="" action="ppaction://hlinkshowjump?jump=previousslide"/>
          </p:cNvPr>
          <p:cNvSpPr/>
          <p:nvPr/>
        </p:nvSpPr>
        <p:spPr>
          <a:xfrm rot="16200000">
            <a:off x="4357956" y="4645063"/>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TextBox 23">
            <a:extLst>
              <a:ext uri="{FF2B5EF4-FFF2-40B4-BE49-F238E27FC236}">
                <a16:creationId xmlns:a16="http://schemas.microsoft.com/office/drawing/2014/main" id="{F627461E-2DA6-B142-8938-E3A5032D0A2F}"/>
              </a:ext>
            </a:extLst>
          </p:cNvPr>
          <p:cNvSpPr txBox="1"/>
          <p:nvPr/>
        </p:nvSpPr>
        <p:spPr>
          <a:xfrm>
            <a:off x="1632426" y="558837"/>
            <a:ext cx="6241139" cy="3768712"/>
          </a:xfrm>
          <a:prstGeom prst="rect">
            <a:avLst/>
          </a:prstGeom>
          <a:noFill/>
        </p:spPr>
        <p:txBody>
          <a:bodyPr wrap="square">
            <a:spAutoFit/>
          </a:bodyPr>
          <a:lstStyle/>
          <a:p>
            <a:r>
              <a:rPr lang="en-US" sz="900" b="0">
                <a:solidFill>
                  <a:srgbClr val="C586C0"/>
                </a:solidFill>
                <a:effectLst/>
                <a:highlight>
                  <a:srgbClr val="000000"/>
                </a:highlight>
                <a:latin typeface="Menlo" panose="020B0609030804020204" pitchFamily="49" charset="0"/>
              </a:rPr>
              <a:t>from</a:t>
            </a:r>
            <a:r>
              <a:rPr lang="en-US" sz="900" b="0">
                <a:solidFill>
                  <a:srgbClr val="D4D4D4"/>
                </a:solidFill>
                <a:effectLst/>
                <a:highlight>
                  <a:srgbClr val="000000"/>
                </a:highlight>
                <a:latin typeface="Menlo" panose="020B0609030804020204" pitchFamily="49" charset="0"/>
              </a:rPr>
              <a:t> </a:t>
            </a:r>
            <a:r>
              <a:rPr lang="en-US" sz="900" b="0">
                <a:solidFill>
                  <a:srgbClr val="4EC9B0"/>
                </a:solidFill>
                <a:effectLst/>
                <a:highlight>
                  <a:srgbClr val="000000"/>
                </a:highlight>
                <a:latin typeface="Menlo" panose="020B0609030804020204" pitchFamily="49" charset="0"/>
              </a:rPr>
              <a:t>sklearn</a:t>
            </a:r>
            <a:r>
              <a:rPr lang="en-US" sz="900" b="0">
                <a:solidFill>
                  <a:srgbClr val="D4D4D4"/>
                </a:solidFill>
                <a:effectLst/>
                <a:highlight>
                  <a:srgbClr val="000000"/>
                </a:highlight>
                <a:latin typeface="Menlo" panose="020B0609030804020204" pitchFamily="49" charset="0"/>
              </a:rPr>
              <a:t>.</a:t>
            </a:r>
            <a:r>
              <a:rPr lang="en-US" sz="900" b="0">
                <a:solidFill>
                  <a:srgbClr val="4EC9B0"/>
                </a:solidFill>
                <a:effectLst/>
                <a:highlight>
                  <a:srgbClr val="000000"/>
                </a:highlight>
                <a:latin typeface="Menlo" panose="020B0609030804020204" pitchFamily="49" charset="0"/>
              </a:rPr>
              <a:t>feature_extraction</a:t>
            </a:r>
            <a:r>
              <a:rPr lang="en-US" sz="900" b="0">
                <a:solidFill>
                  <a:srgbClr val="D4D4D4"/>
                </a:solidFill>
                <a:effectLst/>
                <a:highlight>
                  <a:srgbClr val="000000"/>
                </a:highlight>
                <a:latin typeface="Menlo" panose="020B0609030804020204" pitchFamily="49" charset="0"/>
              </a:rPr>
              <a:t>.</a:t>
            </a:r>
            <a:r>
              <a:rPr lang="en-US" sz="900" b="0">
                <a:solidFill>
                  <a:srgbClr val="4EC9B0"/>
                </a:solidFill>
                <a:effectLst/>
                <a:highlight>
                  <a:srgbClr val="000000"/>
                </a:highlight>
                <a:latin typeface="Menlo" panose="020B0609030804020204" pitchFamily="49" charset="0"/>
              </a:rPr>
              <a:t>text</a:t>
            </a:r>
            <a:r>
              <a:rPr lang="en-US" sz="900" b="0">
                <a:solidFill>
                  <a:srgbClr val="D4D4D4"/>
                </a:solidFill>
                <a:effectLst/>
                <a:highlight>
                  <a:srgbClr val="000000"/>
                </a:highlight>
                <a:latin typeface="Menlo" panose="020B0609030804020204" pitchFamily="49" charset="0"/>
              </a:rPr>
              <a:t> </a:t>
            </a:r>
            <a:r>
              <a:rPr lang="en-US" sz="900" b="0">
                <a:solidFill>
                  <a:srgbClr val="C586C0"/>
                </a:solidFill>
                <a:effectLst/>
                <a:highlight>
                  <a:srgbClr val="000000"/>
                </a:highlight>
                <a:latin typeface="Menlo" panose="020B0609030804020204" pitchFamily="49" charset="0"/>
              </a:rPr>
              <a:t>import</a:t>
            </a:r>
            <a:r>
              <a:rPr lang="en-US" sz="900" b="0">
                <a:solidFill>
                  <a:srgbClr val="D4D4D4"/>
                </a:solidFill>
                <a:effectLst/>
                <a:highlight>
                  <a:srgbClr val="000000"/>
                </a:highlight>
                <a:latin typeface="Menlo" panose="020B0609030804020204" pitchFamily="49" charset="0"/>
              </a:rPr>
              <a:t> </a:t>
            </a:r>
            <a:r>
              <a:rPr lang="en-US" sz="900" b="0">
                <a:solidFill>
                  <a:srgbClr val="4EC9B0"/>
                </a:solidFill>
                <a:effectLst/>
                <a:highlight>
                  <a:srgbClr val="000000"/>
                </a:highlight>
                <a:latin typeface="Menlo" panose="020B0609030804020204" pitchFamily="49" charset="0"/>
              </a:rPr>
              <a:t>TfidfVectorizer</a:t>
            </a:r>
            <a:endParaRPr lang="en-US" sz="900" b="0">
              <a:solidFill>
                <a:srgbClr val="D4D4D4"/>
              </a:solidFill>
              <a:effectLst/>
              <a:highlight>
                <a:srgbClr val="000000"/>
              </a:highlight>
              <a:latin typeface="Menlo" panose="020B0609030804020204" pitchFamily="49" charset="0"/>
            </a:endParaRPr>
          </a:p>
          <a:p>
            <a:r>
              <a:rPr lang="en-US" sz="900" b="0">
                <a:solidFill>
                  <a:srgbClr val="C586C0"/>
                </a:solidFill>
                <a:effectLst/>
                <a:highlight>
                  <a:srgbClr val="000000"/>
                </a:highlight>
                <a:latin typeface="Menlo" panose="020B0609030804020204" pitchFamily="49" charset="0"/>
              </a:rPr>
              <a:t>from</a:t>
            </a:r>
            <a:r>
              <a:rPr lang="en-US" sz="900" b="0">
                <a:solidFill>
                  <a:srgbClr val="D4D4D4"/>
                </a:solidFill>
                <a:effectLst/>
                <a:highlight>
                  <a:srgbClr val="000000"/>
                </a:highlight>
                <a:latin typeface="Menlo" panose="020B0609030804020204" pitchFamily="49" charset="0"/>
              </a:rPr>
              <a:t> </a:t>
            </a:r>
            <a:r>
              <a:rPr lang="en-US" sz="900" b="0">
                <a:solidFill>
                  <a:srgbClr val="4EC9B0"/>
                </a:solidFill>
                <a:effectLst/>
                <a:highlight>
                  <a:srgbClr val="000000"/>
                </a:highlight>
                <a:latin typeface="Menlo" panose="020B0609030804020204" pitchFamily="49" charset="0"/>
              </a:rPr>
              <a:t>sklearn</a:t>
            </a:r>
            <a:r>
              <a:rPr lang="en-US" sz="900" b="0">
                <a:solidFill>
                  <a:srgbClr val="D4D4D4"/>
                </a:solidFill>
                <a:effectLst/>
                <a:highlight>
                  <a:srgbClr val="000000"/>
                </a:highlight>
                <a:latin typeface="Menlo" panose="020B0609030804020204" pitchFamily="49" charset="0"/>
              </a:rPr>
              <a:t>.</a:t>
            </a:r>
            <a:r>
              <a:rPr lang="en-US" sz="900" b="0">
                <a:solidFill>
                  <a:srgbClr val="4EC9B0"/>
                </a:solidFill>
                <a:effectLst/>
                <a:highlight>
                  <a:srgbClr val="000000"/>
                </a:highlight>
                <a:latin typeface="Menlo" panose="020B0609030804020204" pitchFamily="49" charset="0"/>
              </a:rPr>
              <a:t>metrics</a:t>
            </a:r>
            <a:r>
              <a:rPr lang="en-US" sz="900" b="0">
                <a:solidFill>
                  <a:srgbClr val="D4D4D4"/>
                </a:solidFill>
                <a:effectLst/>
                <a:highlight>
                  <a:srgbClr val="000000"/>
                </a:highlight>
                <a:latin typeface="Menlo" panose="020B0609030804020204" pitchFamily="49" charset="0"/>
              </a:rPr>
              <a:t>.</a:t>
            </a:r>
            <a:r>
              <a:rPr lang="en-US" sz="900" b="0">
                <a:solidFill>
                  <a:srgbClr val="4EC9B0"/>
                </a:solidFill>
                <a:effectLst/>
                <a:highlight>
                  <a:srgbClr val="000000"/>
                </a:highlight>
                <a:latin typeface="Menlo" panose="020B0609030804020204" pitchFamily="49" charset="0"/>
              </a:rPr>
              <a:t>pairwise</a:t>
            </a:r>
            <a:r>
              <a:rPr lang="en-US" sz="900" b="0">
                <a:solidFill>
                  <a:srgbClr val="D4D4D4"/>
                </a:solidFill>
                <a:effectLst/>
                <a:highlight>
                  <a:srgbClr val="000000"/>
                </a:highlight>
                <a:latin typeface="Menlo" panose="020B0609030804020204" pitchFamily="49" charset="0"/>
              </a:rPr>
              <a:t> </a:t>
            </a:r>
            <a:r>
              <a:rPr lang="en-US" sz="900" b="0">
                <a:solidFill>
                  <a:srgbClr val="C586C0"/>
                </a:solidFill>
                <a:effectLst/>
                <a:highlight>
                  <a:srgbClr val="000000"/>
                </a:highlight>
                <a:latin typeface="Menlo" panose="020B0609030804020204" pitchFamily="49" charset="0"/>
              </a:rPr>
              <a:t>import</a:t>
            </a:r>
            <a:r>
              <a:rPr lang="en-US" sz="900" b="0">
                <a:solidFill>
                  <a:srgbClr val="D4D4D4"/>
                </a:solidFill>
                <a:effectLst/>
                <a:highlight>
                  <a:srgbClr val="000000"/>
                </a:highlight>
                <a:latin typeface="Menlo" panose="020B0609030804020204" pitchFamily="49" charset="0"/>
              </a:rPr>
              <a:t> </a:t>
            </a:r>
            <a:r>
              <a:rPr lang="en-US" sz="900" b="0">
                <a:solidFill>
                  <a:srgbClr val="DCDCAA"/>
                </a:solidFill>
                <a:effectLst/>
                <a:highlight>
                  <a:srgbClr val="000000"/>
                </a:highlight>
                <a:latin typeface="Menlo" panose="020B0609030804020204" pitchFamily="49" charset="0"/>
              </a:rPr>
              <a:t>linear_kernel</a:t>
            </a:r>
            <a:br>
              <a:rPr lang="en-US" sz="900" b="0">
                <a:solidFill>
                  <a:srgbClr val="D4D4D4"/>
                </a:solidFill>
                <a:effectLst/>
                <a:highlight>
                  <a:srgbClr val="000000"/>
                </a:highlight>
                <a:latin typeface="Menlo" panose="020B0609030804020204" pitchFamily="49" charset="0"/>
              </a:rPr>
            </a:br>
            <a:r>
              <a:rPr lang="en-US" sz="900" b="0">
                <a:solidFill>
                  <a:srgbClr val="6A9955"/>
                </a:solidFill>
                <a:effectLst/>
                <a:highlight>
                  <a:srgbClr val="000000"/>
                </a:highlight>
                <a:latin typeface="Menlo" panose="020B0609030804020204" pitchFamily="49" charset="0"/>
              </a:rPr>
              <a:t># </a:t>
            </a:r>
            <a:r>
              <a:rPr lang="fa-IR" sz="900" b="0">
                <a:solidFill>
                  <a:srgbClr val="6A9955"/>
                </a:solidFill>
                <a:effectLst/>
                <a:highlight>
                  <a:srgbClr val="000000"/>
                </a:highlight>
                <a:latin typeface="Menlo" panose="020B0609030804020204" pitchFamily="49" charset="0"/>
              </a:rPr>
              <a:t>توضیحات مربوط به چند فیلم</a:t>
            </a:r>
            <a:endParaRPr lang="fa-IR" sz="900" b="0">
              <a:solidFill>
                <a:srgbClr val="D4D4D4"/>
              </a:solidFill>
              <a:effectLst/>
              <a:highlight>
                <a:srgbClr val="000000"/>
              </a:highlight>
              <a:latin typeface="Menlo" panose="020B0609030804020204" pitchFamily="49" charset="0"/>
            </a:endParaRPr>
          </a:p>
          <a:p>
            <a:r>
              <a:rPr lang="en-US" sz="900" b="0">
                <a:solidFill>
                  <a:srgbClr val="9CDCFE"/>
                </a:solidFill>
                <a:effectLst/>
                <a:highlight>
                  <a:srgbClr val="000000"/>
                </a:highlight>
                <a:latin typeface="Menlo" panose="020B0609030804020204" pitchFamily="49" charset="0"/>
              </a:rPr>
              <a:t>movies</a:t>
            </a:r>
            <a:r>
              <a:rPr lang="en-US" sz="900" b="0">
                <a:solidFill>
                  <a:srgbClr val="D4D4D4"/>
                </a:solidFill>
                <a:effectLst/>
                <a:highlight>
                  <a:srgbClr val="000000"/>
                </a:highlight>
                <a:latin typeface="Menlo" panose="020B0609030804020204" pitchFamily="49" charset="0"/>
              </a:rPr>
              <a:t> = [</a:t>
            </a:r>
          </a:p>
          <a:p>
            <a:r>
              <a:rPr lang="en-US" sz="900" b="0">
                <a:solidFill>
                  <a:srgbClr val="CE9178"/>
                </a:solidFill>
                <a:effectLst/>
                <a:highlight>
                  <a:srgbClr val="000000"/>
                </a:highlight>
                <a:latin typeface="Menlo" panose="020B0609030804020204" pitchFamily="49" charset="0"/>
              </a:rPr>
              <a:t>"Inception - A mind-bending thriller that dives into dream manipulation."</a:t>
            </a:r>
            <a:r>
              <a:rPr lang="en-US" sz="900" b="0">
                <a:solidFill>
                  <a:srgbClr val="D4D4D4"/>
                </a:solidFill>
                <a:effectLst/>
                <a:highlight>
                  <a:srgbClr val="000000"/>
                </a:highlight>
                <a:latin typeface="Menlo" panose="020B0609030804020204" pitchFamily="49" charset="0"/>
              </a:rPr>
              <a:t>,</a:t>
            </a:r>
          </a:p>
          <a:p>
            <a:r>
              <a:rPr lang="en-US" sz="900" b="0">
                <a:solidFill>
                  <a:srgbClr val="CE9178"/>
                </a:solidFill>
                <a:effectLst/>
                <a:highlight>
                  <a:srgbClr val="000000"/>
                </a:highlight>
                <a:latin typeface="Menlo" panose="020B0609030804020204" pitchFamily="49" charset="0"/>
              </a:rPr>
              <a:t>"The Matrix - A sci-fi classic about an alternate reality controlled by AI."</a:t>
            </a:r>
            <a:r>
              <a:rPr lang="en-US" sz="900" b="0">
                <a:solidFill>
                  <a:srgbClr val="D4D4D4"/>
                </a:solidFill>
                <a:effectLst/>
                <a:highlight>
                  <a:srgbClr val="000000"/>
                </a:highlight>
                <a:latin typeface="Menlo" panose="020B0609030804020204" pitchFamily="49" charset="0"/>
              </a:rPr>
              <a:t>,</a:t>
            </a:r>
          </a:p>
          <a:p>
            <a:r>
              <a:rPr lang="en-US" sz="900" b="0">
                <a:solidFill>
                  <a:srgbClr val="CE9178"/>
                </a:solidFill>
                <a:effectLst/>
                <a:highlight>
                  <a:srgbClr val="000000"/>
                </a:highlight>
                <a:latin typeface="Menlo" panose="020B0609030804020204" pitchFamily="49" charset="0"/>
              </a:rPr>
              <a:t>"Interstellar - A journey through space to find a new home for humanity."</a:t>
            </a:r>
            <a:r>
              <a:rPr lang="en-US" sz="900" b="0">
                <a:solidFill>
                  <a:srgbClr val="D4D4D4"/>
                </a:solidFill>
                <a:effectLst/>
                <a:highlight>
                  <a:srgbClr val="000000"/>
                </a:highlight>
                <a:latin typeface="Menlo" panose="020B0609030804020204" pitchFamily="49" charset="0"/>
              </a:rPr>
              <a:t>,</a:t>
            </a:r>
          </a:p>
          <a:p>
            <a:r>
              <a:rPr lang="en-US" sz="900" b="0">
                <a:solidFill>
                  <a:srgbClr val="CE9178"/>
                </a:solidFill>
                <a:effectLst/>
                <a:highlight>
                  <a:srgbClr val="000000"/>
                </a:highlight>
                <a:latin typeface="Menlo" panose="020B0609030804020204" pitchFamily="49" charset="0"/>
              </a:rPr>
              <a:t>"Shutter Island - A psychological thriller with dark mysteries."</a:t>
            </a:r>
            <a:r>
              <a:rPr lang="en-US" sz="900" b="0">
                <a:solidFill>
                  <a:srgbClr val="D4D4D4"/>
                </a:solidFill>
                <a:effectLst/>
                <a:highlight>
                  <a:srgbClr val="000000"/>
                </a:highlight>
                <a:latin typeface="Menlo" panose="020B0609030804020204" pitchFamily="49" charset="0"/>
              </a:rPr>
              <a:t>,</a:t>
            </a:r>
          </a:p>
          <a:p>
            <a:r>
              <a:rPr lang="en-US" sz="900" b="0">
                <a:solidFill>
                  <a:srgbClr val="CE9178"/>
                </a:solidFill>
                <a:effectLst/>
                <a:highlight>
                  <a:srgbClr val="000000"/>
                </a:highlight>
                <a:latin typeface="Menlo" panose="020B0609030804020204" pitchFamily="49" charset="0"/>
              </a:rPr>
              <a:t>"The Prestige - A story of rivalry between two magicians with mind-bending twists."</a:t>
            </a:r>
            <a:r>
              <a:rPr lang="en-US" sz="900" b="0">
                <a:solidFill>
                  <a:srgbClr val="D4D4D4"/>
                </a:solidFill>
                <a:effectLst/>
                <a:highlight>
                  <a:srgbClr val="000000"/>
                </a:highlight>
                <a:latin typeface="Menlo" panose="020B0609030804020204" pitchFamily="49" charset="0"/>
              </a:rPr>
              <a:t>,]</a:t>
            </a:r>
            <a:br>
              <a:rPr lang="en-US" sz="900" b="0">
                <a:solidFill>
                  <a:srgbClr val="D4D4D4"/>
                </a:solidFill>
                <a:effectLst/>
                <a:highlight>
                  <a:srgbClr val="000000"/>
                </a:highlight>
                <a:latin typeface="Menlo" panose="020B0609030804020204" pitchFamily="49" charset="0"/>
              </a:rPr>
            </a:br>
            <a:r>
              <a:rPr lang="en-US" sz="900" b="0">
                <a:solidFill>
                  <a:srgbClr val="6A9955"/>
                </a:solidFill>
                <a:effectLst/>
                <a:highlight>
                  <a:srgbClr val="000000"/>
                </a:highlight>
                <a:latin typeface="Menlo" panose="020B0609030804020204" pitchFamily="49" charset="0"/>
              </a:rPr>
              <a:t># </a:t>
            </a:r>
            <a:r>
              <a:rPr lang="fa-IR" sz="900" b="0">
                <a:solidFill>
                  <a:srgbClr val="6A9955"/>
                </a:solidFill>
                <a:effectLst/>
                <a:highlight>
                  <a:srgbClr val="000000"/>
                </a:highlight>
                <a:latin typeface="Menlo" panose="020B0609030804020204" pitchFamily="49" charset="0"/>
              </a:rPr>
              <a:t>تبدیل توضیحات فیلم‌ها به بردارهای </a:t>
            </a:r>
            <a:r>
              <a:rPr lang="en-US" sz="900" b="0">
                <a:solidFill>
                  <a:srgbClr val="6A9955"/>
                </a:solidFill>
                <a:effectLst/>
                <a:highlight>
                  <a:srgbClr val="000000"/>
                </a:highlight>
                <a:latin typeface="Menlo" panose="020B0609030804020204" pitchFamily="49" charset="0"/>
              </a:rPr>
              <a:t>TF-IDF</a:t>
            </a:r>
            <a:endParaRPr lang="en-US" sz="900" b="0">
              <a:solidFill>
                <a:srgbClr val="D4D4D4"/>
              </a:solidFill>
              <a:effectLst/>
              <a:highlight>
                <a:srgbClr val="000000"/>
              </a:highlight>
              <a:latin typeface="Menlo" panose="020B0609030804020204" pitchFamily="49" charset="0"/>
            </a:endParaRPr>
          </a:p>
          <a:p>
            <a:r>
              <a:rPr lang="en-US" sz="900" b="0">
                <a:solidFill>
                  <a:srgbClr val="9CDCFE"/>
                </a:solidFill>
                <a:effectLst/>
                <a:highlight>
                  <a:srgbClr val="000000"/>
                </a:highlight>
                <a:latin typeface="Menlo" panose="020B0609030804020204" pitchFamily="49" charset="0"/>
              </a:rPr>
              <a:t>tfidf</a:t>
            </a:r>
            <a:r>
              <a:rPr lang="en-US" sz="900" b="0">
                <a:solidFill>
                  <a:srgbClr val="D4D4D4"/>
                </a:solidFill>
                <a:effectLst/>
                <a:highlight>
                  <a:srgbClr val="000000"/>
                </a:highlight>
                <a:latin typeface="Menlo" panose="020B0609030804020204" pitchFamily="49" charset="0"/>
              </a:rPr>
              <a:t> = </a:t>
            </a:r>
            <a:r>
              <a:rPr lang="en-US" sz="900" b="0">
                <a:solidFill>
                  <a:srgbClr val="4EC9B0"/>
                </a:solidFill>
                <a:effectLst/>
                <a:highlight>
                  <a:srgbClr val="000000"/>
                </a:highlight>
                <a:latin typeface="Menlo" panose="020B0609030804020204" pitchFamily="49" charset="0"/>
              </a:rPr>
              <a:t>TfidfVectorizer</a:t>
            </a:r>
            <a:r>
              <a:rPr lang="en-US" sz="900" b="0">
                <a:solidFill>
                  <a:srgbClr val="D4D4D4"/>
                </a:solidFill>
                <a:effectLst/>
                <a:highlight>
                  <a:srgbClr val="000000"/>
                </a:highlight>
                <a:latin typeface="Menlo" panose="020B0609030804020204" pitchFamily="49" charset="0"/>
              </a:rPr>
              <a:t>()</a:t>
            </a:r>
          </a:p>
          <a:p>
            <a:r>
              <a:rPr lang="en-US" sz="900" b="0">
                <a:solidFill>
                  <a:srgbClr val="9CDCFE"/>
                </a:solidFill>
                <a:effectLst/>
                <a:highlight>
                  <a:srgbClr val="000000"/>
                </a:highlight>
                <a:latin typeface="Menlo" panose="020B0609030804020204" pitchFamily="49" charset="0"/>
              </a:rPr>
              <a:t>tfidf_matrix</a:t>
            </a:r>
            <a:r>
              <a:rPr lang="en-US" sz="900" b="0">
                <a:solidFill>
                  <a:srgbClr val="D4D4D4"/>
                </a:solidFill>
                <a:effectLst/>
                <a:highlight>
                  <a:srgbClr val="000000"/>
                </a:highlight>
                <a:latin typeface="Menlo" panose="020B0609030804020204" pitchFamily="49" charset="0"/>
              </a:rPr>
              <a:t> = </a:t>
            </a:r>
            <a:r>
              <a:rPr lang="en-US" sz="900" b="0">
                <a:solidFill>
                  <a:srgbClr val="9CDCFE"/>
                </a:solidFill>
                <a:effectLst/>
                <a:highlight>
                  <a:srgbClr val="000000"/>
                </a:highlight>
                <a:latin typeface="Menlo" panose="020B0609030804020204" pitchFamily="49" charset="0"/>
              </a:rPr>
              <a:t>tfidf</a:t>
            </a:r>
            <a:r>
              <a:rPr lang="en-US" sz="900" b="0">
                <a:solidFill>
                  <a:srgbClr val="D4D4D4"/>
                </a:solidFill>
                <a:effectLst/>
                <a:highlight>
                  <a:srgbClr val="000000"/>
                </a:highlight>
                <a:latin typeface="Menlo" panose="020B0609030804020204" pitchFamily="49" charset="0"/>
              </a:rPr>
              <a:t>.</a:t>
            </a:r>
            <a:r>
              <a:rPr lang="en-US" sz="900" b="0">
                <a:solidFill>
                  <a:srgbClr val="DCDCAA"/>
                </a:solidFill>
                <a:effectLst/>
                <a:highlight>
                  <a:srgbClr val="000000"/>
                </a:highlight>
                <a:latin typeface="Menlo" panose="020B0609030804020204" pitchFamily="49" charset="0"/>
              </a:rPr>
              <a:t>fit_transform</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movies</a:t>
            </a:r>
            <a:r>
              <a:rPr lang="en-US" sz="900" b="0">
                <a:solidFill>
                  <a:srgbClr val="D4D4D4"/>
                </a:solidFill>
                <a:effectLst/>
                <a:highlight>
                  <a:srgbClr val="000000"/>
                </a:highlight>
                <a:latin typeface="Menlo" panose="020B0609030804020204" pitchFamily="49" charset="0"/>
              </a:rPr>
              <a:t>)</a:t>
            </a:r>
            <a:br>
              <a:rPr lang="en-US" sz="900" b="0">
                <a:solidFill>
                  <a:srgbClr val="D4D4D4"/>
                </a:solidFill>
                <a:effectLst/>
                <a:highlight>
                  <a:srgbClr val="000000"/>
                </a:highlight>
                <a:latin typeface="Menlo" panose="020B0609030804020204" pitchFamily="49" charset="0"/>
              </a:rPr>
            </a:br>
            <a:r>
              <a:rPr lang="en-US" sz="900" b="0">
                <a:solidFill>
                  <a:srgbClr val="6A9955"/>
                </a:solidFill>
                <a:effectLst/>
                <a:highlight>
                  <a:srgbClr val="000000"/>
                </a:highlight>
                <a:latin typeface="Menlo" panose="020B0609030804020204" pitchFamily="49" charset="0"/>
              </a:rPr>
              <a:t># </a:t>
            </a:r>
            <a:r>
              <a:rPr lang="fa-IR" sz="900" b="0">
                <a:solidFill>
                  <a:srgbClr val="6A9955"/>
                </a:solidFill>
                <a:effectLst/>
                <a:highlight>
                  <a:srgbClr val="000000"/>
                </a:highlight>
                <a:latin typeface="Menlo" panose="020B0609030804020204" pitchFamily="49" charset="0"/>
              </a:rPr>
              <a:t>محاسبه شباهت کسینوسی بین فیلم‌ها</a:t>
            </a:r>
            <a:endParaRPr lang="fa-IR" sz="900" b="0">
              <a:solidFill>
                <a:srgbClr val="D4D4D4"/>
              </a:solidFill>
              <a:effectLst/>
              <a:highlight>
                <a:srgbClr val="000000"/>
              </a:highlight>
              <a:latin typeface="Menlo" panose="020B0609030804020204" pitchFamily="49" charset="0"/>
            </a:endParaRPr>
          </a:p>
          <a:p>
            <a:r>
              <a:rPr lang="en-US" sz="900" b="0">
                <a:solidFill>
                  <a:srgbClr val="9CDCFE"/>
                </a:solidFill>
                <a:effectLst/>
                <a:highlight>
                  <a:srgbClr val="000000"/>
                </a:highlight>
                <a:latin typeface="Menlo" panose="020B0609030804020204" pitchFamily="49" charset="0"/>
              </a:rPr>
              <a:t>cosine_similarities</a:t>
            </a:r>
            <a:r>
              <a:rPr lang="en-US" sz="900" b="0">
                <a:solidFill>
                  <a:srgbClr val="D4D4D4"/>
                </a:solidFill>
                <a:effectLst/>
                <a:highlight>
                  <a:srgbClr val="000000"/>
                </a:highlight>
                <a:latin typeface="Menlo" panose="020B0609030804020204" pitchFamily="49" charset="0"/>
              </a:rPr>
              <a:t> = </a:t>
            </a:r>
            <a:r>
              <a:rPr lang="en-US" sz="900" b="0">
                <a:solidFill>
                  <a:srgbClr val="DCDCAA"/>
                </a:solidFill>
                <a:effectLst/>
                <a:highlight>
                  <a:srgbClr val="000000"/>
                </a:highlight>
                <a:latin typeface="Menlo" panose="020B0609030804020204" pitchFamily="49" charset="0"/>
              </a:rPr>
              <a:t>linear_kernel</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tfidf_matrix</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tfidf_matrix</a:t>
            </a:r>
            <a:r>
              <a:rPr lang="en-US" sz="900" b="0">
                <a:solidFill>
                  <a:srgbClr val="D4D4D4"/>
                </a:solidFill>
                <a:effectLst/>
                <a:highlight>
                  <a:srgbClr val="000000"/>
                </a:highlight>
                <a:latin typeface="Menlo" panose="020B0609030804020204" pitchFamily="49" charset="0"/>
              </a:rPr>
              <a:t>)</a:t>
            </a:r>
            <a:br>
              <a:rPr lang="en-US" sz="900" b="0">
                <a:solidFill>
                  <a:srgbClr val="D4D4D4"/>
                </a:solidFill>
                <a:effectLst/>
                <a:highlight>
                  <a:srgbClr val="000000"/>
                </a:highlight>
                <a:latin typeface="Menlo" panose="020B0609030804020204" pitchFamily="49" charset="0"/>
              </a:rPr>
            </a:br>
            <a:r>
              <a:rPr lang="en-US" sz="900" b="0">
                <a:solidFill>
                  <a:srgbClr val="6A9955"/>
                </a:solidFill>
                <a:effectLst/>
                <a:highlight>
                  <a:srgbClr val="000000"/>
                </a:highlight>
                <a:latin typeface="Menlo" panose="020B0609030804020204" pitchFamily="49" charset="0"/>
              </a:rPr>
              <a:t># </a:t>
            </a:r>
            <a:r>
              <a:rPr lang="fa-IR" sz="900" b="0">
                <a:solidFill>
                  <a:srgbClr val="6A9955"/>
                </a:solidFill>
                <a:effectLst/>
                <a:highlight>
                  <a:srgbClr val="000000"/>
                </a:highlight>
                <a:latin typeface="Menlo" panose="020B0609030804020204" pitchFamily="49" charset="0"/>
              </a:rPr>
              <a:t>تعریف تابعی برای پیشنهاد فیلم‌ها بر اساس شباهت</a:t>
            </a:r>
            <a:endParaRPr lang="fa-IR" sz="900" b="0">
              <a:solidFill>
                <a:srgbClr val="D4D4D4"/>
              </a:solidFill>
              <a:effectLst/>
              <a:highlight>
                <a:srgbClr val="000000"/>
              </a:highlight>
              <a:latin typeface="Menlo" panose="020B0609030804020204" pitchFamily="49" charset="0"/>
            </a:endParaRPr>
          </a:p>
          <a:p>
            <a:r>
              <a:rPr lang="en-US" sz="900" b="0">
                <a:solidFill>
                  <a:srgbClr val="569CD6"/>
                </a:solidFill>
                <a:effectLst/>
                <a:highlight>
                  <a:srgbClr val="000000"/>
                </a:highlight>
                <a:latin typeface="Menlo" panose="020B0609030804020204" pitchFamily="49" charset="0"/>
              </a:rPr>
              <a:t>def</a:t>
            </a:r>
            <a:r>
              <a:rPr lang="en-US" sz="900" b="0">
                <a:solidFill>
                  <a:srgbClr val="D4D4D4"/>
                </a:solidFill>
                <a:effectLst/>
                <a:highlight>
                  <a:srgbClr val="000000"/>
                </a:highlight>
                <a:latin typeface="Menlo" panose="020B0609030804020204" pitchFamily="49" charset="0"/>
              </a:rPr>
              <a:t> </a:t>
            </a:r>
            <a:r>
              <a:rPr lang="en-US" sz="900" b="0">
                <a:solidFill>
                  <a:srgbClr val="DCDCAA"/>
                </a:solidFill>
                <a:effectLst/>
                <a:highlight>
                  <a:srgbClr val="000000"/>
                </a:highlight>
                <a:latin typeface="Menlo" panose="020B0609030804020204" pitchFamily="49" charset="0"/>
              </a:rPr>
              <a:t>recommend_movies</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movie_index</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num_recommendations</a:t>
            </a:r>
            <a:r>
              <a:rPr lang="en-US" sz="900" b="0">
                <a:solidFill>
                  <a:srgbClr val="D4D4D4"/>
                </a:solidFill>
                <a:effectLst/>
                <a:highlight>
                  <a:srgbClr val="000000"/>
                </a:highlight>
                <a:latin typeface="Menlo" panose="020B0609030804020204" pitchFamily="49" charset="0"/>
              </a:rPr>
              <a:t>=</a:t>
            </a:r>
            <a:r>
              <a:rPr lang="en-US" sz="900" b="0">
                <a:solidFill>
                  <a:srgbClr val="B5CEA8"/>
                </a:solidFill>
                <a:effectLst/>
                <a:highlight>
                  <a:srgbClr val="000000"/>
                </a:highlight>
                <a:latin typeface="Menlo" panose="020B0609030804020204" pitchFamily="49" charset="0"/>
              </a:rPr>
              <a:t>2</a:t>
            </a:r>
            <a:r>
              <a:rPr lang="en-US" sz="900" b="0">
                <a:solidFill>
                  <a:srgbClr val="D4D4D4"/>
                </a:solidFill>
                <a:effectLst/>
                <a:highlight>
                  <a:srgbClr val="000000"/>
                </a:highlight>
                <a:latin typeface="Menlo" panose="020B0609030804020204" pitchFamily="49" charset="0"/>
              </a:rPr>
              <a:t>):</a:t>
            </a:r>
          </a:p>
          <a:p>
            <a:r>
              <a:rPr lang="en-US" sz="900" b="0">
                <a:solidFill>
                  <a:srgbClr val="9CDCFE"/>
                </a:solidFill>
                <a:effectLst/>
                <a:highlight>
                  <a:srgbClr val="000000"/>
                </a:highlight>
                <a:latin typeface="Menlo" panose="020B0609030804020204" pitchFamily="49" charset="0"/>
              </a:rPr>
              <a:t>similarity_scores</a:t>
            </a:r>
            <a:r>
              <a:rPr lang="en-US" sz="900" b="0">
                <a:solidFill>
                  <a:srgbClr val="D4D4D4"/>
                </a:solidFill>
                <a:effectLst/>
                <a:highlight>
                  <a:srgbClr val="000000"/>
                </a:highlight>
                <a:latin typeface="Menlo" panose="020B0609030804020204" pitchFamily="49" charset="0"/>
              </a:rPr>
              <a:t> = </a:t>
            </a:r>
            <a:r>
              <a:rPr lang="en-US" sz="900" b="0">
                <a:solidFill>
                  <a:srgbClr val="4EC9B0"/>
                </a:solidFill>
                <a:effectLst/>
                <a:highlight>
                  <a:srgbClr val="000000"/>
                </a:highlight>
                <a:latin typeface="Menlo" panose="020B0609030804020204" pitchFamily="49" charset="0"/>
              </a:rPr>
              <a:t>list</a:t>
            </a:r>
            <a:r>
              <a:rPr lang="en-US" sz="900" b="0">
                <a:solidFill>
                  <a:srgbClr val="D4D4D4"/>
                </a:solidFill>
                <a:effectLst/>
                <a:highlight>
                  <a:srgbClr val="000000"/>
                </a:highlight>
                <a:latin typeface="Menlo" panose="020B0609030804020204" pitchFamily="49" charset="0"/>
              </a:rPr>
              <a:t>(</a:t>
            </a:r>
            <a:r>
              <a:rPr lang="en-US" sz="900" b="0">
                <a:solidFill>
                  <a:srgbClr val="4EC9B0"/>
                </a:solidFill>
                <a:effectLst/>
                <a:highlight>
                  <a:srgbClr val="000000"/>
                </a:highlight>
                <a:latin typeface="Menlo" panose="020B0609030804020204" pitchFamily="49" charset="0"/>
              </a:rPr>
              <a:t>enumerate</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cosine_similarities</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movie_index</a:t>
            </a:r>
            <a:r>
              <a:rPr lang="en-US" sz="900" b="0">
                <a:solidFill>
                  <a:srgbClr val="D4D4D4"/>
                </a:solidFill>
                <a:effectLst/>
                <a:highlight>
                  <a:srgbClr val="000000"/>
                </a:highlight>
                <a:latin typeface="Menlo" panose="020B0609030804020204" pitchFamily="49" charset="0"/>
              </a:rPr>
              <a:t>]))</a:t>
            </a:r>
          </a:p>
          <a:p>
            <a:r>
              <a:rPr lang="en-US" sz="900" b="0">
                <a:solidFill>
                  <a:srgbClr val="9CDCFE"/>
                </a:solidFill>
                <a:effectLst/>
                <a:highlight>
                  <a:srgbClr val="000000"/>
                </a:highlight>
                <a:latin typeface="Menlo" panose="020B0609030804020204" pitchFamily="49" charset="0"/>
              </a:rPr>
              <a:t>similarity_scores</a:t>
            </a:r>
            <a:r>
              <a:rPr lang="en-US" sz="900" b="0">
                <a:solidFill>
                  <a:srgbClr val="D4D4D4"/>
                </a:solidFill>
                <a:effectLst/>
                <a:highlight>
                  <a:srgbClr val="000000"/>
                </a:highlight>
                <a:latin typeface="Menlo" panose="020B0609030804020204" pitchFamily="49" charset="0"/>
              </a:rPr>
              <a:t> = </a:t>
            </a:r>
            <a:r>
              <a:rPr lang="en-US" sz="900" b="0">
                <a:solidFill>
                  <a:srgbClr val="DCDCAA"/>
                </a:solidFill>
                <a:effectLst/>
                <a:highlight>
                  <a:srgbClr val="000000"/>
                </a:highlight>
                <a:latin typeface="Menlo" panose="020B0609030804020204" pitchFamily="49" charset="0"/>
              </a:rPr>
              <a:t>sorted</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similarity_scores</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key</a:t>
            </a:r>
            <a:r>
              <a:rPr lang="en-US" sz="900" b="0">
                <a:solidFill>
                  <a:srgbClr val="D4D4D4"/>
                </a:solidFill>
                <a:effectLst/>
                <a:highlight>
                  <a:srgbClr val="000000"/>
                </a:highlight>
                <a:latin typeface="Menlo" panose="020B0609030804020204" pitchFamily="49" charset="0"/>
              </a:rPr>
              <a:t>=</a:t>
            </a:r>
            <a:r>
              <a:rPr lang="en-US" sz="900" b="0">
                <a:solidFill>
                  <a:srgbClr val="569CD6"/>
                </a:solidFill>
                <a:effectLst/>
                <a:highlight>
                  <a:srgbClr val="000000"/>
                </a:highlight>
                <a:latin typeface="Menlo" panose="020B0609030804020204" pitchFamily="49" charset="0"/>
              </a:rPr>
              <a:t>lambda</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x</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x</a:t>
            </a:r>
            <a:r>
              <a:rPr lang="en-US" sz="900" b="0">
                <a:solidFill>
                  <a:srgbClr val="D4D4D4"/>
                </a:solidFill>
                <a:effectLst/>
                <a:highlight>
                  <a:srgbClr val="000000"/>
                </a:highlight>
                <a:latin typeface="Menlo" panose="020B0609030804020204" pitchFamily="49" charset="0"/>
              </a:rPr>
              <a:t>[</a:t>
            </a:r>
            <a:r>
              <a:rPr lang="en-US" sz="900" b="0">
                <a:solidFill>
                  <a:srgbClr val="B5CEA8"/>
                </a:solidFill>
                <a:effectLst/>
                <a:highlight>
                  <a:srgbClr val="000000"/>
                </a:highlight>
                <a:latin typeface="Menlo" panose="020B0609030804020204" pitchFamily="49" charset="0"/>
              </a:rPr>
              <a:t>1</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reverse</a:t>
            </a:r>
            <a:r>
              <a:rPr lang="en-US" sz="900" b="0">
                <a:solidFill>
                  <a:srgbClr val="D4D4D4"/>
                </a:solidFill>
                <a:effectLst/>
                <a:highlight>
                  <a:srgbClr val="000000"/>
                </a:highlight>
                <a:latin typeface="Menlo" panose="020B0609030804020204" pitchFamily="49" charset="0"/>
              </a:rPr>
              <a:t>=</a:t>
            </a:r>
            <a:r>
              <a:rPr lang="en-US" sz="900" b="0">
                <a:solidFill>
                  <a:srgbClr val="569CD6"/>
                </a:solidFill>
                <a:effectLst/>
                <a:highlight>
                  <a:srgbClr val="000000"/>
                </a:highlight>
                <a:latin typeface="Menlo" panose="020B0609030804020204" pitchFamily="49" charset="0"/>
              </a:rPr>
              <a:t>True</a:t>
            </a:r>
            <a:r>
              <a:rPr lang="en-US" sz="900" b="0">
                <a:solidFill>
                  <a:srgbClr val="D4D4D4"/>
                </a:solidFill>
                <a:effectLst/>
                <a:highlight>
                  <a:srgbClr val="000000"/>
                </a:highlight>
                <a:latin typeface="Menlo" panose="020B0609030804020204" pitchFamily="49" charset="0"/>
              </a:rPr>
              <a:t>)</a:t>
            </a:r>
          </a:p>
          <a:p>
            <a:r>
              <a:rPr lang="en-US" sz="900" b="0">
                <a:solidFill>
                  <a:srgbClr val="9CDCFE"/>
                </a:solidFill>
                <a:effectLst/>
                <a:highlight>
                  <a:srgbClr val="000000"/>
                </a:highlight>
                <a:latin typeface="Menlo" panose="020B0609030804020204" pitchFamily="49" charset="0"/>
              </a:rPr>
              <a:t>similarity_scores</a:t>
            </a:r>
            <a:r>
              <a:rPr lang="en-US" sz="900" b="0">
                <a:solidFill>
                  <a:srgbClr val="D4D4D4"/>
                </a:solidFill>
                <a:effectLst/>
                <a:highlight>
                  <a:srgbClr val="000000"/>
                </a:highlight>
                <a:latin typeface="Menlo" panose="020B0609030804020204" pitchFamily="49" charset="0"/>
              </a:rPr>
              <a:t> = </a:t>
            </a:r>
            <a:r>
              <a:rPr lang="en-US" sz="900" b="0">
                <a:solidFill>
                  <a:srgbClr val="9CDCFE"/>
                </a:solidFill>
                <a:effectLst/>
                <a:highlight>
                  <a:srgbClr val="000000"/>
                </a:highlight>
                <a:latin typeface="Menlo" panose="020B0609030804020204" pitchFamily="49" charset="0"/>
              </a:rPr>
              <a:t>similarity_scores</a:t>
            </a:r>
            <a:r>
              <a:rPr lang="en-US" sz="900" b="0">
                <a:solidFill>
                  <a:srgbClr val="D4D4D4"/>
                </a:solidFill>
                <a:effectLst/>
                <a:highlight>
                  <a:srgbClr val="000000"/>
                </a:highlight>
                <a:latin typeface="Menlo" panose="020B0609030804020204" pitchFamily="49" charset="0"/>
              </a:rPr>
              <a:t>[</a:t>
            </a:r>
            <a:r>
              <a:rPr lang="en-US" sz="900" b="0">
                <a:solidFill>
                  <a:srgbClr val="B5CEA8"/>
                </a:solidFill>
                <a:effectLst/>
                <a:highlight>
                  <a:srgbClr val="000000"/>
                </a:highlight>
                <a:latin typeface="Menlo" panose="020B0609030804020204" pitchFamily="49" charset="0"/>
              </a:rPr>
              <a:t>1</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num_recommendations</a:t>
            </a:r>
            <a:r>
              <a:rPr lang="en-US" sz="900" b="0">
                <a:solidFill>
                  <a:srgbClr val="D4D4D4"/>
                </a:solidFill>
                <a:effectLst/>
                <a:highlight>
                  <a:srgbClr val="000000"/>
                </a:highlight>
                <a:latin typeface="Menlo" panose="020B0609030804020204" pitchFamily="49" charset="0"/>
              </a:rPr>
              <a:t>+</a:t>
            </a:r>
            <a:r>
              <a:rPr lang="en-US" sz="900" b="0">
                <a:solidFill>
                  <a:srgbClr val="B5CEA8"/>
                </a:solidFill>
                <a:effectLst/>
                <a:highlight>
                  <a:srgbClr val="000000"/>
                </a:highlight>
                <a:latin typeface="Menlo" panose="020B0609030804020204" pitchFamily="49" charset="0"/>
              </a:rPr>
              <a:t>1</a:t>
            </a:r>
            <a:r>
              <a:rPr lang="en-US" sz="900" b="0">
                <a:solidFill>
                  <a:srgbClr val="D4D4D4"/>
                </a:solidFill>
                <a:effectLst/>
                <a:highlight>
                  <a:srgbClr val="000000"/>
                </a:highlight>
                <a:latin typeface="Menlo" panose="020B0609030804020204" pitchFamily="49" charset="0"/>
              </a:rPr>
              <a:t>] </a:t>
            </a:r>
            <a:r>
              <a:rPr lang="en-US" sz="900" b="0">
                <a:solidFill>
                  <a:srgbClr val="6A9955"/>
                </a:solidFill>
                <a:effectLst/>
                <a:highlight>
                  <a:srgbClr val="000000"/>
                </a:highlight>
                <a:latin typeface="Menlo" panose="020B0609030804020204" pitchFamily="49" charset="0"/>
              </a:rPr>
              <a:t># </a:t>
            </a:r>
            <a:r>
              <a:rPr lang="fa-IR" sz="900" b="0">
                <a:solidFill>
                  <a:srgbClr val="6A9955"/>
                </a:solidFill>
                <a:effectLst/>
                <a:highlight>
                  <a:srgbClr val="000000"/>
                </a:highlight>
                <a:latin typeface="Menlo" panose="020B0609030804020204" pitchFamily="49" charset="0"/>
              </a:rPr>
              <a:t>حذف فیلم اصلی و انتخاب دو فیلم مشابه</a:t>
            </a:r>
            <a:endParaRPr lang="fa-IR" sz="900" b="0">
              <a:solidFill>
                <a:srgbClr val="D4D4D4"/>
              </a:solidFill>
              <a:effectLst/>
              <a:highlight>
                <a:srgbClr val="000000"/>
              </a:highlight>
              <a:latin typeface="Menlo" panose="020B0609030804020204" pitchFamily="49" charset="0"/>
            </a:endParaRPr>
          </a:p>
          <a:p>
            <a:r>
              <a:rPr lang="en-US" sz="900" b="0">
                <a:solidFill>
                  <a:srgbClr val="DCDCAA"/>
                </a:solidFill>
                <a:effectLst/>
                <a:highlight>
                  <a:srgbClr val="000000"/>
                </a:highlight>
                <a:latin typeface="Menlo" panose="020B0609030804020204" pitchFamily="49" charset="0"/>
              </a:rPr>
              <a:t>print</a:t>
            </a:r>
            <a:r>
              <a:rPr lang="en-US" sz="900" b="0">
                <a:solidFill>
                  <a:srgbClr val="D4D4D4"/>
                </a:solidFill>
                <a:effectLst/>
                <a:highlight>
                  <a:srgbClr val="000000"/>
                </a:highlight>
                <a:latin typeface="Menlo" panose="020B0609030804020204" pitchFamily="49" charset="0"/>
              </a:rPr>
              <a:t>(</a:t>
            </a:r>
            <a:r>
              <a:rPr lang="en-US" sz="900" b="0">
                <a:solidFill>
                  <a:srgbClr val="569CD6"/>
                </a:solidFill>
                <a:effectLst/>
                <a:highlight>
                  <a:srgbClr val="000000"/>
                </a:highlight>
                <a:latin typeface="Menlo" panose="020B0609030804020204" pitchFamily="49" charset="0"/>
              </a:rPr>
              <a:t>f</a:t>
            </a:r>
            <a:r>
              <a:rPr lang="en-US" sz="900" b="0">
                <a:solidFill>
                  <a:srgbClr val="CE9178"/>
                </a:solidFill>
                <a:effectLst/>
                <a:highlight>
                  <a:srgbClr val="000000"/>
                </a:highlight>
                <a:latin typeface="Menlo" panose="020B0609030804020204" pitchFamily="49" charset="0"/>
              </a:rPr>
              <a:t>"Recommendations for '</a:t>
            </a:r>
            <a:r>
              <a:rPr lang="en-US" sz="900" b="0">
                <a:solidFill>
                  <a:srgbClr val="569CD6"/>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movies</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movie_index</a:t>
            </a:r>
            <a:r>
              <a:rPr lang="en-US" sz="900" b="0">
                <a:solidFill>
                  <a:srgbClr val="D4D4D4"/>
                </a:solidFill>
                <a:effectLst/>
                <a:highlight>
                  <a:srgbClr val="000000"/>
                </a:highlight>
                <a:latin typeface="Menlo" panose="020B0609030804020204" pitchFamily="49" charset="0"/>
              </a:rPr>
              <a:t>]</a:t>
            </a:r>
            <a:r>
              <a:rPr lang="en-US" sz="900" b="0">
                <a:solidFill>
                  <a:srgbClr val="569CD6"/>
                </a:solidFill>
                <a:effectLst/>
                <a:highlight>
                  <a:srgbClr val="000000"/>
                </a:highlight>
                <a:latin typeface="Menlo" panose="020B0609030804020204" pitchFamily="49" charset="0"/>
              </a:rPr>
              <a:t>}</a:t>
            </a:r>
            <a:r>
              <a:rPr lang="en-US" sz="900" b="0">
                <a:solidFill>
                  <a:srgbClr val="CE9178"/>
                </a:solidFill>
                <a:effectLst/>
                <a:highlight>
                  <a:srgbClr val="000000"/>
                </a:highlight>
                <a:latin typeface="Menlo" panose="020B0609030804020204" pitchFamily="49" charset="0"/>
              </a:rPr>
              <a:t>':"</a:t>
            </a:r>
            <a:r>
              <a:rPr lang="en-US" sz="900" b="0">
                <a:solidFill>
                  <a:srgbClr val="D4D4D4"/>
                </a:solidFill>
                <a:effectLst/>
                <a:highlight>
                  <a:srgbClr val="000000"/>
                </a:highlight>
                <a:latin typeface="Menlo" panose="020B0609030804020204" pitchFamily="49" charset="0"/>
              </a:rPr>
              <a:t>)</a:t>
            </a:r>
          </a:p>
          <a:p>
            <a:r>
              <a:rPr lang="en-US" sz="900" b="0">
                <a:solidFill>
                  <a:srgbClr val="C586C0"/>
                </a:solidFill>
                <a:effectLst/>
                <a:highlight>
                  <a:srgbClr val="000000"/>
                </a:highlight>
                <a:latin typeface="Menlo" panose="020B0609030804020204" pitchFamily="49" charset="0"/>
              </a:rPr>
              <a:t>for</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i</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score</a:t>
            </a:r>
            <a:r>
              <a:rPr lang="en-US" sz="900" b="0">
                <a:solidFill>
                  <a:srgbClr val="D4D4D4"/>
                </a:solidFill>
                <a:effectLst/>
                <a:highlight>
                  <a:srgbClr val="000000"/>
                </a:highlight>
                <a:latin typeface="Menlo" panose="020B0609030804020204" pitchFamily="49" charset="0"/>
              </a:rPr>
              <a:t> </a:t>
            </a:r>
            <a:r>
              <a:rPr lang="en-US" sz="900" b="0">
                <a:solidFill>
                  <a:srgbClr val="C586C0"/>
                </a:solidFill>
                <a:effectLst/>
                <a:highlight>
                  <a:srgbClr val="000000"/>
                </a:highlight>
                <a:latin typeface="Menlo" panose="020B0609030804020204" pitchFamily="49" charset="0"/>
              </a:rPr>
              <a:t>in</a:t>
            </a:r>
            <a:r>
              <a:rPr lang="en-US" sz="900" b="0">
                <a:solidFill>
                  <a:srgbClr val="D4D4D4"/>
                </a:solidFill>
                <a:effectLst/>
                <a:highlight>
                  <a:srgbClr val="000000"/>
                </a:highlight>
                <a:latin typeface="Menlo" panose="020B0609030804020204" pitchFamily="49" charset="0"/>
              </a:rPr>
              <a:t> </a:t>
            </a:r>
            <a:r>
              <a:rPr lang="en-US" sz="900" b="0">
                <a:solidFill>
                  <a:srgbClr val="9CDCFE"/>
                </a:solidFill>
                <a:effectLst/>
                <a:highlight>
                  <a:srgbClr val="000000"/>
                </a:highlight>
                <a:latin typeface="Menlo" panose="020B0609030804020204" pitchFamily="49" charset="0"/>
              </a:rPr>
              <a:t>similarity_scores</a:t>
            </a:r>
            <a:r>
              <a:rPr lang="en-US" sz="900" b="0">
                <a:solidFill>
                  <a:srgbClr val="D4D4D4"/>
                </a:solidFill>
                <a:effectLst/>
                <a:highlight>
                  <a:srgbClr val="000000"/>
                </a:highlight>
                <a:latin typeface="Menlo" panose="020B0609030804020204" pitchFamily="49" charset="0"/>
              </a:rPr>
              <a:t>:</a:t>
            </a:r>
          </a:p>
          <a:p>
            <a:r>
              <a:rPr lang="en-US" sz="900" b="0">
                <a:solidFill>
                  <a:srgbClr val="DCDCAA"/>
                </a:solidFill>
                <a:effectLst/>
                <a:highlight>
                  <a:srgbClr val="000000"/>
                </a:highlight>
                <a:latin typeface="Menlo" panose="020B0609030804020204" pitchFamily="49" charset="0"/>
              </a:rPr>
              <a:t>print</a:t>
            </a:r>
            <a:r>
              <a:rPr lang="en-US" sz="900" b="0">
                <a:solidFill>
                  <a:srgbClr val="D4D4D4"/>
                </a:solidFill>
                <a:effectLst/>
                <a:highlight>
                  <a:srgbClr val="000000"/>
                </a:highlight>
                <a:latin typeface="Menlo" panose="020B0609030804020204" pitchFamily="49" charset="0"/>
              </a:rPr>
              <a:t>(</a:t>
            </a:r>
            <a:r>
              <a:rPr lang="en-US" sz="900" b="0">
                <a:solidFill>
                  <a:srgbClr val="569CD6"/>
                </a:solidFill>
                <a:effectLst/>
                <a:highlight>
                  <a:srgbClr val="000000"/>
                </a:highlight>
                <a:latin typeface="Menlo" panose="020B0609030804020204" pitchFamily="49" charset="0"/>
              </a:rPr>
              <a:t>f</a:t>
            </a:r>
            <a:r>
              <a:rPr lang="en-US" sz="900" b="0">
                <a:solidFill>
                  <a:srgbClr val="CE9178"/>
                </a:solidFill>
                <a:effectLst/>
                <a:highlight>
                  <a:srgbClr val="000000"/>
                </a:highlight>
                <a:latin typeface="Menlo" panose="020B0609030804020204" pitchFamily="49" charset="0"/>
              </a:rPr>
              <a:t>"- </a:t>
            </a:r>
            <a:r>
              <a:rPr lang="en-US" sz="900" b="0">
                <a:solidFill>
                  <a:srgbClr val="569CD6"/>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movies</a:t>
            </a:r>
            <a:r>
              <a:rPr lang="en-US" sz="900" b="0">
                <a:solidFill>
                  <a:srgbClr val="D4D4D4"/>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i</a:t>
            </a:r>
            <a:r>
              <a:rPr lang="en-US" sz="900" b="0">
                <a:solidFill>
                  <a:srgbClr val="D4D4D4"/>
                </a:solidFill>
                <a:effectLst/>
                <a:highlight>
                  <a:srgbClr val="000000"/>
                </a:highlight>
                <a:latin typeface="Menlo" panose="020B0609030804020204" pitchFamily="49" charset="0"/>
              </a:rPr>
              <a:t>]</a:t>
            </a:r>
            <a:r>
              <a:rPr lang="en-US" sz="900" b="0">
                <a:solidFill>
                  <a:srgbClr val="569CD6"/>
                </a:solidFill>
                <a:effectLst/>
                <a:highlight>
                  <a:srgbClr val="000000"/>
                </a:highlight>
                <a:latin typeface="Menlo" panose="020B0609030804020204" pitchFamily="49" charset="0"/>
              </a:rPr>
              <a:t>}</a:t>
            </a:r>
            <a:r>
              <a:rPr lang="en-US" sz="900" b="0">
                <a:solidFill>
                  <a:srgbClr val="CE9178"/>
                </a:solidFill>
                <a:effectLst/>
                <a:highlight>
                  <a:srgbClr val="000000"/>
                </a:highlight>
                <a:latin typeface="Menlo" panose="020B0609030804020204" pitchFamily="49" charset="0"/>
              </a:rPr>
              <a:t> (Similarity Score: </a:t>
            </a:r>
            <a:r>
              <a:rPr lang="en-US" sz="900" b="0">
                <a:solidFill>
                  <a:srgbClr val="569CD6"/>
                </a:solidFill>
                <a:effectLst/>
                <a:highlight>
                  <a:srgbClr val="000000"/>
                </a:highlight>
                <a:latin typeface="Menlo" panose="020B0609030804020204" pitchFamily="49" charset="0"/>
              </a:rPr>
              <a:t>{</a:t>
            </a:r>
            <a:r>
              <a:rPr lang="en-US" sz="900" b="0">
                <a:solidFill>
                  <a:srgbClr val="9CDCFE"/>
                </a:solidFill>
                <a:effectLst/>
                <a:highlight>
                  <a:srgbClr val="000000"/>
                </a:highlight>
                <a:latin typeface="Menlo" panose="020B0609030804020204" pitchFamily="49" charset="0"/>
              </a:rPr>
              <a:t>score</a:t>
            </a:r>
            <a:r>
              <a:rPr lang="en-US" sz="900" b="0">
                <a:solidFill>
                  <a:srgbClr val="569CD6"/>
                </a:solidFill>
                <a:effectLst/>
                <a:highlight>
                  <a:srgbClr val="000000"/>
                </a:highlight>
                <a:latin typeface="Menlo" panose="020B0609030804020204" pitchFamily="49" charset="0"/>
              </a:rPr>
              <a:t>:.2f}</a:t>
            </a:r>
            <a:r>
              <a:rPr lang="en-US" sz="900" b="0">
                <a:solidFill>
                  <a:srgbClr val="CE9178"/>
                </a:solidFill>
                <a:effectLst/>
                <a:highlight>
                  <a:srgbClr val="000000"/>
                </a:highlight>
                <a:latin typeface="Menlo" panose="020B0609030804020204" pitchFamily="49" charset="0"/>
              </a:rPr>
              <a:t>)"</a:t>
            </a:r>
            <a:r>
              <a:rPr lang="en-US" sz="900" b="0">
                <a:solidFill>
                  <a:srgbClr val="D4D4D4"/>
                </a:solidFill>
                <a:effectLst/>
                <a:highlight>
                  <a:srgbClr val="000000"/>
                </a:highlight>
                <a:latin typeface="Menlo" panose="020B0609030804020204" pitchFamily="49" charset="0"/>
              </a:rPr>
              <a:t>)</a:t>
            </a:r>
            <a:br>
              <a:rPr lang="en-US" sz="900" b="0">
                <a:solidFill>
                  <a:srgbClr val="D4D4D4"/>
                </a:solidFill>
                <a:effectLst/>
                <a:highlight>
                  <a:srgbClr val="000000"/>
                </a:highlight>
                <a:latin typeface="Menlo" panose="020B0609030804020204" pitchFamily="49" charset="0"/>
              </a:rPr>
            </a:br>
            <a:r>
              <a:rPr lang="en-US" sz="900" b="0">
                <a:solidFill>
                  <a:srgbClr val="6A9955"/>
                </a:solidFill>
                <a:effectLst/>
                <a:highlight>
                  <a:srgbClr val="000000"/>
                </a:highlight>
                <a:latin typeface="Menlo" panose="020B0609030804020204" pitchFamily="49" charset="0"/>
              </a:rPr>
              <a:t># </a:t>
            </a:r>
            <a:r>
              <a:rPr lang="fa-IR" sz="900" b="0">
                <a:solidFill>
                  <a:srgbClr val="6A9955"/>
                </a:solidFill>
                <a:effectLst/>
                <a:highlight>
                  <a:srgbClr val="000000"/>
                </a:highlight>
                <a:latin typeface="Menlo" panose="020B0609030804020204" pitchFamily="49" charset="0"/>
              </a:rPr>
              <a:t>تست پیشنهادها برای فیلم "</a:t>
            </a:r>
            <a:r>
              <a:rPr lang="en-US" sz="900" b="0">
                <a:solidFill>
                  <a:srgbClr val="6A9955"/>
                </a:solidFill>
                <a:effectLst/>
                <a:highlight>
                  <a:srgbClr val="000000"/>
                </a:highlight>
                <a:latin typeface="Menlo" panose="020B0609030804020204" pitchFamily="49" charset="0"/>
              </a:rPr>
              <a:t>Inception"</a:t>
            </a:r>
            <a:endParaRPr lang="en-US" sz="900" b="0">
              <a:solidFill>
                <a:srgbClr val="D4D4D4"/>
              </a:solidFill>
              <a:effectLst/>
              <a:highlight>
                <a:srgbClr val="000000"/>
              </a:highlight>
              <a:latin typeface="Menlo" panose="020B0609030804020204" pitchFamily="49" charset="0"/>
            </a:endParaRPr>
          </a:p>
          <a:p>
            <a:r>
              <a:rPr lang="en-US" sz="900" b="0">
                <a:solidFill>
                  <a:srgbClr val="DCDCAA"/>
                </a:solidFill>
                <a:effectLst/>
                <a:highlight>
                  <a:srgbClr val="000000"/>
                </a:highlight>
                <a:latin typeface="Menlo" panose="020B0609030804020204" pitchFamily="49" charset="0"/>
              </a:rPr>
              <a:t>recommend_movies</a:t>
            </a:r>
            <a:r>
              <a:rPr lang="en-US" sz="900" b="0">
                <a:solidFill>
                  <a:srgbClr val="D4D4D4"/>
                </a:solidFill>
                <a:effectLst/>
                <a:highlight>
                  <a:srgbClr val="000000"/>
                </a:highlight>
                <a:latin typeface="Menlo" panose="020B0609030804020204" pitchFamily="49" charset="0"/>
              </a:rPr>
              <a:t>(</a:t>
            </a:r>
            <a:r>
              <a:rPr lang="en-US" sz="900" b="0">
                <a:solidFill>
                  <a:srgbClr val="B5CEA8"/>
                </a:solidFill>
                <a:effectLst/>
                <a:highlight>
                  <a:srgbClr val="000000"/>
                </a:highlight>
                <a:latin typeface="Menlo" panose="020B0609030804020204" pitchFamily="49" charset="0"/>
              </a:rPr>
              <a:t>0</a:t>
            </a:r>
            <a:r>
              <a:rPr lang="en-US" sz="900" b="0">
                <a:solidFill>
                  <a:srgbClr val="D4D4D4"/>
                </a:solidFill>
                <a:effectLst/>
                <a:highlight>
                  <a:srgbClr val="000000"/>
                </a:highlight>
                <a:latin typeface="Menlo" panose="020B0609030804020204" pitchFamily="49" charset="0"/>
              </a:rPr>
              <a:t>)</a:t>
            </a:r>
          </a:p>
          <a:p>
            <a:br>
              <a:rPr lang="en-US" sz="900" b="0">
                <a:solidFill>
                  <a:srgbClr val="D4D4D4"/>
                </a:solidFill>
                <a:effectLst/>
                <a:highlight>
                  <a:srgbClr val="000000"/>
                </a:highlight>
                <a:latin typeface="Menlo" panose="020B0609030804020204" pitchFamily="49" charset="0"/>
              </a:rPr>
            </a:br>
            <a:endParaRPr lang="en-US" sz="900" b="0">
              <a:solidFill>
                <a:srgbClr val="D4D4D4"/>
              </a:solidFill>
              <a:effectLst/>
              <a:highlight>
                <a:srgbClr val="000000"/>
              </a:highlight>
              <a:latin typeface="Menlo" panose="020B0609030804020204" pitchFamily="49" charset="0"/>
            </a:endParaRPr>
          </a:p>
        </p:txBody>
      </p:sp>
      <p:sp>
        <p:nvSpPr>
          <p:cNvPr id="9" name="Rounded Rectangle 8">
            <a:extLst>
              <a:ext uri="{FF2B5EF4-FFF2-40B4-BE49-F238E27FC236}">
                <a16:creationId xmlns:a16="http://schemas.microsoft.com/office/drawing/2014/main" id="{6770506A-EEC5-6945-8158-FAE68930A8BC}"/>
              </a:ext>
            </a:extLst>
          </p:cNvPr>
          <p:cNvSpPr/>
          <p:nvPr/>
        </p:nvSpPr>
        <p:spPr>
          <a:xfrm>
            <a:off x="1628486" y="1839532"/>
            <a:ext cx="6087406" cy="2220788"/>
          </a:xfrm>
          <a:prstGeom prst="roundRect">
            <a:avLst/>
          </a:prstGeom>
          <a:solidFill>
            <a:srgbClr val="B7D557">
              <a:alpha val="1568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marR="0" algn="ctr" rtl="1">
              <a:lnSpc>
                <a:spcPct val="100000"/>
              </a:lnSpc>
              <a:spcBef>
                <a:spcPts val="0"/>
              </a:spcBef>
              <a:spcAft>
                <a:spcPts val="0"/>
              </a:spcAft>
              <a:buClr>
                <a:srgbClr val="000000"/>
              </a:buClr>
              <a:buFont typeface="Arial"/>
            </a:pPr>
            <a:endParaRPr lang="en-US"/>
          </a:p>
        </p:txBody>
      </p:sp>
      <p:sp>
        <p:nvSpPr>
          <p:cNvPr id="11" name="Rectangle 10">
            <a:extLst>
              <a:ext uri="{FF2B5EF4-FFF2-40B4-BE49-F238E27FC236}">
                <a16:creationId xmlns:a16="http://schemas.microsoft.com/office/drawing/2014/main" id="{9A89F6E5-B249-ED4F-A602-2D8EF617D452}"/>
              </a:ext>
            </a:extLst>
          </p:cNvPr>
          <p:cNvSpPr/>
          <p:nvPr/>
        </p:nvSpPr>
        <p:spPr>
          <a:xfrm>
            <a:off x="1594511" y="558838"/>
            <a:ext cx="6046189" cy="1270420"/>
          </a:xfrm>
          <a:prstGeom prst="rect">
            <a:avLst/>
          </a:prstGeom>
          <a:solidFill>
            <a:srgbClr val="000000"/>
          </a:solidFill>
          <a:ln>
            <a:noFill/>
          </a:ln>
        </p:spPr>
        <p:style>
          <a:lnRef idx="0">
            <a:scrgbClr r="0" g="0" b="0"/>
          </a:lnRef>
          <a:fillRef idx="0">
            <a:scrgbClr r="0" g="0" b="0"/>
          </a:fillRef>
          <a:effectRef idx="0">
            <a:scrgbClr r="0" g="0" b="0"/>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r" rtl="1"/>
            <a:r>
              <a:rPr lang="fa-IR" sz="1200">
                <a:solidFill>
                  <a:schemeClr val="tx1"/>
                </a:solidFill>
                <a:latin typeface="Lalezar" pitchFamily="2" charset="-78"/>
                <a:cs typeface="Lalezar" pitchFamily="2" charset="-78"/>
              </a:rPr>
              <a:t>در این بخش، ابتدا توضیحات فیلم‌ها با استفاده از تکنیک </a:t>
            </a:r>
            <a:r>
              <a:rPr lang="en-US" sz="1200">
                <a:solidFill>
                  <a:schemeClr val="tx1"/>
                </a:solidFill>
                <a:latin typeface="Lalezar" pitchFamily="2" charset="-78"/>
                <a:cs typeface="Lalezar" pitchFamily="2" charset="-78"/>
              </a:rPr>
              <a:t>TF-IDF </a:t>
            </a:r>
            <a:r>
              <a:rPr lang="fa-IR" sz="1200">
                <a:solidFill>
                  <a:schemeClr val="tx1"/>
                </a:solidFill>
                <a:latin typeface="Lalezar" pitchFamily="2" charset="-78"/>
                <a:cs typeface="Lalezar" pitchFamily="2" charset="-78"/>
              </a:rPr>
              <a:t>به بردارهای عددی تبدیل می‌شوند تا ویژگی‌های هر فیلم به‌طور قابل‌مقایسه‌ای استخراج شود. سپس با استفاده از شباهت کسینوسی، میزان شباهت هر فیلم با دیگر فیلم‌ها محاسبه می‌شود. تابع</a:t>
            </a:r>
            <a:r>
              <a:rPr lang="en-US" sz="1200">
                <a:solidFill>
                  <a:schemeClr val="bg2">
                    <a:lumMod val="20000"/>
                    <a:lumOff val="80000"/>
                  </a:schemeClr>
                </a:solidFill>
                <a:latin typeface="Lalezar" pitchFamily="2" charset="-78"/>
                <a:cs typeface="Lalezar" pitchFamily="2" charset="-78"/>
              </a:rPr>
              <a:t>recommend_movies</a:t>
            </a:r>
            <a:r>
              <a:rPr lang="en-US" sz="1200">
                <a:solidFill>
                  <a:schemeClr val="tx1"/>
                </a:solidFill>
                <a:latin typeface="Lalezar" pitchFamily="2" charset="-78"/>
                <a:cs typeface="Lalezar" pitchFamily="2" charset="-78"/>
              </a:rPr>
              <a:t> </a:t>
            </a:r>
            <a:r>
              <a:rPr lang="fa-IR" sz="1200">
                <a:solidFill>
                  <a:schemeClr val="tx1"/>
                </a:solidFill>
                <a:latin typeface="Lalezar" pitchFamily="2" charset="-78"/>
                <a:cs typeface="Lalezar" pitchFamily="2" charset="-78"/>
              </a:rPr>
              <a:t>براساس این شباهت‌ها، فیلم‌های مشابه را انتخاب و پیشنهاد می‌دهد. به این ترتیب، اگر کاربر فیلمی را دوست داشته باشد، سیستم می‌تواند فیلم‌های دیگری با ویژگی‌های مشابه را به او پیشنهاد کند.</a:t>
            </a:r>
          </a:p>
        </p:txBody>
      </p:sp>
    </p:spTree>
    <p:extLst>
      <p:ext uri="{BB962C8B-B14F-4D97-AF65-F5344CB8AC3E}">
        <p14:creationId xmlns:p14="http://schemas.microsoft.com/office/powerpoint/2010/main" val="22373160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5" name="Google Shape;775;p51"/>
          <p:cNvSpPr/>
          <p:nvPr/>
        </p:nvSpPr>
        <p:spPr>
          <a:xfrm>
            <a:off x="519931" y="394857"/>
            <a:ext cx="2237349" cy="1186695"/>
          </a:xfrm>
          <a:custGeom>
            <a:avLst/>
            <a:gdLst/>
            <a:ahLst/>
            <a:cxnLst/>
            <a:rect l="l" t="t" r="r" b="b"/>
            <a:pathLst>
              <a:path w="136615" h="89844" extrusionOk="0">
                <a:moveTo>
                  <a:pt x="6912" y="0"/>
                </a:moveTo>
                <a:cubicBezTo>
                  <a:pt x="3087" y="0"/>
                  <a:pt x="1" y="3086"/>
                  <a:pt x="1" y="6911"/>
                </a:cubicBezTo>
                <a:lnTo>
                  <a:pt x="1" y="82933"/>
                </a:lnTo>
                <a:cubicBezTo>
                  <a:pt x="1" y="86758"/>
                  <a:pt x="3087" y="89844"/>
                  <a:pt x="6912" y="89844"/>
                </a:cubicBezTo>
                <a:lnTo>
                  <a:pt x="129704" y="89844"/>
                </a:lnTo>
                <a:cubicBezTo>
                  <a:pt x="133529" y="89844"/>
                  <a:pt x="136615" y="86758"/>
                  <a:pt x="136615" y="82933"/>
                </a:cubicBezTo>
                <a:lnTo>
                  <a:pt x="136615" y="6911"/>
                </a:lnTo>
                <a:cubicBezTo>
                  <a:pt x="136615" y="3086"/>
                  <a:pt x="133529" y="0"/>
                  <a:pt x="129704" y="0"/>
                </a:cubicBezTo>
                <a:close/>
              </a:path>
            </a:pathLst>
          </a:custGeom>
          <a:solidFill>
            <a:srgbClr val="000000"/>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1">
              <a:lnSpc>
                <a:spcPct val="100000"/>
              </a:lnSpc>
              <a:spcBef>
                <a:spcPts val="0"/>
              </a:spcBef>
              <a:spcAft>
                <a:spcPts val="0"/>
              </a:spcAft>
              <a:buClr>
                <a:srgbClr val="000000"/>
              </a:buClr>
              <a:buFont typeface="Arial"/>
              <a:buNone/>
            </a:pPr>
            <a:endParaRPr>
              <a:solidFill>
                <a:schemeClr val="bg2">
                  <a:lumMod val="20000"/>
                  <a:lumOff val="80000"/>
                </a:schemeClr>
              </a:solidFill>
            </a:endParaRPr>
          </a:p>
        </p:txBody>
      </p:sp>
      <p:sp>
        <p:nvSpPr>
          <p:cNvPr id="776" name="Google Shape;776;p51"/>
          <p:cNvSpPr/>
          <p:nvPr/>
        </p:nvSpPr>
        <p:spPr>
          <a:xfrm>
            <a:off x="1564896" y="1400714"/>
            <a:ext cx="147417" cy="152869"/>
          </a:xfrm>
          <a:custGeom>
            <a:avLst/>
            <a:gdLst/>
            <a:ahLst/>
            <a:cxnLst/>
            <a:rect l="l" t="t" r="r" b="b"/>
            <a:pathLst>
              <a:path w="4597" h="4597" extrusionOk="0">
                <a:moveTo>
                  <a:pt x="2315" y="0"/>
                </a:moveTo>
                <a:cubicBezTo>
                  <a:pt x="1029" y="0"/>
                  <a:pt x="0" y="1029"/>
                  <a:pt x="0" y="2315"/>
                </a:cubicBezTo>
                <a:cubicBezTo>
                  <a:pt x="0" y="3568"/>
                  <a:pt x="1029" y="4597"/>
                  <a:pt x="2315" y="4597"/>
                </a:cubicBezTo>
                <a:cubicBezTo>
                  <a:pt x="3568" y="4597"/>
                  <a:pt x="4597" y="3568"/>
                  <a:pt x="4597" y="2315"/>
                </a:cubicBezTo>
                <a:cubicBezTo>
                  <a:pt x="4597" y="1029"/>
                  <a:pt x="3568" y="0"/>
                  <a:pt x="2315" y="0"/>
                </a:cubicBezTo>
                <a:close/>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1">
              <a:lnSpc>
                <a:spcPct val="100000"/>
              </a:lnSpc>
              <a:spcBef>
                <a:spcPts val="0"/>
              </a:spcBef>
              <a:spcAft>
                <a:spcPts val="0"/>
              </a:spcAft>
              <a:buClr>
                <a:srgbClr val="000000"/>
              </a:buClr>
              <a:buFont typeface="Arial"/>
              <a:buNone/>
            </a:pPr>
            <a:endParaRPr/>
          </a:p>
        </p:txBody>
      </p:sp>
      <p:cxnSp>
        <p:nvCxnSpPr>
          <p:cNvPr id="781" name="Google Shape;781;p51"/>
          <p:cNvCxnSpPr>
            <a:cxnSpLocks/>
          </p:cNvCxnSpPr>
          <p:nvPr/>
        </p:nvCxnSpPr>
        <p:spPr>
          <a:xfrm>
            <a:off x="519931" y="1372744"/>
            <a:ext cx="2237349" cy="0"/>
          </a:xfrm>
          <a:prstGeom prst="straightConnector1">
            <a:avLst/>
          </a:prstGeom>
          <a:noFill/>
          <a:ln w="19050" cap="flat" cmpd="sng">
            <a:solidFill>
              <a:schemeClr val="dk1"/>
            </a:solidFill>
            <a:prstDash val="solid"/>
            <a:round/>
            <a:headEnd type="none" w="med" len="med"/>
            <a:tailEnd type="none" w="med" len="med"/>
          </a:ln>
        </p:spPr>
      </p:cxnSp>
      <p:sp>
        <p:nvSpPr>
          <p:cNvPr id="783" name="Google Shape;783;p51"/>
          <p:cNvSpPr txBox="1"/>
          <p:nvPr/>
        </p:nvSpPr>
        <p:spPr>
          <a:xfrm>
            <a:off x="8492773" y="114932"/>
            <a:ext cx="470400" cy="514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fa-IR" sz="1200">
                <a:solidFill>
                  <a:schemeClr val="dk1"/>
                </a:solidFill>
                <a:latin typeface="Krona One"/>
                <a:ea typeface="Krona One"/>
                <a:cs typeface="Krona One"/>
                <a:sym typeface="Krona One"/>
              </a:rPr>
              <a:t>1</a:t>
            </a:r>
            <a:r>
              <a:rPr lang="en-US" sz="1200">
                <a:solidFill>
                  <a:schemeClr val="dk1"/>
                </a:solidFill>
                <a:latin typeface="Krona One"/>
                <a:ea typeface="Krona One"/>
                <a:cs typeface="Krona One"/>
                <a:sym typeface="Krona One"/>
              </a:rPr>
              <a:t>2</a:t>
            </a:r>
            <a:endParaRPr sz="1200">
              <a:solidFill>
                <a:schemeClr val="dk1"/>
              </a:solidFill>
              <a:latin typeface="Krona One"/>
              <a:ea typeface="Krona One"/>
              <a:cs typeface="Krona One"/>
              <a:sym typeface="Krona One"/>
            </a:endParaRPr>
          </a:p>
        </p:txBody>
      </p:sp>
      <p:sp>
        <p:nvSpPr>
          <p:cNvPr id="784" name="Google Shape;784;p51"/>
          <p:cNvSpPr/>
          <p:nvPr/>
        </p:nvSpPr>
        <p:spPr>
          <a:xfrm>
            <a:off x="7952390" y="214532"/>
            <a:ext cx="315300" cy="315300"/>
          </a:xfrm>
          <a:prstGeom prst="diamond">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51">
            <a:hlinkClick r:id="" action="ppaction://hlinkshowjump?jump=previousslide"/>
          </p:cNvPr>
          <p:cNvSpPr/>
          <p:nvPr/>
        </p:nvSpPr>
        <p:spPr>
          <a:xfrm rot="16200000">
            <a:off x="4357956" y="4645063"/>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774;p51">
            <a:extLst>
              <a:ext uri="{FF2B5EF4-FFF2-40B4-BE49-F238E27FC236}">
                <a16:creationId xmlns:a16="http://schemas.microsoft.com/office/drawing/2014/main" id="{85D69480-F56F-4A4A-A982-43E7221A4158}"/>
              </a:ext>
            </a:extLst>
          </p:cNvPr>
          <p:cNvSpPr/>
          <p:nvPr/>
        </p:nvSpPr>
        <p:spPr>
          <a:xfrm>
            <a:off x="1308335" y="1590471"/>
            <a:ext cx="660537" cy="302502"/>
          </a:xfrm>
          <a:custGeom>
            <a:avLst/>
            <a:gdLst/>
            <a:ahLst/>
            <a:cxnLst/>
            <a:rect l="l" t="t" r="r" b="b"/>
            <a:pathLst>
              <a:path w="41532" h="16941" extrusionOk="0">
                <a:moveTo>
                  <a:pt x="41274" y="15204"/>
                </a:moveTo>
                <a:cubicBezTo>
                  <a:pt x="41274" y="15204"/>
                  <a:pt x="39506" y="13372"/>
                  <a:pt x="37288" y="11379"/>
                </a:cubicBezTo>
                <a:cubicBezTo>
                  <a:pt x="35038" y="9386"/>
                  <a:pt x="35359" y="7940"/>
                  <a:pt x="35359" y="7940"/>
                </a:cubicBezTo>
                <a:lnTo>
                  <a:pt x="34781" y="0"/>
                </a:lnTo>
                <a:lnTo>
                  <a:pt x="6751" y="0"/>
                </a:lnTo>
                <a:lnTo>
                  <a:pt x="6140" y="7940"/>
                </a:lnTo>
                <a:cubicBezTo>
                  <a:pt x="6140" y="7940"/>
                  <a:pt x="6461" y="9386"/>
                  <a:pt x="4243" y="11379"/>
                </a:cubicBezTo>
                <a:cubicBezTo>
                  <a:pt x="1993" y="13372"/>
                  <a:pt x="258" y="15204"/>
                  <a:pt x="258" y="15204"/>
                </a:cubicBezTo>
                <a:cubicBezTo>
                  <a:pt x="65" y="15526"/>
                  <a:pt x="0" y="15912"/>
                  <a:pt x="0" y="16265"/>
                </a:cubicBezTo>
                <a:cubicBezTo>
                  <a:pt x="0" y="16908"/>
                  <a:pt x="354" y="16940"/>
                  <a:pt x="1897" y="16940"/>
                </a:cubicBezTo>
                <a:lnTo>
                  <a:pt x="39602" y="16940"/>
                </a:lnTo>
                <a:cubicBezTo>
                  <a:pt x="41145" y="16940"/>
                  <a:pt x="41531" y="16908"/>
                  <a:pt x="41531" y="16265"/>
                </a:cubicBezTo>
                <a:cubicBezTo>
                  <a:pt x="41531" y="15912"/>
                  <a:pt x="41435" y="15526"/>
                  <a:pt x="41274" y="15204"/>
                </a:cubicBezTo>
                <a:close/>
              </a:path>
            </a:pathLst>
          </a:custGeom>
          <a:solidFill>
            <a:srgbClr val="000000"/>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1">
              <a:lnSpc>
                <a:spcPct val="100000"/>
              </a:lnSpc>
              <a:spcBef>
                <a:spcPts val="0"/>
              </a:spcBef>
              <a:spcAft>
                <a:spcPts val="0"/>
              </a:spcAft>
              <a:buClr>
                <a:srgbClr val="000000"/>
              </a:buClr>
              <a:buFont typeface="Arial"/>
              <a:buNone/>
            </a:pPr>
            <a:endParaRPr/>
          </a:p>
        </p:txBody>
      </p:sp>
      <p:sp>
        <p:nvSpPr>
          <p:cNvPr id="4" name="TextBox 3">
            <a:extLst>
              <a:ext uri="{FF2B5EF4-FFF2-40B4-BE49-F238E27FC236}">
                <a16:creationId xmlns:a16="http://schemas.microsoft.com/office/drawing/2014/main" id="{5B0B51D7-A1E5-AA46-8609-B0CB1C9FE134}"/>
              </a:ext>
            </a:extLst>
          </p:cNvPr>
          <p:cNvSpPr txBox="1"/>
          <p:nvPr/>
        </p:nvSpPr>
        <p:spPr>
          <a:xfrm>
            <a:off x="3657577" y="787615"/>
            <a:ext cx="5305596" cy="954107"/>
          </a:xfrm>
          <a:prstGeom prst="rect">
            <a:avLst/>
          </a:prstGeom>
          <a:noFill/>
        </p:spPr>
        <p:txBody>
          <a:bodyPr wrap="square" rtlCol="0">
            <a:spAutoFit/>
          </a:bodyPr>
          <a:lstStyle/>
          <a:p>
            <a:pPr algn="r" rtl="1"/>
            <a:r>
              <a:rPr lang="fa-IR" sz="2800" b="1">
                <a:solidFill>
                  <a:schemeClr val="accent1">
                    <a:lumMod val="60000"/>
                    <a:lumOff val="40000"/>
                  </a:schemeClr>
                </a:solidFill>
                <a:latin typeface="Lalezar" pitchFamily="2" charset="-78"/>
                <a:cs typeface="Lalezar" pitchFamily="2" charset="-78"/>
              </a:rPr>
              <a:t>خروجی نمونه:</a:t>
            </a:r>
          </a:p>
          <a:p>
            <a:pPr algn="r" rtl="1"/>
            <a:r>
              <a:rPr lang="fa-IR">
                <a:solidFill>
                  <a:schemeClr val="tx1"/>
                </a:solidFill>
                <a:latin typeface="Lalezar" pitchFamily="2" charset="-78"/>
                <a:cs typeface="Lalezar" pitchFamily="2" charset="-78"/>
              </a:rPr>
              <a:t>اگر کاربر فیلم </a:t>
            </a:r>
            <a:r>
              <a:rPr lang="en-US" b="1">
                <a:solidFill>
                  <a:schemeClr val="tx1"/>
                </a:solidFill>
                <a:latin typeface="Lalezar" pitchFamily="2" charset="-78"/>
                <a:cs typeface="Lalezar" pitchFamily="2" charset="-78"/>
              </a:rPr>
              <a:t>Inception"</a:t>
            </a:r>
            <a:r>
              <a:rPr lang="en-US">
                <a:solidFill>
                  <a:schemeClr val="tx1"/>
                </a:solidFill>
                <a:latin typeface="Lalezar" pitchFamily="2" charset="-78"/>
                <a:cs typeface="Lalezar" pitchFamily="2" charset="-78"/>
              </a:rPr>
              <a:t> </a:t>
            </a:r>
            <a:r>
              <a:rPr lang="fa-IR" b="1">
                <a:solidFill>
                  <a:schemeClr val="tx1"/>
                </a:solidFill>
                <a:latin typeface="Lalezar" pitchFamily="2" charset="-78"/>
                <a:cs typeface="Lalezar" pitchFamily="2" charset="-78"/>
              </a:rPr>
              <a:t>" </a:t>
            </a:r>
            <a:r>
              <a:rPr lang="fa-IR">
                <a:solidFill>
                  <a:schemeClr val="tx1"/>
                </a:solidFill>
                <a:latin typeface="Lalezar" pitchFamily="2" charset="-78"/>
                <a:cs typeface="Lalezar" pitchFamily="2" charset="-78"/>
              </a:rPr>
              <a:t>را دیده باشد، خروجی به این شکل خواهد بود:</a:t>
            </a:r>
          </a:p>
          <a:p>
            <a:pPr marR="0" algn="r" rtl="1">
              <a:lnSpc>
                <a:spcPct val="100000"/>
              </a:lnSpc>
              <a:spcBef>
                <a:spcPts val="0"/>
              </a:spcBef>
              <a:spcAft>
                <a:spcPts val="0"/>
              </a:spcAft>
              <a:buClr>
                <a:srgbClr val="000000"/>
              </a:buClr>
              <a:buFont typeface="Arial"/>
            </a:pPr>
            <a:endParaRPr lang="en-US"/>
          </a:p>
        </p:txBody>
      </p:sp>
      <p:sp>
        <p:nvSpPr>
          <p:cNvPr id="17" name="Google Shape;460;p37">
            <a:extLst>
              <a:ext uri="{FF2B5EF4-FFF2-40B4-BE49-F238E27FC236}">
                <a16:creationId xmlns:a16="http://schemas.microsoft.com/office/drawing/2014/main" id="{1D056475-FD90-EB4D-A064-76BF94020069}"/>
              </a:ext>
            </a:extLst>
          </p:cNvPr>
          <p:cNvSpPr txBox="1">
            <a:spLocks/>
          </p:cNvSpPr>
          <p:nvPr/>
        </p:nvSpPr>
        <p:spPr>
          <a:xfrm>
            <a:off x="2757255" y="80113"/>
            <a:ext cx="6386745" cy="3020715"/>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400"/>
              <a:buFont typeface="Krona One"/>
              <a:buNone/>
              <a:defRPr sz="2400" b="0" i="0" u="none" strike="noStrike" cap="none">
                <a:solidFill>
                  <a:schemeClr val="dk1"/>
                </a:solidFill>
                <a:latin typeface="Krona One"/>
                <a:ea typeface="Krona One"/>
                <a:cs typeface="Krona One"/>
                <a:sym typeface="Krona One"/>
              </a:defRPr>
            </a:lvl1pPr>
            <a:lvl2pPr marR="0" lvl="1" algn="l" rtl="0">
              <a:lnSpc>
                <a:spcPct val="100000"/>
              </a:lnSpc>
              <a:spcBef>
                <a:spcPts val="0"/>
              </a:spcBef>
              <a:spcAft>
                <a:spcPts val="0"/>
              </a:spcAft>
              <a:buClr>
                <a:schemeClr val="dk1"/>
              </a:buClr>
              <a:buSzPts val="3500"/>
              <a:buFont typeface="Abril Fatface"/>
              <a:buNone/>
              <a:defRPr sz="3500" b="0" i="0" u="none" strike="noStrike" cap="none">
                <a:solidFill>
                  <a:schemeClr val="dk1"/>
                </a:solidFill>
                <a:latin typeface="Abril Fatface"/>
                <a:ea typeface="Abril Fatface"/>
                <a:cs typeface="Abril Fatface"/>
                <a:sym typeface="Abril Fatface"/>
              </a:defRPr>
            </a:lvl2pPr>
            <a:lvl3pPr marR="0" lvl="2" algn="l" rtl="0">
              <a:lnSpc>
                <a:spcPct val="100000"/>
              </a:lnSpc>
              <a:spcBef>
                <a:spcPts val="0"/>
              </a:spcBef>
              <a:spcAft>
                <a:spcPts val="0"/>
              </a:spcAft>
              <a:buClr>
                <a:schemeClr val="dk1"/>
              </a:buClr>
              <a:buSzPts val="3500"/>
              <a:buFont typeface="Abril Fatface"/>
              <a:buNone/>
              <a:defRPr sz="3500" b="0" i="0" u="none" strike="noStrike" cap="none">
                <a:solidFill>
                  <a:schemeClr val="dk1"/>
                </a:solidFill>
                <a:latin typeface="Abril Fatface"/>
                <a:ea typeface="Abril Fatface"/>
                <a:cs typeface="Abril Fatface"/>
                <a:sym typeface="Abril Fatface"/>
              </a:defRPr>
            </a:lvl3pPr>
            <a:lvl4pPr marR="0" lvl="3" algn="l" rtl="0">
              <a:lnSpc>
                <a:spcPct val="100000"/>
              </a:lnSpc>
              <a:spcBef>
                <a:spcPts val="0"/>
              </a:spcBef>
              <a:spcAft>
                <a:spcPts val="0"/>
              </a:spcAft>
              <a:buClr>
                <a:schemeClr val="dk1"/>
              </a:buClr>
              <a:buSzPts val="3500"/>
              <a:buFont typeface="Abril Fatface"/>
              <a:buNone/>
              <a:defRPr sz="3500" b="0" i="0" u="none" strike="noStrike" cap="none">
                <a:solidFill>
                  <a:schemeClr val="dk1"/>
                </a:solidFill>
                <a:latin typeface="Abril Fatface"/>
                <a:ea typeface="Abril Fatface"/>
                <a:cs typeface="Abril Fatface"/>
                <a:sym typeface="Abril Fatface"/>
              </a:defRPr>
            </a:lvl4pPr>
            <a:lvl5pPr marR="0" lvl="4" algn="l" rtl="0">
              <a:lnSpc>
                <a:spcPct val="100000"/>
              </a:lnSpc>
              <a:spcBef>
                <a:spcPts val="0"/>
              </a:spcBef>
              <a:spcAft>
                <a:spcPts val="0"/>
              </a:spcAft>
              <a:buClr>
                <a:schemeClr val="dk1"/>
              </a:buClr>
              <a:buSzPts val="3500"/>
              <a:buFont typeface="Abril Fatface"/>
              <a:buNone/>
              <a:defRPr sz="3500" b="0" i="0" u="none" strike="noStrike" cap="none">
                <a:solidFill>
                  <a:schemeClr val="dk1"/>
                </a:solidFill>
                <a:latin typeface="Abril Fatface"/>
                <a:ea typeface="Abril Fatface"/>
                <a:cs typeface="Abril Fatface"/>
                <a:sym typeface="Abril Fatface"/>
              </a:defRPr>
            </a:lvl5pPr>
            <a:lvl6pPr marR="0" lvl="5" algn="l" rtl="0">
              <a:lnSpc>
                <a:spcPct val="100000"/>
              </a:lnSpc>
              <a:spcBef>
                <a:spcPts val="0"/>
              </a:spcBef>
              <a:spcAft>
                <a:spcPts val="0"/>
              </a:spcAft>
              <a:buClr>
                <a:schemeClr val="dk1"/>
              </a:buClr>
              <a:buSzPts val="3500"/>
              <a:buFont typeface="Abril Fatface"/>
              <a:buNone/>
              <a:defRPr sz="3500" b="0" i="0" u="none" strike="noStrike" cap="none">
                <a:solidFill>
                  <a:schemeClr val="dk1"/>
                </a:solidFill>
                <a:latin typeface="Abril Fatface"/>
                <a:ea typeface="Abril Fatface"/>
                <a:cs typeface="Abril Fatface"/>
                <a:sym typeface="Abril Fatface"/>
              </a:defRPr>
            </a:lvl6pPr>
            <a:lvl7pPr marR="0" lvl="6" algn="l" rtl="0">
              <a:lnSpc>
                <a:spcPct val="100000"/>
              </a:lnSpc>
              <a:spcBef>
                <a:spcPts val="0"/>
              </a:spcBef>
              <a:spcAft>
                <a:spcPts val="0"/>
              </a:spcAft>
              <a:buClr>
                <a:schemeClr val="dk1"/>
              </a:buClr>
              <a:buSzPts val="3500"/>
              <a:buFont typeface="Abril Fatface"/>
              <a:buNone/>
              <a:defRPr sz="3500" b="0" i="0" u="none" strike="noStrike" cap="none">
                <a:solidFill>
                  <a:schemeClr val="dk1"/>
                </a:solidFill>
                <a:latin typeface="Abril Fatface"/>
                <a:ea typeface="Abril Fatface"/>
                <a:cs typeface="Abril Fatface"/>
                <a:sym typeface="Abril Fatface"/>
              </a:defRPr>
            </a:lvl7pPr>
            <a:lvl8pPr marR="0" lvl="7" algn="l" rtl="0">
              <a:lnSpc>
                <a:spcPct val="100000"/>
              </a:lnSpc>
              <a:spcBef>
                <a:spcPts val="0"/>
              </a:spcBef>
              <a:spcAft>
                <a:spcPts val="0"/>
              </a:spcAft>
              <a:buClr>
                <a:schemeClr val="dk1"/>
              </a:buClr>
              <a:buSzPts val="3500"/>
              <a:buFont typeface="Abril Fatface"/>
              <a:buNone/>
              <a:defRPr sz="3500" b="0" i="0" u="none" strike="noStrike" cap="none">
                <a:solidFill>
                  <a:schemeClr val="dk1"/>
                </a:solidFill>
                <a:latin typeface="Abril Fatface"/>
                <a:ea typeface="Abril Fatface"/>
                <a:cs typeface="Abril Fatface"/>
                <a:sym typeface="Abril Fatface"/>
              </a:defRPr>
            </a:lvl8pPr>
            <a:lvl9pPr marR="0" lvl="8" algn="l" rtl="0">
              <a:lnSpc>
                <a:spcPct val="100000"/>
              </a:lnSpc>
              <a:spcBef>
                <a:spcPts val="0"/>
              </a:spcBef>
              <a:spcAft>
                <a:spcPts val="0"/>
              </a:spcAft>
              <a:buClr>
                <a:schemeClr val="dk1"/>
              </a:buClr>
              <a:buSzPts val="3500"/>
              <a:buFont typeface="Abril Fatface"/>
              <a:buNone/>
              <a:defRPr sz="3500" b="0" i="0" u="none" strike="noStrike" cap="none">
                <a:solidFill>
                  <a:schemeClr val="dk1"/>
                </a:solidFill>
                <a:latin typeface="Abril Fatface"/>
                <a:ea typeface="Abril Fatface"/>
                <a:cs typeface="Abril Fatface"/>
                <a:sym typeface="Abril Fatface"/>
              </a:defRPr>
            </a:lvl9pPr>
          </a:lstStyle>
          <a:p>
            <a:pPr marR="0" algn="l">
              <a:lnSpc>
                <a:spcPct val="100000"/>
              </a:lnSpc>
              <a:spcBef>
                <a:spcPts val="0"/>
              </a:spcBef>
              <a:spcAft>
                <a:spcPts val="0"/>
              </a:spcAft>
              <a:buClr>
                <a:srgbClr val="000000"/>
              </a:buClr>
              <a:buFont typeface="Arial"/>
            </a:pPr>
            <a:br>
              <a:rPr lang="en-US" sz="1400">
                <a:latin typeface=""/>
              </a:rPr>
            </a:br>
            <a:r>
              <a:rPr lang="en-US" sz="1400">
                <a:solidFill>
                  <a:srgbClr val="F5ACA5"/>
                </a:solidFill>
                <a:latin typeface="Lalezar" pitchFamily="2" charset="-78"/>
                <a:cs typeface="Lalezar" pitchFamily="2" charset="-78"/>
              </a:rPr>
              <a:t>Recommendations for Inception </a:t>
            </a:r>
          </a:p>
          <a:p>
            <a:pPr marR="0" algn="l">
              <a:lnSpc>
                <a:spcPct val="100000"/>
              </a:lnSpc>
              <a:spcBef>
                <a:spcPts val="0"/>
              </a:spcBef>
              <a:spcAft>
                <a:spcPts val="0"/>
              </a:spcAft>
              <a:buClr>
                <a:srgbClr val="000000"/>
              </a:buClr>
              <a:buFont typeface="Arial"/>
            </a:pPr>
            <a:r>
              <a:rPr lang="en-US" sz="1400">
                <a:latin typeface="Lalezar" pitchFamily="2" charset="-78"/>
                <a:cs typeface="Lalezar" pitchFamily="2" charset="-78"/>
              </a:rPr>
              <a:t>- A mind-bending thriller that dives into dream manipulation.</a:t>
            </a:r>
          </a:p>
          <a:p>
            <a:pPr marR="0" algn="l">
              <a:lnSpc>
                <a:spcPct val="100000"/>
              </a:lnSpc>
              <a:spcBef>
                <a:spcPts val="0"/>
              </a:spcBef>
              <a:spcAft>
                <a:spcPts val="0"/>
              </a:spcAft>
              <a:buClr>
                <a:srgbClr val="000000"/>
              </a:buClr>
              <a:buFont typeface="Arial"/>
            </a:pPr>
            <a:r>
              <a:rPr lang="en-US" sz="1400">
                <a:latin typeface=""/>
                <a:sym typeface="Wingdings" pitchFamily="2" charset="2"/>
              </a:rPr>
              <a:t></a:t>
            </a:r>
            <a:endParaRPr lang="en-US" sz="1400">
              <a:latin typeface=""/>
            </a:endParaRPr>
          </a:p>
          <a:p>
            <a:pPr marR="0" algn="l">
              <a:lnSpc>
                <a:spcPct val="100000"/>
              </a:lnSpc>
              <a:spcBef>
                <a:spcPts val="0"/>
              </a:spcBef>
              <a:spcAft>
                <a:spcPts val="0"/>
              </a:spcAft>
              <a:buClr>
                <a:srgbClr val="000000"/>
              </a:buClr>
            </a:pPr>
            <a:r>
              <a:rPr lang="en-US" sz="1400">
                <a:solidFill>
                  <a:schemeClr val="accent2">
                    <a:lumMod val="20000"/>
                    <a:lumOff val="80000"/>
                  </a:schemeClr>
                </a:solidFill>
                <a:latin typeface=""/>
              </a:rPr>
              <a:t>The Prestige </a:t>
            </a:r>
            <a:r>
              <a:rPr lang="en-US" sz="1400">
                <a:latin typeface=""/>
              </a:rPr>
              <a:t>- A story of rivalry between two magicians with mind-bending twists. </a:t>
            </a:r>
          </a:p>
          <a:p>
            <a:pPr marR="0" algn="l">
              <a:lnSpc>
                <a:spcPct val="100000"/>
              </a:lnSpc>
              <a:spcBef>
                <a:spcPts val="0"/>
              </a:spcBef>
              <a:spcAft>
                <a:spcPts val="0"/>
              </a:spcAft>
              <a:buClr>
                <a:srgbClr val="000000"/>
              </a:buClr>
              <a:buFont typeface="Arial"/>
            </a:pPr>
            <a:r>
              <a:rPr lang="en-US" sz="1400">
                <a:solidFill>
                  <a:schemeClr val="accent2">
                    <a:lumMod val="20000"/>
                    <a:lumOff val="80000"/>
                  </a:schemeClr>
                </a:solidFill>
                <a:latin typeface=""/>
              </a:rPr>
              <a:t>Shutter Island </a:t>
            </a:r>
            <a:r>
              <a:rPr lang="en-US" sz="1400">
                <a:latin typeface=""/>
              </a:rPr>
              <a:t>- A psychological thriller with dark mysteries. </a:t>
            </a:r>
            <a:endParaRPr lang="en-US" sz="1400" i="1">
              <a:latin typeface=""/>
            </a:endParaRPr>
          </a:p>
        </p:txBody>
      </p:sp>
      <p:sp>
        <p:nvSpPr>
          <p:cNvPr id="6" name="TextBox 5">
            <a:extLst>
              <a:ext uri="{FF2B5EF4-FFF2-40B4-BE49-F238E27FC236}">
                <a16:creationId xmlns:a16="http://schemas.microsoft.com/office/drawing/2014/main" id="{396059D5-353F-9A4B-9BE6-6056DBBE3AC2}"/>
              </a:ext>
            </a:extLst>
          </p:cNvPr>
          <p:cNvSpPr txBox="1"/>
          <p:nvPr/>
        </p:nvSpPr>
        <p:spPr>
          <a:xfrm>
            <a:off x="685800" y="3153962"/>
            <a:ext cx="8277373" cy="523220"/>
          </a:xfrm>
          <a:prstGeom prst="rect">
            <a:avLst/>
          </a:prstGeom>
          <a:noFill/>
        </p:spPr>
        <p:txBody>
          <a:bodyPr wrap="square" rtlCol="0">
            <a:spAutoFit/>
          </a:bodyPr>
          <a:lstStyle/>
          <a:p>
            <a:pPr algn="r" rtl="1"/>
            <a:r>
              <a:rPr lang="fa-IR">
                <a:solidFill>
                  <a:schemeClr val="tx1"/>
                </a:solidFill>
                <a:latin typeface="Lalezar" pitchFamily="2" charset="-78"/>
                <a:cs typeface="Lalezar" pitchFamily="2" charset="-78"/>
              </a:rPr>
              <a:t>این کد نشان می‌دهد که سیستم بر اساس شباهت توضیحات، فیلم‌هایی با عناصر مشابه مثل</a:t>
            </a:r>
            <a:r>
              <a:rPr lang="fa-IR">
                <a:solidFill>
                  <a:schemeClr val="accent2">
                    <a:lumMod val="20000"/>
                    <a:lumOff val="80000"/>
                  </a:schemeClr>
                </a:solidFill>
                <a:latin typeface="Lalezar" pitchFamily="2" charset="-78"/>
                <a:cs typeface="Lalezar" pitchFamily="2" charset="-78"/>
              </a:rPr>
              <a:t> </a:t>
            </a:r>
            <a:r>
              <a:rPr lang="en-US">
                <a:solidFill>
                  <a:schemeClr val="accent2">
                    <a:lumMod val="20000"/>
                    <a:lumOff val="80000"/>
                  </a:schemeClr>
                </a:solidFill>
                <a:latin typeface="Lalezar" pitchFamily="2" charset="-78"/>
                <a:cs typeface="Lalezar" pitchFamily="2" charset="-78"/>
              </a:rPr>
              <a:t>The Prestige" </a:t>
            </a:r>
            <a:r>
              <a:rPr lang="fa-IR">
                <a:solidFill>
                  <a:schemeClr val="accent2">
                    <a:lumMod val="20000"/>
                    <a:lumOff val="80000"/>
                  </a:schemeClr>
                </a:solidFill>
                <a:latin typeface="Lalezar" pitchFamily="2" charset="-78"/>
                <a:cs typeface="Lalezar" pitchFamily="2" charset="-78"/>
              </a:rPr>
              <a:t>" </a:t>
            </a:r>
            <a:r>
              <a:rPr lang="fa-IR">
                <a:solidFill>
                  <a:schemeClr val="tx1"/>
                </a:solidFill>
                <a:latin typeface="Lalezar" pitchFamily="2" charset="-78"/>
                <a:cs typeface="Lalezar" pitchFamily="2" charset="-78"/>
              </a:rPr>
              <a:t>و </a:t>
            </a:r>
            <a:r>
              <a:rPr lang="en-US">
                <a:solidFill>
                  <a:schemeClr val="accent2">
                    <a:lumMod val="20000"/>
                    <a:lumOff val="80000"/>
                  </a:schemeClr>
                </a:solidFill>
                <a:latin typeface="Lalezar" pitchFamily="2" charset="-78"/>
                <a:cs typeface="Lalezar" pitchFamily="2" charset="-78"/>
              </a:rPr>
              <a:t>Shutter Island" </a:t>
            </a:r>
            <a:r>
              <a:rPr lang="fa-IR">
                <a:solidFill>
                  <a:schemeClr val="accent2">
                    <a:lumMod val="20000"/>
                    <a:lumOff val="80000"/>
                  </a:schemeClr>
                </a:solidFill>
                <a:latin typeface="Lalezar" pitchFamily="2" charset="-78"/>
                <a:cs typeface="Lalezar" pitchFamily="2" charset="-78"/>
              </a:rPr>
              <a:t>"</a:t>
            </a:r>
            <a:r>
              <a:rPr lang="fa-IR">
                <a:solidFill>
                  <a:schemeClr val="tx1"/>
                </a:solidFill>
                <a:latin typeface="Lalezar" pitchFamily="2" charset="-78"/>
                <a:cs typeface="Lalezar" pitchFamily="2" charset="-78"/>
              </a:rPr>
              <a:t>را برای کاربر پیشنهاد می‌کند.</a:t>
            </a:r>
            <a:endParaRPr lang="en-US">
              <a:solidFill>
                <a:schemeClr val="tx1"/>
              </a:solidFill>
              <a:latin typeface="Lalezar" pitchFamily="2" charset="-78"/>
              <a:cs typeface="Lalezar" pitchFamily="2" charset="-78"/>
            </a:endParaRPr>
          </a:p>
        </p:txBody>
      </p:sp>
      <p:pic>
        <p:nvPicPr>
          <p:cNvPr id="19" name="Google Shape;545;p42">
            <a:extLst>
              <a:ext uri="{FF2B5EF4-FFF2-40B4-BE49-F238E27FC236}">
                <a16:creationId xmlns:a16="http://schemas.microsoft.com/office/drawing/2014/main" id="{900D81EE-A6AD-7F45-9992-7E2BC2A1AB42}"/>
              </a:ext>
            </a:extLst>
          </p:cNvPr>
          <p:cNvPicPr preferRelativeResize="0"/>
          <p:nvPr/>
        </p:nvPicPr>
        <p:blipFill rotWithShape="1">
          <a:blip r:embed="rId3">
            <a:alphaModFix amt="61000"/>
          </a:blip>
          <a:srcRect l="1295" r="1285"/>
          <a:stretch/>
        </p:blipFill>
        <p:spPr>
          <a:xfrm rot="19823831">
            <a:off x="5277425" y="2393412"/>
            <a:ext cx="2065902" cy="2044319"/>
          </a:xfrm>
          <a:prstGeom prst="rect">
            <a:avLst/>
          </a:prstGeom>
          <a:noFill/>
          <a:ln>
            <a:noFill/>
          </a:ln>
        </p:spPr>
      </p:pic>
    </p:spTree>
    <p:extLst>
      <p:ext uri="{BB962C8B-B14F-4D97-AF65-F5344CB8AC3E}">
        <p14:creationId xmlns:p14="http://schemas.microsoft.com/office/powerpoint/2010/main" val="39357411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pic>
        <p:nvPicPr>
          <p:cNvPr id="544" name="Google Shape;544;p42"/>
          <p:cNvPicPr preferRelativeResize="0"/>
          <p:nvPr/>
        </p:nvPicPr>
        <p:blipFill rotWithShape="1">
          <a:blip r:embed="rId3">
            <a:alphaModFix amt="65000"/>
          </a:blip>
          <a:srcRect l="149" r="159"/>
          <a:stretch/>
        </p:blipFill>
        <p:spPr>
          <a:xfrm rot="7205836">
            <a:off x="5148130" y="877064"/>
            <a:ext cx="3937138" cy="3896022"/>
          </a:xfrm>
          <a:prstGeom prst="rect">
            <a:avLst/>
          </a:prstGeom>
          <a:noFill/>
          <a:ln>
            <a:noFill/>
          </a:ln>
        </p:spPr>
      </p:pic>
      <p:pic>
        <p:nvPicPr>
          <p:cNvPr id="545" name="Google Shape;545;p42"/>
          <p:cNvPicPr preferRelativeResize="0"/>
          <p:nvPr/>
        </p:nvPicPr>
        <p:blipFill rotWithShape="1">
          <a:blip r:embed="rId4">
            <a:alphaModFix amt="61000"/>
          </a:blip>
          <a:srcRect l="1295" r="1285"/>
          <a:stretch/>
        </p:blipFill>
        <p:spPr>
          <a:xfrm rot="-1776169">
            <a:off x="388233" y="2397661"/>
            <a:ext cx="2065902" cy="2044319"/>
          </a:xfrm>
          <a:prstGeom prst="rect">
            <a:avLst/>
          </a:prstGeom>
          <a:noFill/>
          <a:ln>
            <a:noFill/>
          </a:ln>
        </p:spPr>
      </p:pic>
      <p:pic>
        <p:nvPicPr>
          <p:cNvPr id="546" name="Google Shape;546;p42"/>
          <p:cNvPicPr preferRelativeResize="0"/>
          <p:nvPr/>
        </p:nvPicPr>
        <p:blipFill rotWithShape="1">
          <a:blip r:embed="rId4">
            <a:alphaModFix amt="67000"/>
          </a:blip>
          <a:srcRect l="1295" r="1285"/>
          <a:stretch/>
        </p:blipFill>
        <p:spPr>
          <a:xfrm rot="-10241149">
            <a:off x="601102" y="855122"/>
            <a:ext cx="2065903" cy="2044321"/>
          </a:xfrm>
          <a:prstGeom prst="rect">
            <a:avLst/>
          </a:prstGeom>
          <a:noFill/>
          <a:ln>
            <a:noFill/>
          </a:ln>
        </p:spPr>
      </p:pic>
      <p:sp>
        <p:nvSpPr>
          <p:cNvPr id="549" name="Google Shape;549;p42"/>
          <p:cNvSpPr txBox="1"/>
          <p:nvPr/>
        </p:nvSpPr>
        <p:spPr>
          <a:xfrm>
            <a:off x="8394300" y="129000"/>
            <a:ext cx="470400" cy="514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Krona One"/>
                <a:ea typeface="Krona One"/>
                <a:cs typeface="Krona One"/>
                <a:sym typeface="Krona One"/>
              </a:rPr>
              <a:t>13</a:t>
            </a:r>
            <a:endParaRPr sz="1200">
              <a:solidFill>
                <a:schemeClr val="dk1"/>
              </a:solidFill>
              <a:latin typeface="Krona One"/>
              <a:ea typeface="Krona One"/>
              <a:cs typeface="Krona One"/>
              <a:sym typeface="Krona One"/>
            </a:endParaRPr>
          </a:p>
        </p:txBody>
      </p:sp>
      <p:sp>
        <p:nvSpPr>
          <p:cNvPr id="550" name="Google Shape;550;p42">
            <a:hlinkClick r:id="" action="ppaction://hlinkshowjump?jump=nextslide"/>
          </p:cNvPr>
          <p:cNvSpPr/>
          <p:nvPr/>
        </p:nvSpPr>
        <p:spPr>
          <a:xfrm>
            <a:off x="8490450" y="4647151"/>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42">
            <a:hlinkClick r:id="" action="ppaction://hlinkshowjump?jump=previousslide"/>
          </p:cNvPr>
          <p:cNvSpPr/>
          <p:nvPr/>
        </p:nvSpPr>
        <p:spPr>
          <a:xfrm rot="10800000">
            <a:off x="374425" y="4647151"/>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42"/>
          <p:cNvSpPr/>
          <p:nvPr/>
        </p:nvSpPr>
        <p:spPr>
          <a:xfrm>
            <a:off x="374425" y="243175"/>
            <a:ext cx="278100" cy="278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TextBox 9">
            <a:extLst>
              <a:ext uri="{FF2B5EF4-FFF2-40B4-BE49-F238E27FC236}">
                <a16:creationId xmlns:a16="http://schemas.microsoft.com/office/drawing/2014/main" id="{17FB23C8-7ED6-CA41-BE49-CAEF0DD5EC0A}"/>
              </a:ext>
            </a:extLst>
          </p:cNvPr>
          <p:cNvSpPr txBox="1"/>
          <p:nvPr/>
        </p:nvSpPr>
        <p:spPr>
          <a:xfrm>
            <a:off x="167701" y="2114220"/>
            <a:ext cx="2688829" cy="830997"/>
          </a:xfrm>
          <a:prstGeom prst="rect">
            <a:avLst/>
          </a:prstGeom>
          <a:noFill/>
        </p:spPr>
        <p:txBody>
          <a:bodyPr wrap="square">
            <a:spAutoFit/>
          </a:bodyPr>
          <a:lstStyle/>
          <a:p>
            <a:pPr marL="0" marR="0" lvl="0" indent="0" algn="r" rtl="1">
              <a:lnSpc>
                <a:spcPct val="100000"/>
              </a:lnSpc>
              <a:spcBef>
                <a:spcPts val="0"/>
              </a:spcBef>
              <a:spcAft>
                <a:spcPts val="1600"/>
              </a:spcAft>
              <a:buClr>
                <a:srgbClr val="000000"/>
              </a:buClr>
              <a:buFont typeface="Arial"/>
              <a:buNone/>
            </a:pPr>
            <a:r>
              <a:rPr lang="fa-IR" sz="4800">
                <a:solidFill>
                  <a:schemeClr val="accent1">
                    <a:lumMod val="60000"/>
                    <a:lumOff val="40000"/>
                  </a:schemeClr>
                </a:solidFill>
                <a:latin typeface="Lalezar" pitchFamily="2" charset="-78"/>
                <a:ea typeface="Arimo"/>
                <a:cs typeface="Lalezar" pitchFamily="2" charset="-78"/>
                <a:sym typeface="Arimo"/>
              </a:rPr>
              <a:t>بخش </a:t>
            </a:r>
            <a:r>
              <a:rPr lang="en-US" sz="4800">
                <a:solidFill>
                  <a:schemeClr val="accent1">
                    <a:lumMod val="60000"/>
                    <a:lumOff val="40000"/>
                  </a:schemeClr>
                </a:solidFill>
                <a:latin typeface="Lalezar" pitchFamily="2" charset="-78"/>
                <a:ea typeface="Arimo"/>
                <a:cs typeface="Lalezar" pitchFamily="2" charset="-78"/>
                <a:sym typeface="Arimo"/>
              </a:rPr>
              <a:t>س</a:t>
            </a:r>
            <a:r>
              <a:rPr lang="fa-IR" sz="4800">
                <a:solidFill>
                  <a:schemeClr val="accent1">
                    <a:lumMod val="60000"/>
                    <a:lumOff val="40000"/>
                  </a:schemeClr>
                </a:solidFill>
                <a:latin typeface="Lalezar" pitchFamily="2" charset="-78"/>
                <a:ea typeface="Arimo"/>
                <a:cs typeface="Lalezar" pitchFamily="2" charset="-78"/>
                <a:sym typeface="Arimo"/>
              </a:rPr>
              <a:t>وم </a:t>
            </a:r>
          </a:p>
        </p:txBody>
      </p:sp>
      <p:sp>
        <p:nvSpPr>
          <p:cNvPr id="12" name="TextBox 11">
            <a:extLst>
              <a:ext uri="{FF2B5EF4-FFF2-40B4-BE49-F238E27FC236}">
                <a16:creationId xmlns:a16="http://schemas.microsoft.com/office/drawing/2014/main" id="{CE83E4A3-4C12-2046-BB57-8FB358984467}"/>
              </a:ext>
            </a:extLst>
          </p:cNvPr>
          <p:cNvSpPr txBox="1"/>
          <p:nvPr/>
        </p:nvSpPr>
        <p:spPr>
          <a:xfrm>
            <a:off x="417387" y="2753137"/>
            <a:ext cx="6810152" cy="523220"/>
          </a:xfrm>
          <a:prstGeom prst="rect">
            <a:avLst/>
          </a:prstGeom>
          <a:noFill/>
        </p:spPr>
        <p:txBody>
          <a:bodyPr wrap="square">
            <a:spAutoFit/>
          </a:bodyPr>
          <a:lstStyle/>
          <a:p>
            <a:r>
              <a:rPr lang="fa-IR" sz="2800">
                <a:solidFill>
                  <a:schemeClr val="tx1"/>
                </a:solidFill>
                <a:latin typeface="Lalezar" pitchFamily="2" charset="-78"/>
                <a:cs typeface="Lalezar" pitchFamily="2" charset="-78"/>
              </a:rPr>
              <a:t>سیستم پیشنهاد‌دهی مشارکتی</a:t>
            </a:r>
            <a:endParaRPr lang="en-US" sz="2800">
              <a:solidFill>
                <a:schemeClr val="tx1"/>
              </a:solidFill>
            </a:endParaRPr>
          </a:p>
        </p:txBody>
      </p:sp>
      <p:sp>
        <p:nvSpPr>
          <p:cNvPr id="13" name="TextBox 12">
            <a:extLst>
              <a:ext uri="{FF2B5EF4-FFF2-40B4-BE49-F238E27FC236}">
                <a16:creationId xmlns:a16="http://schemas.microsoft.com/office/drawing/2014/main" id="{D5AE3D84-3FEA-4843-84D4-76DF0D2EB93F}"/>
              </a:ext>
            </a:extLst>
          </p:cNvPr>
          <p:cNvSpPr txBox="1"/>
          <p:nvPr/>
        </p:nvSpPr>
        <p:spPr>
          <a:xfrm>
            <a:off x="-4180754" y="3208618"/>
            <a:ext cx="6810152" cy="338554"/>
          </a:xfrm>
          <a:prstGeom prst="rect">
            <a:avLst/>
          </a:prstGeom>
          <a:noFill/>
        </p:spPr>
        <p:txBody>
          <a:bodyPr wrap="square">
            <a:spAutoFit/>
          </a:bodyPr>
          <a:lstStyle/>
          <a:p>
            <a:pPr algn="r" rtl="1"/>
            <a:r>
              <a:rPr lang="en-US" sz="1600">
                <a:solidFill>
                  <a:srgbClr val="D4F4E6"/>
                </a:solidFill>
                <a:latin typeface="Lalezar" pitchFamily="2" charset="-78"/>
                <a:cs typeface="Lalezar" pitchFamily="2" charset="-78"/>
              </a:rPr>
              <a:t>(Collaborative Filtering)</a:t>
            </a:r>
          </a:p>
        </p:txBody>
      </p:sp>
    </p:spTree>
    <p:extLst>
      <p:ext uri="{BB962C8B-B14F-4D97-AF65-F5344CB8AC3E}">
        <p14:creationId xmlns:p14="http://schemas.microsoft.com/office/powerpoint/2010/main" val="20819491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000"/>
                                        <p:tgtEl>
                                          <p:spTgt spid="12"/>
                                        </p:tgtEl>
                                      </p:cBhvr>
                                    </p:animEffect>
                                  </p:childTnLst>
                                </p:cTn>
                              </p:par>
                              <p:par>
                                <p:cTn id="11" presetID="10" presetClass="entr" presetSubtype="0" fill="hold" grpId="0" nodeType="withEffect">
                                  <p:stCondLst>
                                    <p:cond delay="100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82"/>
        <p:cNvGrpSpPr/>
        <p:nvPr/>
      </p:nvGrpSpPr>
      <p:grpSpPr>
        <a:xfrm>
          <a:off x="0" y="0"/>
          <a:ext cx="0" cy="0"/>
          <a:chOff x="0" y="0"/>
          <a:chExt cx="0" cy="0"/>
        </a:xfrm>
      </p:grpSpPr>
      <p:pic>
        <p:nvPicPr>
          <p:cNvPr id="1083" name="Google Shape;1083;p61"/>
          <p:cNvPicPr preferRelativeResize="0"/>
          <p:nvPr/>
        </p:nvPicPr>
        <p:blipFill rotWithShape="1">
          <a:blip r:embed="rId3">
            <a:alphaModFix amt="68000"/>
          </a:blip>
          <a:srcRect t="2606" b="2606"/>
          <a:stretch/>
        </p:blipFill>
        <p:spPr>
          <a:xfrm rot="-6573029">
            <a:off x="5154174" y="3358812"/>
            <a:ext cx="3145024" cy="3112177"/>
          </a:xfrm>
          <a:prstGeom prst="rect">
            <a:avLst/>
          </a:prstGeom>
          <a:noFill/>
          <a:ln>
            <a:noFill/>
          </a:ln>
        </p:spPr>
      </p:pic>
      <p:pic>
        <p:nvPicPr>
          <p:cNvPr id="1084" name="Google Shape;1084;p61"/>
          <p:cNvPicPr preferRelativeResize="0"/>
          <p:nvPr/>
        </p:nvPicPr>
        <p:blipFill rotWithShape="1">
          <a:blip r:embed="rId3">
            <a:alphaModFix amt="55000"/>
          </a:blip>
          <a:srcRect t="2606" b="2606"/>
          <a:stretch/>
        </p:blipFill>
        <p:spPr>
          <a:xfrm rot="-6573029">
            <a:off x="848149" y="-1684938"/>
            <a:ext cx="3145024" cy="3112177"/>
          </a:xfrm>
          <a:prstGeom prst="rect">
            <a:avLst/>
          </a:prstGeom>
          <a:noFill/>
          <a:ln>
            <a:noFill/>
          </a:ln>
        </p:spPr>
      </p:pic>
      <p:sp>
        <p:nvSpPr>
          <p:cNvPr id="1087" name="Google Shape;1087;p61"/>
          <p:cNvSpPr/>
          <p:nvPr/>
        </p:nvSpPr>
        <p:spPr>
          <a:xfrm>
            <a:off x="2710096" y="2037629"/>
            <a:ext cx="3586200" cy="17400"/>
          </a:xfrm>
          <a:prstGeom prst="rect">
            <a:avLst/>
          </a:prstGeom>
          <a:gradFill>
            <a:gsLst>
              <a:gs pos="0">
                <a:schemeClr val="accent2"/>
              </a:gs>
              <a:gs pos="40000">
                <a:schemeClr val="accent1"/>
              </a:gs>
              <a:gs pos="70000">
                <a:srgbClr val="7BA29E"/>
              </a:gs>
              <a:gs pos="100000">
                <a:schemeClr val="dk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61"/>
          <p:cNvSpPr txBox="1">
            <a:spLocks noGrp="1"/>
          </p:cNvSpPr>
          <p:nvPr>
            <p:ph type="subTitle" idx="2"/>
          </p:nvPr>
        </p:nvSpPr>
        <p:spPr>
          <a:xfrm rot="-5400000">
            <a:off x="-1528025" y="2403650"/>
            <a:ext cx="4047600" cy="315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Sugesstion System</a:t>
            </a:r>
            <a:endParaRPr/>
          </a:p>
        </p:txBody>
      </p:sp>
      <p:sp>
        <p:nvSpPr>
          <p:cNvPr id="1090" name="Google Shape;1090;p61"/>
          <p:cNvSpPr txBox="1"/>
          <p:nvPr/>
        </p:nvSpPr>
        <p:spPr>
          <a:xfrm>
            <a:off x="8394300" y="129000"/>
            <a:ext cx="470400" cy="514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Krona One"/>
                <a:ea typeface="Krona One"/>
                <a:cs typeface="Krona One"/>
                <a:sym typeface="Krona One"/>
              </a:rPr>
              <a:t>14</a:t>
            </a:r>
            <a:endParaRPr sz="1200">
              <a:solidFill>
                <a:schemeClr val="dk1"/>
              </a:solidFill>
              <a:latin typeface="Krona One"/>
              <a:ea typeface="Krona One"/>
              <a:cs typeface="Krona One"/>
              <a:sym typeface="Krona One"/>
            </a:endParaRPr>
          </a:p>
        </p:txBody>
      </p:sp>
      <p:sp>
        <p:nvSpPr>
          <p:cNvPr id="1091" name="Google Shape;1091;p61"/>
          <p:cNvSpPr/>
          <p:nvPr/>
        </p:nvSpPr>
        <p:spPr>
          <a:xfrm>
            <a:off x="355825" y="227100"/>
            <a:ext cx="315300" cy="315300"/>
          </a:xfrm>
          <a:prstGeom prst="diamond">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61">
            <a:hlinkClick r:id="" action="ppaction://hlinkshowjump?jump=nextslide"/>
          </p:cNvPr>
          <p:cNvSpPr/>
          <p:nvPr/>
        </p:nvSpPr>
        <p:spPr>
          <a:xfrm>
            <a:off x="8490450" y="4647151"/>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61">
            <a:hlinkClick r:id="" action="ppaction://hlinkshowjump?jump=previousslide"/>
          </p:cNvPr>
          <p:cNvSpPr/>
          <p:nvPr/>
        </p:nvSpPr>
        <p:spPr>
          <a:xfrm rot="10800000">
            <a:off x="374425" y="4647151"/>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Box 3">
            <a:extLst>
              <a:ext uri="{FF2B5EF4-FFF2-40B4-BE49-F238E27FC236}">
                <a16:creationId xmlns:a16="http://schemas.microsoft.com/office/drawing/2014/main" id="{E3D8BBB0-39E6-494C-A435-9D3530B54044}"/>
              </a:ext>
            </a:extLst>
          </p:cNvPr>
          <p:cNvSpPr txBox="1"/>
          <p:nvPr/>
        </p:nvSpPr>
        <p:spPr>
          <a:xfrm>
            <a:off x="1749077" y="882177"/>
            <a:ext cx="5508239" cy="1384995"/>
          </a:xfrm>
          <a:prstGeom prst="rect">
            <a:avLst/>
          </a:prstGeom>
          <a:noFill/>
        </p:spPr>
        <p:txBody>
          <a:bodyPr wrap="none" rtlCol="0">
            <a:spAutoFit/>
          </a:bodyPr>
          <a:lstStyle/>
          <a:p>
            <a:pPr algn="ctr" rtl="1">
              <a:lnSpc>
                <a:spcPct val="150000"/>
              </a:lnSpc>
            </a:pPr>
            <a:r>
              <a:rPr lang="fa-IR" b="0" i="0">
                <a:solidFill>
                  <a:schemeClr val="tx1"/>
                </a:solidFill>
                <a:effectLst/>
                <a:latin typeface="Lalezar" pitchFamily="2" charset="-78"/>
                <a:cs typeface="Lalezar" pitchFamily="2" charset="-78"/>
              </a:rPr>
              <a:t>سیستم‌های پیشنهاددهی نقش مهمی در بهبود تجربه کاربری در پلتفرم‌های مختلف دارند.</a:t>
            </a:r>
          </a:p>
          <a:p>
            <a:pPr algn="ctr" rtl="1">
              <a:lnSpc>
                <a:spcPct val="150000"/>
              </a:lnSpc>
            </a:pPr>
            <a:r>
              <a:rPr lang="fa-IR" b="0" i="0">
                <a:solidFill>
                  <a:schemeClr val="tx1"/>
                </a:solidFill>
                <a:effectLst/>
                <a:latin typeface="Lalezar" pitchFamily="2" charset="-78"/>
                <a:cs typeface="Lalezar" pitchFamily="2" charset="-78"/>
              </a:rPr>
              <a:t>این سیستم‌ها با تحلیل رفتار کاربران، پیشنهاداتی شخصی‌سازی‌شده ارائه می‌دهند.</a:t>
            </a:r>
          </a:p>
          <a:p>
            <a:pPr algn="ctr" rtl="1">
              <a:lnSpc>
                <a:spcPct val="150000"/>
              </a:lnSpc>
            </a:pPr>
            <a:r>
              <a:rPr lang="fa-IR" b="0" i="0">
                <a:solidFill>
                  <a:schemeClr val="tx1"/>
                </a:solidFill>
                <a:effectLst/>
                <a:latin typeface="Lalezar" pitchFamily="2" charset="-78"/>
                <a:cs typeface="Lalezar" pitchFamily="2" charset="-78"/>
              </a:rPr>
              <a:t>یکی از روش‌های پرکاربرد در این حوزه، فیلترینگ مشارکتی است.</a:t>
            </a:r>
          </a:p>
          <a:p>
            <a:pPr algn="ctr" rtl="1">
              <a:lnSpc>
                <a:spcPct val="150000"/>
              </a:lnSpc>
            </a:pPr>
            <a:endParaRPr lang="en-US">
              <a:solidFill>
                <a:schemeClr val="tx1"/>
              </a:solidFill>
              <a:latin typeface="Lalezar" pitchFamily="2" charset="-78"/>
              <a:cs typeface="Lalezar" pitchFamily="2" charset="-78"/>
            </a:endParaRPr>
          </a:p>
        </p:txBody>
      </p:sp>
      <p:pic>
        <p:nvPicPr>
          <p:cNvPr id="6" name="Picture 5">
            <a:extLst>
              <a:ext uri="{FF2B5EF4-FFF2-40B4-BE49-F238E27FC236}">
                <a16:creationId xmlns:a16="http://schemas.microsoft.com/office/drawing/2014/main" id="{4B91C3AC-8D27-F64F-8CC9-16C680EF1F78}"/>
              </a:ext>
            </a:extLst>
          </p:cNvPr>
          <p:cNvPicPr>
            <a:picLocks noChangeAspect="1"/>
          </p:cNvPicPr>
          <p:nvPr/>
        </p:nvPicPr>
        <p:blipFill>
          <a:blip r:embed="rId4"/>
          <a:stretch>
            <a:fillRect/>
          </a:stretch>
        </p:blipFill>
        <p:spPr>
          <a:xfrm>
            <a:off x="3021036" y="2209391"/>
            <a:ext cx="2777752" cy="2002179"/>
          </a:xfrm>
          <a:prstGeom prst="rect">
            <a:avLst/>
          </a:prstGeom>
          <a:ln>
            <a:noFill/>
          </a:ln>
          <a:effectLst>
            <a:softEdge rad="112500"/>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97"/>
        <p:cNvGrpSpPr/>
        <p:nvPr/>
      </p:nvGrpSpPr>
      <p:grpSpPr>
        <a:xfrm>
          <a:off x="0" y="0"/>
          <a:ext cx="0" cy="0"/>
          <a:chOff x="0" y="0"/>
          <a:chExt cx="0" cy="0"/>
        </a:xfrm>
      </p:grpSpPr>
      <p:sp>
        <p:nvSpPr>
          <p:cNvPr id="1195" name="Google Shape;1195;p62">
            <a:hlinkClick r:id="" action="ppaction://hlinkshowjump?jump=nextslide"/>
          </p:cNvPr>
          <p:cNvSpPr/>
          <p:nvPr/>
        </p:nvSpPr>
        <p:spPr>
          <a:xfrm>
            <a:off x="8490450" y="4647151"/>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62">
            <a:hlinkClick r:id="" action="ppaction://hlinkshowjump?jump=previousslide"/>
          </p:cNvPr>
          <p:cNvSpPr/>
          <p:nvPr/>
        </p:nvSpPr>
        <p:spPr>
          <a:xfrm rot="10800000">
            <a:off x="8116201" y="4647151"/>
            <a:ext cx="278099"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62"/>
          <p:cNvSpPr/>
          <p:nvPr/>
        </p:nvSpPr>
        <p:spPr>
          <a:xfrm>
            <a:off x="355825" y="237300"/>
            <a:ext cx="315300" cy="315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62"/>
          <p:cNvSpPr/>
          <p:nvPr/>
        </p:nvSpPr>
        <p:spPr>
          <a:xfrm flipV="1">
            <a:off x="6126442" y="1581958"/>
            <a:ext cx="2211932" cy="45719"/>
          </a:xfrm>
          <a:prstGeom prst="rect">
            <a:avLst/>
          </a:prstGeom>
          <a:gradFill>
            <a:gsLst>
              <a:gs pos="0">
                <a:schemeClr val="accent2"/>
              </a:gs>
              <a:gs pos="40000">
                <a:schemeClr val="accent1"/>
              </a:gs>
              <a:gs pos="70000">
                <a:srgbClr val="7BA29E"/>
              </a:gs>
              <a:gs pos="100000">
                <a:schemeClr val="dk2"/>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90;p61">
            <a:extLst>
              <a:ext uri="{FF2B5EF4-FFF2-40B4-BE49-F238E27FC236}">
                <a16:creationId xmlns:a16="http://schemas.microsoft.com/office/drawing/2014/main" id="{EE1EA5A1-8FD0-D142-AE11-253566BB5CA2}"/>
              </a:ext>
            </a:extLst>
          </p:cNvPr>
          <p:cNvSpPr txBox="1"/>
          <p:nvPr/>
        </p:nvSpPr>
        <p:spPr>
          <a:xfrm>
            <a:off x="8394300" y="129000"/>
            <a:ext cx="470400" cy="514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Krona One"/>
                <a:ea typeface="Krona One"/>
                <a:cs typeface="Krona One"/>
                <a:sym typeface="Krona One"/>
              </a:rPr>
              <a:t>15</a:t>
            </a:r>
            <a:endParaRPr sz="1200">
              <a:solidFill>
                <a:schemeClr val="dk1"/>
              </a:solidFill>
              <a:latin typeface="Krona One"/>
              <a:ea typeface="Krona One"/>
              <a:cs typeface="Krona One"/>
              <a:sym typeface="Krona One"/>
            </a:endParaRPr>
          </a:p>
        </p:txBody>
      </p:sp>
      <p:sp>
        <p:nvSpPr>
          <p:cNvPr id="110" name="TextBox 109">
            <a:extLst>
              <a:ext uri="{FF2B5EF4-FFF2-40B4-BE49-F238E27FC236}">
                <a16:creationId xmlns:a16="http://schemas.microsoft.com/office/drawing/2014/main" id="{F52C1370-ADDF-DB42-9525-FB25F1D2B3F6}"/>
              </a:ext>
            </a:extLst>
          </p:cNvPr>
          <p:cNvSpPr txBox="1"/>
          <p:nvPr/>
        </p:nvSpPr>
        <p:spPr>
          <a:xfrm>
            <a:off x="6089498" y="1201870"/>
            <a:ext cx="2586182" cy="400110"/>
          </a:xfrm>
          <a:prstGeom prst="rect">
            <a:avLst/>
          </a:prstGeom>
          <a:noFill/>
        </p:spPr>
        <p:txBody>
          <a:bodyPr wrap="square">
            <a:spAutoFit/>
          </a:bodyPr>
          <a:lstStyle/>
          <a:p>
            <a:pPr algn="l"/>
            <a:r>
              <a:rPr lang="fa-IR" sz="2000" i="0">
                <a:solidFill>
                  <a:srgbClr val="ECECEC"/>
                </a:solidFill>
                <a:effectLst/>
                <a:latin typeface="Lalezar" pitchFamily="2" charset="-78"/>
                <a:cs typeface="Lalezar" pitchFamily="2" charset="-78"/>
              </a:rPr>
              <a:t> تعریف فیلترینگ مشارکتی</a:t>
            </a:r>
          </a:p>
        </p:txBody>
      </p:sp>
      <p:sp>
        <p:nvSpPr>
          <p:cNvPr id="6" name="TextBox 5">
            <a:extLst>
              <a:ext uri="{FF2B5EF4-FFF2-40B4-BE49-F238E27FC236}">
                <a16:creationId xmlns:a16="http://schemas.microsoft.com/office/drawing/2014/main" id="{A8D2784F-C96D-7C46-837B-FCC17DDA0176}"/>
              </a:ext>
            </a:extLst>
          </p:cNvPr>
          <p:cNvSpPr txBox="1"/>
          <p:nvPr/>
        </p:nvSpPr>
        <p:spPr>
          <a:xfrm>
            <a:off x="369957" y="1709880"/>
            <a:ext cx="8070523" cy="523220"/>
          </a:xfrm>
          <a:prstGeom prst="rect">
            <a:avLst/>
          </a:prstGeom>
          <a:noFill/>
        </p:spPr>
        <p:txBody>
          <a:bodyPr wrap="square" rtlCol="0">
            <a:spAutoFit/>
          </a:bodyPr>
          <a:lstStyle/>
          <a:p>
            <a:pPr algn="r" rtl="1"/>
            <a:r>
              <a:rPr lang="fa-IR" b="0" i="0">
                <a:solidFill>
                  <a:srgbClr val="ECECEC"/>
                </a:solidFill>
                <a:effectLst/>
                <a:latin typeface="Lalezar" pitchFamily="2" charset="-78"/>
                <a:cs typeface="Lalezar" pitchFamily="2" charset="-78"/>
              </a:rPr>
              <a:t>فیلترینگ مشارکتی روشی است که به جای بررسی ویژگی‌های آیتم‌ها، رفتار و ترجیحات کاربران را تحلیل می‌کند. </a:t>
            </a:r>
            <a:endParaRPr lang="en-US" b="0" i="0">
              <a:solidFill>
                <a:srgbClr val="ECECEC"/>
              </a:solidFill>
              <a:effectLst/>
              <a:latin typeface="Lalezar" pitchFamily="2" charset="-78"/>
              <a:cs typeface="Lalezar" pitchFamily="2" charset="-78"/>
            </a:endParaRPr>
          </a:p>
          <a:p>
            <a:pPr algn="r" rtl="1"/>
            <a:r>
              <a:rPr lang="fa-IR" b="0" i="0">
                <a:solidFill>
                  <a:srgbClr val="ECECEC"/>
                </a:solidFill>
                <a:effectLst/>
                <a:latin typeface="Lalezar" pitchFamily="2" charset="-78"/>
                <a:cs typeface="Lalezar" pitchFamily="2" charset="-78"/>
              </a:rPr>
              <a:t>این روش با شناسایی الگوهای مشابه در رفتار کاربران، پیشنهاداتی را ارائه می‌دهد که احتمالاً برای کاربر مورد نظر جذاب خواهد بود.</a:t>
            </a:r>
          </a:p>
        </p:txBody>
      </p:sp>
      <p:pic>
        <p:nvPicPr>
          <p:cNvPr id="8" name="Picture 7">
            <a:extLst>
              <a:ext uri="{FF2B5EF4-FFF2-40B4-BE49-F238E27FC236}">
                <a16:creationId xmlns:a16="http://schemas.microsoft.com/office/drawing/2014/main" id="{CFF65952-6140-734F-BDE1-7316D1BFF6E4}"/>
              </a:ext>
            </a:extLst>
          </p:cNvPr>
          <p:cNvPicPr>
            <a:picLocks noChangeAspect="1"/>
          </p:cNvPicPr>
          <p:nvPr/>
        </p:nvPicPr>
        <p:blipFill>
          <a:blip r:embed="rId3"/>
          <a:stretch>
            <a:fillRect/>
          </a:stretch>
        </p:blipFill>
        <p:spPr>
          <a:xfrm>
            <a:off x="703520" y="2233100"/>
            <a:ext cx="3665457" cy="2070674"/>
          </a:xfrm>
          <a:prstGeom prst="rect">
            <a:avLst/>
          </a:prstGeom>
          <a:ln>
            <a:noFill/>
          </a:ln>
          <a:effectLst>
            <a:softEdge rad="112500"/>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dissolve">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16"/>
        <p:cNvGrpSpPr/>
        <p:nvPr/>
      </p:nvGrpSpPr>
      <p:grpSpPr>
        <a:xfrm>
          <a:off x="0" y="0"/>
          <a:ext cx="0" cy="0"/>
          <a:chOff x="0" y="0"/>
          <a:chExt cx="0" cy="0"/>
        </a:xfrm>
      </p:grpSpPr>
      <p:sp>
        <p:nvSpPr>
          <p:cNvPr id="1261" name="Google Shape;1261;p64"/>
          <p:cNvSpPr txBox="1">
            <a:spLocks noGrp="1"/>
          </p:cNvSpPr>
          <p:nvPr>
            <p:ph type="title" idx="15"/>
          </p:nvPr>
        </p:nvSpPr>
        <p:spPr>
          <a:xfrm>
            <a:off x="720000" y="542400"/>
            <a:ext cx="7704000" cy="571800"/>
          </a:xfrm>
          <a:prstGeom prst="rect">
            <a:avLst/>
          </a:prstGeom>
        </p:spPr>
        <p:txBody>
          <a:bodyPr spcFirstLastPara="1" wrap="square" lIns="91425" tIns="91425" rIns="91425" bIns="91425" anchor="t" anchorCtr="0">
            <a:noAutofit/>
          </a:bodyPr>
          <a:lstStyle/>
          <a:p>
            <a:r>
              <a:rPr lang="fa-IR" sz="2800" i="0">
                <a:solidFill>
                  <a:srgbClr val="ECECEC"/>
                </a:solidFill>
                <a:effectLst/>
                <a:latin typeface="Lalezar" pitchFamily="2" charset="-78"/>
                <a:cs typeface="Lalezar" pitchFamily="2" charset="-78"/>
              </a:rPr>
              <a:t>انواع فیلترینگ مشارکتی</a:t>
            </a:r>
          </a:p>
        </p:txBody>
      </p:sp>
      <p:sp>
        <p:nvSpPr>
          <p:cNvPr id="1270" name="Google Shape;1270;p64"/>
          <p:cNvSpPr txBox="1"/>
          <p:nvPr/>
        </p:nvSpPr>
        <p:spPr>
          <a:xfrm>
            <a:off x="8394300" y="129000"/>
            <a:ext cx="470400" cy="514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Krona One"/>
                <a:ea typeface="Krona One"/>
                <a:cs typeface="Krona One"/>
                <a:sym typeface="Krona One"/>
              </a:rPr>
              <a:t>16</a:t>
            </a:r>
            <a:endParaRPr sz="1200">
              <a:solidFill>
                <a:schemeClr val="dk1"/>
              </a:solidFill>
              <a:latin typeface="Krona One"/>
              <a:ea typeface="Krona One"/>
              <a:cs typeface="Krona One"/>
              <a:sym typeface="Krona One"/>
            </a:endParaRPr>
          </a:p>
        </p:txBody>
      </p:sp>
      <p:sp>
        <p:nvSpPr>
          <p:cNvPr id="1271" name="Google Shape;1271;p64"/>
          <p:cNvSpPr/>
          <p:nvPr/>
        </p:nvSpPr>
        <p:spPr>
          <a:xfrm>
            <a:off x="355825" y="227100"/>
            <a:ext cx="315300" cy="315300"/>
          </a:xfrm>
          <a:prstGeom prst="diamond">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64">
            <a:hlinkClick r:id="" action="ppaction://hlinkshowjump?jump=nextslide"/>
          </p:cNvPr>
          <p:cNvSpPr/>
          <p:nvPr/>
        </p:nvSpPr>
        <p:spPr>
          <a:xfrm>
            <a:off x="8490450" y="4647151"/>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64">
            <a:hlinkClick r:id="" action="ppaction://hlinkshowjump?jump=previousslide"/>
          </p:cNvPr>
          <p:cNvSpPr/>
          <p:nvPr/>
        </p:nvSpPr>
        <p:spPr>
          <a:xfrm rot="10800000">
            <a:off x="374425" y="4647151"/>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TextBox 25">
            <a:extLst>
              <a:ext uri="{FF2B5EF4-FFF2-40B4-BE49-F238E27FC236}">
                <a16:creationId xmlns:a16="http://schemas.microsoft.com/office/drawing/2014/main" id="{EBDCEBA4-31D8-5F45-9C25-B805D0E7A22B}"/>
              </a:ext>
            </a:extLst>
          </p:cNvPr>
          <p:cNvSpPr txBox="1"/>
          <p:nvPr/>
        </p:nvSpPr>
        <p:spPr>
          <a:xfrm>
            <a:off x="3782860" y="1357200"/>
            <a:ext cx="5081840" cy="338554"/>
          </a:xfrm>
          <a:prstGeom prst="rect">
            <a:avLst/>
          </a:prstGeom>
          <a:noFill/>
        </p:spPr>
        <p:txBody>
          <a:bodyPr wrap="none" rtlCol="0">
            <a:spAutoFit/>
          </a:bodyPr>
          <a:lstStyle/>
          <a:p>
            <a:pPr algn="r" rtl="1"/>
            <a:r>
              <a:rPr lang="fa-IR" sz="1600" i="0">
                <a:solidFill>
                  <a:srgbClr val="D4F4E6"/>
                </a:solidFill>
                <a:effectLst/>
                <a:latin typeface="Lalezar" pitchFamily="2" charset="-78"/>
                <a:cs typeface="Lalezar" pitchFamily="2" charset="-78"/>
              </a:rPr>
              <a:t> فیلترینگ مبتنی بر کاربران (</a:t>
            </a:r>
            <a:r>
              <a:rPr lang="en-US" sz="1600" i="0">
                <a:solidFill>
                  <a:srgbClr val="D4F4E6"/>
                </a:solidFill>
                <a:effectLst/>
                <a:latin typeface="Lalezar" pitchFamily="2" charset="-78"/>
                <a:cs typeface="Lalezar" pitchFamily="2" charset="-78"/>
              </a:rPr>
              <a:t>:(User-based Collaborative Filtering</a:t>
            </a:r>
            <a:endParaRPr lang="en-US" sz="1600">
              <a:solidFill>
                <a:srgbClr val="D4F4E6"/>
              </a:solidFill>
              <a:latin typeface="Lalezar" pitchFamily="2" charset="-78"/>
              <a:cs typeface="Lalezar" pitchFamily="2" charset="-78"/>
            </a:endParaRPr>
          </a:p>
        </p:txBody>
      </p:sp>
      <p:sp>
        <p:nvSpPr>
          <p:cNvPr id="27" name="TextBox 26">
            <a:extLst>
              <a:ext uri="{FF2B5EF4-FFF2-40B4-BE49-F238E27FC236}">
                <a16:creationId xmlns:a16="http://schemas.microsoft.com/office/drawing/2014/main" id="{9EAE9160-C634-374C-9403-11A35EA51541}"/>
              </a:ext>
            </a:extLst>
          </p:cNvPr>
          <p:cNvSpPr txBox="1"/>
          <p:nvPr/>
        </p:nvSpPr>
        <p:spPr>
          <a:xfrm>
            <a:off x="2133600" y="1578658"/>
            <a:ext cx="6731100" cy="954107"/>
          </a:xfrm>
          <a:prstGeom prst="rect">
            <a:avLst/>
          </a:prstGeom>
          <a:noFill/>
        </p:spPr>
        <p:txBody>
          <a:bodyPr wrap="square" rtlCol="0">
            <a:spAutoFit/>
          </a:bodyPr>
          <a:lstStyle/>
          <a:p>
            <a:pPr algn="r" rtl="1"/>
            <a:r>
              <a:rPr lang="fa-IR" b="0" i="0">
                <a:solidFill>
                  <a:schemeClr val="tx1"/>
                </a:solidFill>
                <a:effectLst/>
                <a:latin typeface="Lalezar" pitchFamily="2" charset="-78"/>
                <a:cs typeface="Lalezar" pitchFamily="2" charset="-78"/>
              </a:rPr>
              <a:t>این روش بر اساس شباهت بین کاربران، پیشنهادات را ارائه می‌دهد.</a:t>
            </a:r>
            <a:endParaRPr lang="en-US" b="0" i="0">
              <a:solidFill>
                <a:schemeClr val="tx1"/>
              </a:solidFill>
              <a:effectLst/>
              <a:latin typeface="Lalezar" pitchFamily="2" charset="-78"/>
              <a:cs typeface="Lalezar" pitchFamily="2" charset="-78"/>
            </a:endParaRPr>
          </a:p>
          <a:p>
            <a:pPr algn="r" rtl="1"/>
            <a:endParaRPr lang="fa-IR" b="0" i="0">
              <a:solidFill>
                <a:schemeClr val="tx1"/>
              </a:solidFill>
              <a:effectLst/>
              <a:latin typeface="Lalezar" pitchFamily="2" charset="-78"/>
              <a:cs typeface="Lalezar" pitchFamily="2" charset="-78"/>
            </a:endParaRPr>
          </a:p>
          <a:p>
            <a:pPr algn="r" rtl="1"/>
            <a:r>
              <a:rPr lang="fa-IR" b="0" i="0">
                <a:solidFill>
                  <a:schemeClr val="accent2">
                    <a:lumMod val="20000"/>
                    <a:lumOff val="80000"/>
                  </a:schemeClr>
                </a:solidFill>
                <a:effectLst/>
                <a:latin typeface="Lalezar" pitchFamily="2" charset="-78"/>
                <a:cs typeface="Lalezar" pitchFamily="2" charset="-78"/>
              </a:rPr>
              <a:t>مثال: </a:t>
            </a:r>
            <a:r>
              <a:rPr lang="fa-IR" b="0" i="0">
                <a:solidFill>
                  <a:schemeClr val="tx1"/>
                </a:solidFill>
                <a:effectLst/>
                <a:latin typeface="Lalezar" pitchFamily="2" charset="-78"/>
                <a:cs typeface="Lalezar" pitchFamily="2" charset="-78"/>
              </a:rPr>
              <a:t>اگر دو کاربر به فیلم‌های مشابهی علاقه‌مند باشند، فیلم‌های دیده شده توسط یکی اما ندیده شده توسط دیگری به او پیشنهاد می‌شود.</a:t>
            </a:r>
          </a:p>
        </p:txBody>
      </p:sp>
      <p:pic>
        <p:nvPicPr>
          <p:cNvPr id="29" name="Picture 28">
            <a:extLst>
              <a:ext uri="{FF2B5EF4-FFF2-40B4-BE49-F238E27FC236}">
                <a16:creationId xmlns:a16="http://schemas.microsoft.com/office/drawing/2014/main" id="{89970395-5D4A-064F-8A83-C45A1EB37E23}"/>
              </a:ext>
            </a:extLst>
          </p:cNvPr>
          <p:cNvPicPr>
            <a:picLocks noChangeAspect="1"/>
          </p:cNvPicPr>
          <p:nvPr/>
        </p:nvPicPr>
        <p:blipFill>
          <a:blip r:embed="rId3"/>
          <a:stretch>
            <a:fillRect/>
          </a:stretch>
        </p:blipFill>
        <p:spPr>
          <a:xfrm>
            <a:off x="987850" y="2436479"/>
            <a:ext cx="2475785" cy="1884619"/>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87" name="TextBox 86">
            <a:extLst>
              <a:ext uri="{FF2B5EF4-FFF2-40B4-BE49-F238E27FC236}">
                <a16:creationId xmlns:a16="http://schemas.microsoft.com/office/drawing/2014/main" id="{2A094599-F72A-4A48-8F6F-EE70D9DE8CED}"/>
              </a:ext>
            </a:extLst>
          </p:cNvPr>
          <p:cNvSpPr txBox="1"/>
          <p:nvPr/>
        </p:nvSpPr>
        <p:spPr>
          <a:xfrm>
            <a:off x="3918696" y="2827946"/>
            <a:ext cx="5033750" cy="338554"/>
          </a:xfrm>
          <a:prstGeom prst="rect">
            <a:avLst/>
          </a:prstGeom>
          <a:noFill/>
        </p:spPr>
        <p:txBody>
          <a:bodyPr wrap="none" rtlCol="0">
            <a:spAutoFit/>
          </a:bodyPr>
          <a:lstStyle/>
          <a:p>
            <a:pPr algn="r" rtl="1"/>
            <a:r>
              <a:rPr lang="fa-IR" sz="1600" i="0">
                <a:solidFill>
                  <a:srgbClr val="D4F4E6"/>
                </a:solidFill>
                <a:effectLst/>
                <a:latin typeface="Lalezar" pitchFamily="2" charset="-78"/>
                <a:cs typeface="Lalezar" pitchFamily="2" charset="-78"/>
              </a:rPr>
              <a:t> فیلترینگ مبتنی بر آیتم‌ها (</a:t>
            </a:r>
            <a:r>
              <a:rPr lang="en-US" sz="1600" i="0">
                <a:solidFill>
                  <a:srgbClr val="D4F4E6"/>
                </a:solidFill>
                <a:effectLst/>
                <a:latin typeface="Lalezar" pitchFamily="2" charset="-78"/>
                <a:cs typeface="Lalezar" pitchFamily="2" charset="-78"/>
              </a:rPr>
              <a:t>:(Item-based Collaborative Filtering</a:t>
            </a:r>
            <a:endParaRPr lang="en-US" sz="1200">
              <a:solidFill>
                <a:srgbClr val="D4F4E6"/>
              </a:solidFill>
              <a:latin typeface="Lalezar" pitchFamily="2" charset="-78"/>
              <a:cs typeface="Lalezar" pitchFamily="2" charset="-78"/>
            </a:endParaRPr>
          </a:p>
        </p:txBody>
      </p:sp>
      <p:sp>
        <p:nvSpPr>
          <p:cNvPr id="88" name="TextBox 87">
            <a:extLst>
              <a:ext uri="{FF2B5EF4-FFF2-40B4-BE49-F238E27FC236}">
                <a16:creationId xmlns:a16="http://schemas.microsoft.com/office/drawing/2014/main" id="{C4C94838-90F4-3048-B6EA-561B349B3DD0}"/>
              </a:ext>
            </a:extLst>
          </p:cNvPr>
          <p:cNvSpPr txBox="1"/>
          <p:nvPr/>
        </p:nvSpPr>
        <p:spPr>
          <a:xfrm>
            <a:off x="3546764" y="3078817"/>
            <a:ext cx="5405682" cy="954107"/>
          </a:xfrm>
          <a:prstGeom prst="rect">
            <a:avLst/>
          </a:prstGeom>
          <a:noFill/>
        </p:spPr>
        <p:txBody>
          <a:bodyPr wrap="square" rtlCol="0">
            <a:spAutoFit/>
          </a:bodyPr>
          <a:lstStyle/>
          <a:p>
            <a:pPr algn="r" rtl="1"/>
            <a:r>
              <a:rPr lang="fa-IR" b="0" i="0">
                <a:solidFill>
                  <a:srgbClr val="ECECEC"/>
                </a:solidFill>
                <a:effectLst/>
                <a:latin typeface="Lalezar" pitchFamily="2" charset="-78"/>
                <a:cs typeface="Lalezar" pitchFamily="2" charset="-78"/>
              </a:rPr>
              <a:t>این روش بر اساس شباهت بین آیتم‌ها، پیشنهادات را ارائه می‌دهد.</a:t>
            </a:r>
            <a:endParaRPr lang="en-US" b="0" i="0">
              <a:solidFill>
                <a:srgbClr val="ECECEC"/>
              </a:solidFill>
              <a:effectLst/>
              <a:latin typeface="Lalezar" pitchFamily="2" charset="-78"/>
              <a:cs typeface="Lalezar" pitchFamily="2" charset="-78"/>
            </a:endParaRPr>
          </a:p>
          <a:p>
            <a:pPr algn="r" rtl="1"/>
            <a:endParaRPr lang="fa-IR" b="0" i="0">
              <a:solidFill>
                <a:srgbClr val="ECECEC"/>
              </a:solidFill>
              <a:effectLst/>
              <a:latin typeface="Lalezar" pitchFamily="2" charset="-78"/>
              <a:cs typeface="Lalezar" pitchFamily="2" charset="-78"/>
            </a:endParaRPr>
          </a:p>
          <a:p>
            <a:pPr algn="r" rtl="1"/>
            <a:r>
              <a:rPr lang="fa-IR" b="0" i="0">
                <a:solidFill>
                  <a:schemeClr val="accent2">
                    <a:lumMod val="20000"/>
                    <a:lumOff val="80000"/>
                  </a:schemeClr>
                </a:solidFill>
                <a:effectLst/>
                <a:latin typeface="Lalezar" pitchFamily="2" charset="-78"/>
                <a:cs typeface="Lalezar" pitchFamily="2" charset="-78"/>
              </a:rPr>
              <a:t>مثال: </a:t>
            </a:r>
            <a:r>
              <a:rPr lang="fa-IR" b="0" i="0">
                <a:solidFill>
                  <a:srgbClr val="ECECEC"/>
                </a:solidFill>
                <a:effectLst/>
                <a:latin typeface="Lalezar" pitchFamily="2" charset="-78"/>
                <a:cs typeface="Lalezar" pitchFamily="2" charset="-78"/>
              </a:rPr>
              <a:t>اگر یک کاربر به یک فیلم خاص علاقه‌مند باشد، فیلم‌های مشابه به آن فیلم به او پیشنهاد می‌شود.</a:t>
            </a:r>
          </a:p>
        </p:txBody>
      </p:sp>
      <p:pic>
        <p:nvPicPr>
          <p:cNvPr id="89" name="Google Shape;1401;p68">
            <a:extLst>
              <a:ext uri="{FF2B5EF4-FFF2-40B4-BE49-F238E27FC236}">
                <a16:creationId xmlns:a16="http://schemas.microsoft.com/office/drawing/2014/main" id="{367E4D07-3520-E14B-A7C2-FE6CC978CD19}"/>
              </a:ext>
            </a:extLst>
          </p:cNvPr>
          <p:cNvPicPr preferRelativeResize="0"/>
          <p:nvPr/>
        </p:nvPicPr>
        <p:blipFill rotWithShape="1">
          <a:blip r:embed="rId4">
            <a:alphaModFix amt="58000"/>
          </a:blip>
          <a:srcRect l="1295" r="1285"/>
          <a:stretch/>
        </p:blipFill>
        <p:spPr>
          <a:xfrm rot="17287221">
            <a:off x="-1311359" y="987064"/>
            <a:ext cx="2285697" cy="2261816"/>
          </a:xfrm>
          <a:prstGeom prst="rect">
            <a:avLst/>
          </a:prstGeom>
          <a:noFill/>
          <a:ln>
            <a:noFill/>
          </a:ln>
        </p:spPr>
      </p:pic>
      <p:pic>
        <p:nvPicPr>
          <p:cNvPr id="90" name="Google Shape;1400;p68">
            <a:extLst>
              <a:ext uri="{FF2B5EF4-FFF2-40B4-BE49-F238E27FC236}">
                <a16:creationId xmlns:a16="http://schemas.microsoft.com/office/drawing/2014/main" id="{1A3A1FE0-37E0-DB4A-AE8B-C3CE22FCA44D}"/>
              </a:ext>
            </a:extLst>
          </p:cNvPr>
          <p:cNvPicPr preferRelativeResize="0"/>
          <p:nvPr/>
        </p:nvPicPr>
        <p:blipFill rotWithShape="1">
          <a:blip r:embed="rId5">
            <a:alphaModFix amt="58000"/>
          </a:blip>
          <a:srcRect l="179" r="179"/>
          <a:stretch/>
        </p:blipFill>
        <p:spPr>
          <a:xfrm rot="7205838">
            <a:off x="4552191" y="-1059475"/>
            <a:ext cx="2548268" cy="1736372"/>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par>
                          <p:cTn id="8" fill="hold">
                            <p:stCondLst>
                              <p:cond delay="500"/>
                            </p:stCondLst>
                            <p:childTnLst>
                              <p:par>
                                <p:cTn id="9" presetID="10" presetClass="entr" presetSubtype="0" fill="hold" grpId="0" nodeType="afterEffect">
                                  <p:stCondLst>
                                    <p:cond delay="50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500"/>
                                        <p:tgtEl>
                                          <p:spTgt spid="27"/>
                                        </p:tgtEl>
                                      </p:cBhvr>
                                    </p:animEffect>
                                  </p:childTnLst>
                                </p:cTn>
                              </p:par>
                            </p:childTnLst>
                          </p:cTn>
                        </p:par>
                        <p:par>
                          <p:cTn id="12" fill="hold">
                            <p:stCondLst>
                              <p:cond delay="1500"/>
                            </p:stCondLst>
                            <p:childTnLst>
                              <p:par>
                                <p:cTn id="13" presetID="10" presetClass="entr" presetSubtype="0" fill="hold" grpId="0" nodeType="afterEffect">
                                  <p:stCondLst>
                                    <p:cond delay="1000"/>
                                  </p:stCondLst>
                                  <p:childTnLst>
                                    <p:set>
                                      <p:cBhvr>
                                        <p:cTn id="14" dur="1" fill="hold">
                                          <p:stCondLst>
                                            <p:cond delay="0"/>
                                          </p:stCondLst>
                                        </p:cTn>
                                        <p:tgtEl>
                                          <p:spTgt spid="87"/>
                                        </p:tgtEl>
                                        <p:attrNameLst>
                                          <p:attrName>style.visibility</p:attrName>
                                        </p:attrNameLst>
                                      </p:cBhvr>
                                      <p:to>
                                        <p:strVal val="visible"/>
                                      </p:to>
                                    </p:set>
                                    <p:animEffect transition="in" filter="fade">
                                      <p:cBhvr>
                                        <p:cTn id="15" dur="500"/>
                                        <p:tgtEl>
                                          <p:spTgt spid="87"/>
                                        </p:tgtEl>
                                      </p:cBhvr>
                                    </p:animEffect>
                                  </p:childTnLst>
                                </p:cTn>
                              </p:par>
                            </p:childTnLst>
                          </p:cTn>
                        </p:par>
                        <p:par>
                          <p:cTn id="16" fill="hold">
                            <p:stCondLst>
                              <p:cond delay="3000"/>
                            </p:stCondLst>
                            <p:childTnLst>
                              <p:par>
                                <p:cTn id="17" presetID="10" presetClass="entr" presetSubtype="0" fill="hold" grpId="0" nodeType="afterEffect">
                                  <p:stCondLst>
                                    <p:cond delay="500"/>
                                  </p:stCondLst>
                                  <p:childTnLst>
                                    <p:set>
                                      <p:cBhvr>
                                        <p:cTn id="18" dur="1" fill="hold">
                                          <p:stCondLst>
                                            <p:cond delay="0"/>
                                          </p:stCondLst>
                                        </p:cTn>
                                        <p:tgtEl>
                                          <p:spTgt spid="88"/>
                                        </p:tgtEl>
                                        <p:attrNameLst>
                                          <p:attrName>style.visibility</p:attrName>
                                        </p:attrNameLst>
                                      </p:cBhvr>
                                      <p:to>
                                        <p:strVal val="visible"/>
                                      </p:to>
                                    </p:set>
                                    <p:animEffect transition="in" filter="fade">
                                      <p:cBhvr>
                                        <p:cTn id="19" dur="500"/>
                                        <p:tgtEl>
                                          <p:spTgt spid="88"/>
                                        </p:tgtEl>
                                      </p:cBhvr>
                                    </p:animEffect>
                                  </p:childTnLst>
                                </p:cTn>
                              </p:par>
                            </p:childTnLst>
                          </p:cTn>
                        </p:par>
                        <p:par>
                          <p:cTn id="20" fill="hold">
                            <p:stCondLst>
                              <p:cond delay="4000"/>
                            </p:stCondLst>
                            <p:childTnLst>
                              <p:par>
                                <p:cTn id="21" presetID="22" presetClass="entr" presetSubtype="4" fill="hold" nodeType="afterEffect">
                                  <p:stCondLst>
                                    <p:cond delay="1000"/>
                                  </p:stCondLst>
                                  <p:childTnLst>
                                    <p:set>
                                      <p:cBhvr>
                                        <p:cTn id="22" dur="1" fill="hold">
                                          <p:stCondLst>
                                            <p:cond delay="0"/>
                                          </p:stCondLst>
                                        </p:cTn>
                                        <p:tgtEl>
                                          <p:spTgt spid="29"/>
                                        </p:tgtEl>
                                        <p:attrNameLst>
                                          <p:attrName>style.visibility</p:attrName>
                                        </p:attrNameLst>
                                      </p:cBhvr>
                                      <p:to>
                                        <p:strVal val="visible"/>
                                      </p:to>
                                    </p:set>
                                    <p:animEffect transition="in" filter="wipe(down)">
                                      <p:cBhvr>
                                        <p:cTn id="2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87" grpId="0"/>
      <p:bldP spid="8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Google Shape;1377;p68">
            <a:hlinkClick r:id="" action="ppaction://hlinkshowjump?jump=nextslide"/>
            <a:extLst>
              <a:ext uri="{FF2B5EF4-FFF2-40B4-BE49-F238E27FC236}">
                <a16:creationId xmlns:a16="http://schemas.microsoft.com/office/drawing/2014/main" id="{0F950E53-D7B6-E543-81AA-D393E6C40218}"/>
              </a:ext>
            </a:extLst>
          </p:cNvPr>
          <p:cNvSpPr/>
          <p:nvPr/>
        </p:nvSpPr>
        <p:spPr>
          <a:xfrm>
            <a:off x="8490450" y="4647151"/>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378;p68">
            <a:hlinkClick r:id="" action="ppaction://hlinkshowjump?jump=previousslide"/>
            <a:extLst>
              <a:ext uri="{FF2B5EF4-FFF2-40B4-BE49-F238E27FC236}">
                <a16:creationId xmlns:a16="http://schemas.microsoft.com/office/drawing/2014/main" id="{AA9A5BAC-5F6B-2749-8D96-B34B2BFFAB8B}"/>
              </a:ext>
            </a:extLst>
          </p:cNvPr>
          <p:cNvSpPr/>
          <p:nvPr/>
        </p:nvSpPr>
        <p:spPr>
          <a:xfrm rot="10800000">
            <a:off x="374425" y="4647151"/>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379;p68">
            <a:extLst>
              <a:ext uri="{FF2B5EF4-FFF2-40B4-BE49-F238E27FC236}">
                <a16:creationId xmlns:a16="http://schemas.microsoft.com/office/drawing/2014/main" id="{36A3DFE8-54A1-FE43-B81B-9C537A7D507A}"/>
              </a:ext>
            </a:extLst>
          </p:cNvPr>
          <p:cNvSpPr txBox="1"/>
          <p:nvPr/>
        </p:nvSpPr>
        <p:spPr>
          <a:xfrm>
            <a:off x="8394300" y="129000"/>
            <a:ext cx="470400" cy="514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Krona One"/>
                <a:ea typeface="Krona One"/>
                <a:cs typeface="Krona One"/>
                <a:sym typeface="Krona One"/>
              </a:rPr>
              <a:t>17</a:t>
            </a:r>
            <a:endParaRPr sz="1200">
              <a:solidFill>
                <a:schemeClr val="dk1"/>
              </a:solidFill>
              <a:latin typeface="Krona One"/>
              <a:ea typeface="Krona One"/>
              <a:cs typeface="Krona One"/>
              <a:sym typeface="Krona One"/>
            </a:endParaRPr>
          </a:p>
        </p:txBody>
      </p:sp>
      <p:sp>
        <p:nvSpPr>
          <p:cNvPr id="18" name="Google Shape;1380;p68">
            <a:extLst>
              <a:ext uri="{FF2B5EF4-FFF2-40B4-BE49-F238E27FC236}">
                <a16:creationId xmlns:a16="http://schemas.microsoft.com/office/drawing/2014/main" id="{346E53BA-12C4-C040-9FFD-37C7F05221F6}"/>
              </a:ext>
            </a:extLst>
          </p:cNvPr>
          <p:cNvSpPr/>
          <p:nvPr/>
        </p:nvSpPr>
        <p:spPr>
          <a:xfrm>
            <a:off x="355825" y="237300"/>
            <a:ext cx="315300" cy="315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 name="Google Shape;1400;p68">
            <a:extLst>
              <a:ext uri="{FF2B5EF4-FFF2-40B4-BE49-F238E27FC236}">
                <a16:creationId xmlns:a16="http://schemas.microsoft.com/office/drawing/2014/main" id="{F585DF87-57DB-5444-A143-34B5651FC8AD}"/>
              </a:ext>
            </a:extLst>
          </p:cNvPr>
          <p:cNvPicPr preferRelativeResize="0"/>
          <p:nvPr/>
        </p:nvPicPr>
        <p:blipFill rotWithShape="1">
          <a:blip r:embed="rId2">
            <a:alphaModFix amt="58000"/>
          </a:blip>
          <a:srcRect l="179" r="179"/>
          <a:stretch/>
        </p:blipFill>
        <p:spPr>
          <a:xfrm rot="7205838">
            <a:off x="948773" y="-1041266"/>
            <a:ext cx="3073644" cy="3041547"/>
          </a:xfrm>
          <a:prstGeom prst="rect">
            <a:avLst/>
          </a:prstGeom>
          <a:noFill/>
          <a:ln>
            <a:noFill/>
          </a:ln>
        </p:spPr>
      </p:pic>
      <p:pic>
        <p:nvPicPr>
          <p:cNvPr id="20" name="Google Shape;1401;p68">
            <a:extLst>
              <a:ext uri="{FF2B5EF4-FFF2-40B4-BE49-F238E27FC236}">
                <a16:creationId xmlns:a16="http://schemas.microsoft.com/office/drawing/2014/main" id="{A1604E2A-C60B-1544-8AB8-AF2C08F40597}"/>
              </a:ext>
            </a:extLst>
          </p:cNvPr>
          <p:cNvPicPr preferRelativeResize="0"/>
          <p:nvPr/>
        </p:nvPicPr>
        <p:blipFill rotWithShape="1">
          <a:blip r:embed="rId3">
            <a:alphaModFix amt="58000"/>
          </a:blip>
          <a:srcRect l="1295" r="1285"/>
          <a:stretch/>
        </p:blipFill>
        <p:spPr>
          <a:xfrm rot="17287221">
            <a:off x="-1060685" y="2285642"/>
            <a:ext cx="2285697" cy="2261816"/>
          </a:xfrm>
          <a:prstGeom prst="rect">
            <a:avLst/>
          </a:prstGeom>
          <a:noFill/>
          <a:ln>
            <a:noFill/>
          </a:ln>
        </p:spPr>
      </p:pic>
      <p:pic>
        <p:nvPicPr>
          <p:cNvPr id="21" name="Google Shape;1402;p68">
            <a:extLst>
              <a:ext uri="{FF2B5EF4-FFF2-40B4-BE49-F238E27FC236}">
                <a16:creationId xmlns:a16="http://schemas.microsoft.com/office/drawing/2014/main" id="{FBFA337C-B8DD-504F-B951-EB6BEBB22224}"/>
              </a:ext>
            </a:extLst>
          </p:cNvPr>
          <p:cNvPicPr preferRelativeResize="0"/>
          <p:nvPr/>
        </p:nvPicPr>
        <p:blipFill rotWithShape="1">
          <a:blip r:embed="rId3">
            <a:alphaModFix amt="52000"/>
          </a:blip>
          <a:srcRect l="1295" r="1285"/>
          <a:stretch/>
        </p:blipFill>
        <p:spPr>
          <a:xfrm rot="7074405">
            <a:off x="7505574" y="789809"/>
            <a:ext cx="2023700" cy="2002557"/>
          </a:xfrm>
          <a:prstGeom prst="rect">
            <a:avLst/>
          </a:prstGeom>
          <a:noFill/>
          <a:ln>
            <a:noFill/>
          </a:ln>
        </p:spPr>
      </p:pic>
      <p:sp>
        <p:nvSpPr>
          <p:cNvPr id="22" name="TextBox 21">
            <a:extLst>
              <a:ext uri="{FF2B5EF4-FFF2-40B4-BE49-F238E27FC236}">
                <a16:creationId xmlns:a16="http://schemas.microsoft.com/office/drawing/2014/main" id="{9FC6FFD7-44B6-1042-B52A-D0CA86E4C39D}"/>
              </a:ext>
            </a:extLst>
          </p:cNvPr>
          <p:cNvSpPr txBox="1"/>
          <p:nvPr/>
        </p:nvSpPr>
        <p:spPr>
          <a:xfrm>
            <a:off x="5486400" y="3657600"/>
            <a:ext cx="184731" cy="307777"/>
          </a:xfrm>
          <a:prstGeom prst="rect">
            <a:avLst/>
          </a:prstGeom>
          <a:noFill/>
        </p:spPr>
        <p:txBody>
          <a:bodyPr wrap="none" rtlCol="0">
            <a:spAutoFit/>
          </a:bodyPr>
          <a:lstStyle/>
          <a:p>
            <a:endParaRPr lang="en-US"/>
          </a:p>
        </p:txBody>
      </p:sp>
      <p:sp>
        <p:nvSpPr>
          <p:cNvPr id="24" name="TextBox 23">
            <a:extLst>
              <a:ext uri="{FF2B5EF4-FFF2-40B4-BE49-F238E27FC236}">
                <a16:creationId xmlns:a16="http://schemas.microsoft.com/office/drawing/2014/main" id="{749AED1A-F2CD-ED45-B5EB-10516DDD122C}"/>
              </a:ext>
            </a:extLst>
          </p:cNvPr>
          <p:cNvSpPr txBox="1"/>
          <p:nvPr/>
        </p:nvSpPr>
        <p:spPr>
          <a:xfrm>
            <a:off x="4213568" y="1370802"/>
            <a:ext cx="776175" cy="400110"/>
          </a:xfrm>
          <a:prstGeom prst="rect">
            <a:avLst/>
          </a:prstGeom>
          <a:noFill/>
        </p:spPr>
        <p:txBody>
          <a:bodyPr wrap="none" rtlCol="0">
            <a:spAutoFit/>
          </a:bodyPr>
          <a:lstStyle/>
          <a:p>
            <a:r>
              <a:rPr lang="fa-IR" sz="2000">
                <a:solidFill>
                  <a:schemeClr val="accent2">
                    <a:lumMod val="20000"/>
                    <a:lumOff val="80000"/>
                  </a:schemeClr>
                </a:solidFill>
                <a:latin typeface="Lalezar" pitchFamily="2" charset="-78"/>
                <a:cs typeface="Lalezar" pitchFamily="2" charset="-78"/>
              </a:rPr>
              <a:t>مثال : </a:t>
            </a:r>
            <a:endParaRPr lang="en-US" sz="2000">
              <a:solidFill>
                <a:schemeClr val="accent2">
                  <a:lumMod val="20000"/>
                  <a:lumOff val="80000"/>
                </a:schemeClr>
              </a:solidFill>
              <a:latin typeface="Lalezar" pitchFamily="2" charset="-78"/>
              <a:cs typeface="Lalezar" pitchFamily="2" charset="-78"/>
            </a:endParaRPr>
          </a:p>
        </p:txBody>
      </p:sp>
      <p:sp>
        <p:nvSpPr>
          <p:cNvPr id="25" name="TextBox 24">
            <a:extLst>
              <a:ext uri="{FF2B5EF4-FFF2-40B4-BE49-F238E27FC236}">
                <a16:creationId xmlns:a16="http://schemas.microsoft.com/office/drawing/2014/main" id="{73FD4719-5007-1340-8B08-C2AAD10DC717}"/>
              </a:ext>
            </a:extLst>
          </p:cNvPr>
          <p:cNvSpPr txBox="1"/>
          <p:nvPr/>
        </p:nvSpPr>
        <p:spPr>
          <a:xfrm>
            <a:off x="2485595" y="1695208"/>
            <a:ext cx="4360217" cy="584775"/>
          </a:xfrm>
          <a:prstGeom prst="rect">
            <a:avLst/>
          </a:prstGeom>
          <a:noFill/>
        </p:spPr>
        <p:txBody>
          <a:bodyPr wrap="square" rtlCol="0">
            <a:spAutoFit/>
          </a:bodyPr>
          <a:lstStyle/>
          <a:p>
            <a:pPr marR="0" algn="ctr" rtl="1">
              <a:lnSpc>
                <a:spcPct val="100000"/>
              </a:lnSpc>
              <a:spcBef>
                <a:spcPts val="0"/>
              </a:spcBef>
              <a:spcAft>
                <a:spcPts val="0"/>
              </a:spcAft>
              <a:buClr>
                <a:srgbClr val="000000"/>
              </a:buClr>
              <a:buFont typeface="Arial"/>
            </a:pPr>
            <a:r>
              <a:rPr lang="fa-IR" sz="1600" b="0" i="0">
                <a:solidFill>
                  <a:srgbClr val="ECECEC"/>
                </a:solidFill>
                <a:effectLst/>
                <a:latin typeface="Lalezar" pitchFamily="2" charset="-78"/>
                <a:cs typeface="Lalezar" pitchFamily="2" charset="-78"/>
              </a:rPr>
              <a:t>در سرویس پخش آنلاین نتفلیکس، از فیلترینگ مشارکتی برای پیشنهاد فیلم‌ها به کاربران استفاده می‌شود.</a:t>
            </a:r>
            <a:endParaRPr lang="en-US" sz="1600">
              <a:latin typeface="Lalezar" pitchFamily="2" charset="-78"/>
              <a:cs typeface="Lalezar" pitchFamily="2" charset="-78"/>
            </a:endParaRPr>
          </a:p>
        </p:txBody>
      </p:sp>
      <p:sp>
        <p:nvSpPr>
          <p:cNvPr id="26" name="TextBox 25">
            <a:extLst>
              <a:ext uri="{FF2B5EF4-FFF2-40B4-BE49-F238E27FC236}">
                <a16:creationId xmlns:a16="http://schemas.microsoft.com/office/drawing/2014/main" id="{AEEEA091-B1F7-4845-B7B2-62DCCBA7D63C}"/>
              </a:ext>
            </a:extLst>
          </p:cNvPr>
          <p:cNvSpPr txBox="1"/>
          <p:nvPr/>
        </p:nvSpPr>
        <p:spPr>
          <a:xfrm>
            <a:off x="1705415" y="2382243"/>
            <a:ext cx="6150914" cy="1077218"/>
          </a:xfrm>
          <a:prstGeom prst="rect">
            <a:avLst/>
          </a:prstGeom>
          <a:noFill/>
        </p:spPr>
        <p:txBody>
          <a:bodyPr wrap="square" rtlCol="0">
            <a:spAutoFit/>
          </a:bodyPr>
          <a:lstStyle/>
          <a:p>
            <a:pPr algn="ctr" rtl="1"/>
            <a:r>
              <a:rPr lang="fa-IR" sz="1600" b="0" i="0">
                <a:solidFill>
                  <a:srgbClr val="D4F4E6"/>
                </a:solidFill>
                <a:effectLst/>
                <a:latin typeface="Lalezar" pitchFamily="2" charset="-78"/>
                <a:cs typeface="Lalezar" pitchFamily="2" charset="-78"/>
              </a:rPr>
              <a:t>اگر کاربر </a:t>
            </a:r>
            <a:r>
              <a:rPr lang="en-US" sz="1600" b="0" i="0">
                <a:solidFill>
                  <a:srgbClr val="D4F4E6"/>
                </a:solidFill>
                <a:effectLst/>
                <a:latin typeface="Lalezar" pitchFamily="2" charset="-78"/>
                <a:cs typeface="Lalezar" pitchFamily="2" charset="-78"/>
              </a:rPr>
              <a:t>A </a:t>
            </a:r>
            <a:r>
              <a:rPr lang="fa-IR" sz="1600" b="0" i="0">
                <a:solidFill>
                  <a:srgbClr val="D4F4E6"/>
                </a:solidFill>
                <a:effectLst/>
                <a:latin typeface="Lalezar" pitchFamily="2" charset="-78"/>
                <a:cs typeface="Lalezar" pitchFamily="2" charset="-78"/>
              </a:rPr>
              <a:t> به فیلم‌های اکشن علاقه‌مند باشد و کاربر </a:t>
            </a:r>
            <a:r>
              <a:rPr lang="en-US" sz="1600" b="0" i="0">
                <a:solidFill>
                  <a:srgbClr val="D4F4E6"/>
                </a:solidFill>
                <a:effectLst/>
                <a:latin typeface="Lalezar" pitchFamily="2" charset="-78"/>
                <a:cs typeface="Lalezar" pitchFamily="2" charset="-78"/>
              </a:rPr>
              <a:t>B </a:t>
            </a:r>
            <a:r>
              <a:rPr lang="fa-IR" sz="1600" b="0" i="0">
                <a:solidFill>
                  <a:srgbClr val="D4F4E6"/>
                </a:solidFill>
                <a:effectLst/>
                <a:latin typeface="Lalezar" pitchFamily="2" charset="-78"/>
                <a:cs typeface="Lalezar" pitchFamily="2" charset="-78"/>
              </a:rPr>
              <a:t> نیز به همین ژانر علاقه داشته باشد اما فیلم "</a:t>
            </a:r>
            <a:r>
              <a:rPr lang="en-US" sz="1600" b="0" i="0">
                <a:solidFill>
                  <a:srgbClr val="D4F4E6"/>
                </a:solidFill>
                <a:effectLst/>
                <a:latin typeface="Lalezar" pitchFamily="2" charset="-78"/>
                <a:cs typeface="Lalezar" pitchFamily="2" charset="-78"/>
              </a:rPr>
              <a:t> " Mad Max</a:t>
            </a:r>
            <a:r>
              <a:rPr lang="fa-IR" sz="1600" b="0" i="0">
                <a:solidFill>
                  <a:srgbClr val="D4F4E6"/>
                </a:solidFill>
                <a:effectLst/>
                <a:latin typeface="Lalezar" pitchFamily="2" charset="-78"/>
                <a:cs typeface="Lalezar" pitchFamily="2" charset="-78"/>
              </a:rPr>
              <a:t>را ندیده باشد، این فیلم به کاربر </a:t>
            </a:r>
            <a:r>
              <a:rPr lang="en-US" sz="1600" b="0" i="0">
                <a:solidFill>
                  <a:srgbClr val="D4F4E6"/>
                </a:solidFill>
                <a:effectLst/>
                <a:latin typeface="Lalezar" pitchFamily="2" charset="-78"/>
                <a:cs typeface="Lalezar" pitchFamily="2" charset="-78"/>
              </a:rPr>
              <a:t>B </a:t>
            </a:r>
            <a:r>
              <a:rPr lang="fa-IR" sz="1600" b="0" i="0">
                <a:solidFill>
                  <a:srgbClr val="D4F4E6"/>
                </a:solidFill>
                <a:effectLst/>
                <a:latin typeface="Lalezar" pitchFamily="2" charset="-78"/>
                <a:cs typeface="Lalezar" pitchFamily="2" charset="-78"/>
              </a:rPr>
              <a:t> پیشنهاد داده می‌شود.</a:t>
            </a:r>
          </a:p>
          <a:p>
            <a:pPr algn="ctr" rtl="1"/>
            <a:br>
              <a:rPr lang="fa-IR" sz="1600">
                <a:solidFill>
                  <a:srgbClr val="D4F4E6"/>
                </a:solidFill>
                <a:latin typeface="Lalezar" pitchFamily="2" charset="-78"/>
                <a:cs typeface="Lalezar" pitchFamily="2" charset="-78"/>
              </a:rPr>
            </a:br>
            <a:endParaRPr lang="en-US" sz="1600">
              <a:solidFill>
                <a:srgbClr val="D4F4E6"/>
              </a:solidFill>
              <a:latin typeface="Lalezar" pitchFamily="2" charset="-78"/>
              <a:cs typeface="Lalezar" pitchFamily="2" charset="-78"/>
            </a:endParaRPr>
          </a:p>
        </p:txBody>
      </p:sp>
      <p:sp>
        <p:nvSpPr>
          <p:cNvPr id="27" name="TextBox 26">
            <a:extLst>
              <a:ext uri="{FF2B5EF4-FFF2-40B4-BE49-F238E27FC236}">
                <a16:creationId xmlns:a16="http://schemas.microsoft.com/office/drawing/2014/main" id="{E8E49671-7495-BF41-BA89-85ECE60A3BC3}"/>
              </a:ext>
            </a:extLst>
          </p:cNvPr>
          <p:cNvSpPr txBox="1"/>
          <p:nvPr/>
        </p:nvSpPr>
        <p:spPr>
          <a:xfrm>
            <a:off x="2130271" y="3133300"/>
            <a:ext cx="5509842" cy="307777"/>
          </a:xfrm>
          <a:prstGeom prst="rect">
            <a:avLst/>
          </a:prstGeom>
          <a:noFill/>
        </p:spPr>
        <p:txBody>
          <a:bodyPr wrap="none" rtlCol="0">
            <a:spAutoFit/>
          </a:bodyPr>
          <a:lstStyle/>
          <a:p>
            <a:pPr marR="0" algn="r" rtl="1">
              <a:lnSpc>
                <a:spcPct val="100000"/>
              </a:lnSpc>
              <a:spcBef>
                <a:spcPts val="0"/>
              </a:spcBef>
              <a:spcAft>
                <a:spcPts val="0"/>
              </a:spcAft>
              <a:buClr>
                <a:srgbClr val="000000"/>
              </a:buClr>
              <a:buFont typeface="Arial"/>
            </a:pPr>
            <a:r>
              <a:rPr lang="fa-IR" b="0" i="0">
                <a:solidFill>
                  <a:srgbClr val="ECECEC"/>
                </a:solidFill>
                <a:effectLst/>
                <a:latin typeface="Lalezar" pitchFamily="2" charset="-78"/>
                <a:cs typeface="Lalezar" pitchFamily="2" charset="-78"/>
              </a:rPr>
              <a:t>این مدل کمک می‌کند تا کاربران با محتوای جدیدی آشنا شوند و تجربه بهتری داشته باشند</a:t>
            </a:r>
            <a:endParaRPr lang="en-US">
              <a:latin typeface="Lalezar" pitchFamily="2" charset="-78"/>
              <a:cs typeface="Lalezar" pitchFamily="2" charset="-78"/>
            </a:endParaRPr>
          </a:p>
        </p:txBody>
      </p:sp>
      <p:pic>
        <p:nvPicPr>
          <p:cNvPr id="28" name="Picture 27">
            <a:extLst>
              <a:ext uri="{FF2B5EF4-FFF2-40B4-BE49-F238E27FC236}">
                <a16:creationId xmlns:a16="http://schemas.microsoft.com/office/drawing/2014/main" id="{39BDEC5E-BA95-BF4E-9AFA-5A81E4CAFBC2}"/>
              </a:ext>
            </a:extLst>
          </p:cNvPr>
          <p:cNvPicPr>
            <a:picLocks noChangeAspect="1"/>
          </p:cNvPicPr>
          <p:nvPr/>
        </p:nvPicPr>
        <p:blipFill>
          <a:blip r:embed="rId4"/>
          <a:stretch>
            <a:fillRect/>
          </a:stretch>
        </p:blipFill>
        <p:spPr>
          <a:xfrm>
            <a:off x="3969832" y="3113117"/>
            <a:ext cx="1516568" cy="1516568"/>
          </a:xfrm>
          <a:prstGeom prst="rect">
            <a:avLst/>
          </a:prstGeom>
        </p:spPr>
      </p:pic>
    </p:spTree>
    <p:extLst>
      <p:ext uri="{BB962C8B-B14F-4D97-AF65-F5344CB8AC3E}">
        <p14:creationId xmlns:p14="http://schemas.microsoft.com/office/powerpoint/2010/main" val="121769730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Google Shape;1377;p68">
            <a:hlinkClick r:id="" action="ppaction://hlinkshowjump?jump=nextslide"/>
            <a:extLst>
              <a:ext uri="{FF2B5EF4-FFF2-40B4-BE49-F238E27FC236}">
                <a16:creationId xmlns:a16="http://schemas.microsoft.com/office/drawing/2014/main" id="{0F950E53-D7B6-E543-81AA-D393E6C40218}"/>
              </a:ext>
            </a:extLst>
          </p:cNvPr>
          <p:cNvSpPr/>
          <p:nvPr/>
        </p:nvSpPr>
        <p:spPr>
          <a:xfrm>
            <a:off x="8490450" y="4647151"/>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378;p68">
            <a:hlinkClick r:id="" action="ppaction://hlinkshowjump?jump=previousslide"/>
            <a:extLst>
              <a:ext uri="{FF2B5EF4-FFF2-40B4-BE49-F238E27FC236}">
                <a16:creationId xmlns:a16="http://schemas.microsoft.com/office/drawing/2014/main" id="{AA9A5BAC-5F6B-2749-8D96-B34B2BFFAB8B}"/>
              </a:ext>
            </a:extLst>
          </p:cNvPr>
          <p:cNvSpPr/>
          <p:nvPr/>
        </p:nvSpPr>
        <p:spPr>
          <a:xfrm rot="10800000">
            <a:off x="-1726665" y="4647151"/>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379;p68">
            <a:extLst>
              <a:ext uri="{FF2B5EF4-FFF2-40B4-BE49-F238E27FC236}">
                <a16:creationId xmlns:a16="http://schemas.microsoft.com/office/drawing/2014/main" id="{36A3DFE8-54A1-FE43-B81B-9C537A7D507A}"/>
              </a:ext>
            </a:extLst>
          </p:cNvPr>
          <p:cNvSpPr txBox="1"/>
          <p:nvPr/>
        </p:nvSpPr>
        <p:spPr>
          <a:xfrm>
            <a:off x="8394300" y="129000"/>
            <a:ext cx="470400" cy="514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Krona One"/>
                <a:ea typeface="Krona One"/>
                <a:cs typeface="Krona One"/>
                <a:sym typeface="Krona One"/>
              </a:rPr>
              <a:t>18</a:t>
            </a:r>
            <a:endParaRPr sz="1200">
              <a:solidFill>
                <a:schemeClr val="dk1"/>
              </a:solidFill>
              <a:latin typeface="Krona One"/>
              <a:ea typeface="Krona One"/>
              <a:cs typeface="Krona One"/>
              <a:sym typeface="Krona One"/>
            </a:endParaRPr>
          </a:p>
        </p:txBody>
      </p:sp>
      <p:sp>
        <p:nvSpPr>
          <p:cNvPr id="18" name="Google Shape;1380;p68">
            <a:extLst>
              <a:ext uri="{FF2B5EF4-FFF2-40B4-BE49-F238E27FC236}">
                <a16:creationId xmlns:a16="http://schemas.microsoft.com/office/drawing/2014/main" id="{346E53BA-12C4-C040-9FFD-37C7F05221F6}"/>
              </a:ext>
            </a:extLst>
          </p:cNvPr>
          <p:cNvSpPr/>
          <p:nvPr/>
        </p:nvSpPr>
        <p:spPr>
          <a:xfrm>
            <a:off x="399189" y="137115"/>
            <a:ext cx="315300" cy="315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 name="Google Shape;1400;p68">
            <a:extLst>
              <a:ext uri="{FF2B5EF4-FFF2-40B4-BE49-F238E27FC236}">
                <a16:creationId xmlns:a16="http://schemas.microsoft.com/office/drawing/2014/main" id="{F585DF87-57DB-5444-A143-34B5651FC8AD}"/>
              </a:ext>
            </a:extLst>
          </p:cNvPr>
          <p:cNvPicPr preferRelativeResize="0"/>
          <p:nvPr/>
        </p:nvPicPr>
        <p:blipFill rotWithShape="1">
          <a:blip r:embed="rId2">
            <a:alphaModFix amt="58000"/>
          </a:blip>
          <a:srcRect l="179" r="179"/>
          <a:stretch/>
        </p:blipFill>
        <p:spPr>
          <a:xfrm rot="7205838">
            <a:off x="-1536823" y="-1226008"/>
            <a:ext cx="3073644" cy="3041547"/>
          </a:xfrm>
          <a:prstGeom prst="rect">
            <a:avLst/>
          </a:prstGeom>
          <a:noFill/>
          <a:ln>
            <a:noFill/>
          </a:ln>
        </p:spPr>
      </p:pic>
      <p:pic>
        <p:nvPicPr>
          <p:cNvPr id="20" name="Google Shape;1401;p68">
            <a:extLst>
              <a:ext uri="{FF2B5EF4-FFF2-40B4-BE49-F238E27FC236}">
                <a16:creationId xmlns:a16="http://schemas.microsoft.com/office/drawing/2014/main" id="{A1604E2A-C60B-1544-8AB8-AF2C08F40597}"/>
              </a:ext>
            </a:extLst>
          </p:cNvPr>
          <p:cNvPicPr preferRelativeResize="0"/>
          <p:nvPr/>
        </p:nvPicPr>
        <p:blipFill rotWithShape="1">
          <a:blip r:embed="rId3">
            <a:alphaModFix amt="58000"/>
          </a:blip>
          <a:srcRect l="1295" r="1285"/>
          <a:stretch/>
        </p:blipFill>
        <p:spPr>
          <a:xfrm rot="17287221">
            <a:off x="-914228" y="3757443"/>
            <a:ext cx="2285697" cy="2261816"/>
          </a:xfrm>
          <a:prstGeom prst="rect">
            <a:avLst/>
          </a:prstGeom>
          <a:noFill/>
          <a:ln>
            <a:noFill/>
          </a:ln>
        </p:spPr>
      </p:pic>
      <p:pic>
        <p:nvPicPr>
          <p:cNvPr id="21" name="Google Shape;1402;p68">
            <a:extLst>
              <a:ext uri="{FF2B5EF4-FFF2-40B4-BE49-F238E27FC236}">
                <a16:creationId xmlns:a16="http://schemas.microsoft.com/office/drawing/2014/main" id="{FBFA337C-B8DD-504F-B951-EB6BEBB22224}"/>
              </a:ext>
            </a:extLst>
          </p:cNvPr>
          <p:cNvPicPr preferRelativeResize="0"/>
          <p:nvPr/>
        </p:nvPicPr>
        <p:blipFill rotWithShape="1">
          <a:blip r:embed="rId3">
            <a:alphaModFix amt="52000"/>
          </a:blip>
          <a:srcRect l="1295" r="1285"/>
          <a:stretch/>
        </p:blipFill>
        <p:spPr>
          <a:xfrm rot="7074405">
            <a:off x="7617649" y="1447395"/>
            <a:ext cx="2023700" cy="2002557"/>
          </a:xfrm>
          <a:prstGeom prst="rect">
            <a:avLst/>
          </a:prstGeom>
          <a:noFill/>
          <a:ln>
            <a:noFill/>
          </a:ln>
        </p:spPr>
      </p:pic>
      <p:sp>
        <p:nvSpPr>
          <p:cNvPr id="22" name="TextBox 21">
            <a:extLst>
              <a:ext uri="{FF2B5EF4-FFF2-40B4-BE49-F238E27FC236}">
                <a16:creationId xmlns:a16="http://schemas.microsoft.com/office/drawing/2014/main" id="{9FC6FFD7-44B6-1042-B52A-D0CA86E4C39D}"/>
              </a:ext>
            </a:extLst>
          </p:cNvPr>
          <p:cNvSpPr txBox="1"/>
          <p:nvPr/>
        </p:nvSpPr>
        <p:spPr>
          <a:xfrm>
            <a:off x="5486400" y="3831336"/>
            <a:ext cx="184731" cy="307777"/>
          </a:xfrm>
          <a:prstGeom prst="rect">
            <a:avLst/>
          </a:prstGeom>
          <a:noFill/>
        </p:spPr>
        <p:txBody>
          <a:bodyPr wrap="none" rtlCol="0">
            <a:spAutoFit/>
          </a:bodyPr>
          <a:lstStyle/>
          <a:p>
            <a:endParaRPr lang="en-US"/>
          </a:p>
        </p:txBody>
      </p:sp>
      <p:sp>
        <p:nvSpPr>
          <p:cNvPr id="2" name="TextBox 1">
            <a:extLst>
              <a:ext uri="{FF2B5EF4-FFF2-40B4-BE49-F238E27FC236}">
                <a16:creationId xmlns:a16="http://schemas.microsoft.com/office/drawing/2014/main" id="{BA17C815-E305-464D-9596-F04D9B33E8DC}"/>
              </a:ext>
            </a:extLst>
          </p:cNvPr>
          <p:cNvSpPr txBox="1"/>
          <p:nvPr/>
        </p:nvSpPr>
        <p:spPr>
          <a:xfrm>
            <a:off x="2733094" y="563779"/>
            <a:ext cx="3842719" cy="954107"/>
          </a:xfrm>
          <a:prstGeom prst="rect">
            <a:avLst/>
          </a:prstGeom>
          <a:noFill/>
        </p:spPr>
        <p:txBody>
          <a:bodyPr wrap="none" rtlCol="0">
            <a:spAutoFit/>
          </a:bodyPr>
          <a:lstStyle/>
          <a:p>
            <a:r>
              <a:rPr lang="fa-IR" sz="2800" i="0">
                <a:solidFill>
                  <a:schemeClr val="accent2">
                    <a:lumMod val="20000"/>
                    <a:lumOff val="80000"/>
                  </a:schemeClr>
                </a:solidFill>
                <a:effectLst/>
                <a:latin typeface="Lalezar" pitchFamily="2" charset="-78"/>
                <a:cs typeface="Lalezar" pitchFamily="2" charset="-78"/>
              </a:rPr>
              <a:t>مراحل کاری فیلترینگ مشارکتی</a:t>
            </a:r>
          </a:p>
          <a:p>
            <a:endParaRPr lang="en-US" sz="2800">
              <a:solidFill>
                <a:schemeClr val="accent2">
                  <a:lumMod val="20000"/>
                  <a:lumOff val="80000"/>
                </a:schemeClr>
              </a:solidFill>
              <a:latin typeface="Lalezar" pitchFamily="2" charset="-78"/>
              <a:cs typeface="Lalezar" pitchFamily="2" charset="-78"/>
            </a:endParaRPr>
          </a:p>
        </p:txBody>
      </p:sp>
      <p:sp>
        <p:nvSpPr>
          <p:cNvPr id="3" name="TextBox 2">
            <a:extLst>
              <a:ext uri="{FF2B5EF4-FFF2-40B4-BE49-F238E27FC236}">
                <a16:creationId xmlns:a16="http://schemas.microsoft.com/office/drawing/2014/main" id="{0E14226F-192B-CB48-98D3-14D01EC5F52E}"/>
              </a:ext>
            </a:extLst>
          </p:cNvPr>
          <p:cNvSpPr txBox="1"/>
          <p:nvPr/>
        </p:nvSpPr>
        <p:spPr>
          <a:xfrm>
            <a:off x="3834197" y="1419230"/>
            <a:ext cx="1406155" cy="338554"/>
          </a:xfrm>
          <a:prstGeom prst="rect">
            <a:avLst/>
          </a:prstGeom>
          <a:noFill/>
        </p:spPr>
        <p:txBody>
          <a:bodyPr wrap="none" rtlCol="0">
            <a:spAutoFit/>
          </a:bodyPr>
          <a:lstStyle/>
          <a:p>
            <a:pPr marR="0" algn="r" rtl="1">
              <a:lnSpc>
                <a:spcPct val="100000"/>
              </a:lnSpc>
              <a:spcBef>
                <a:spcPts val="0"/>
              </a:spcBef>
              <a:spcAft>
                <a:spcPts val="0"/>
              </a:spcAft>
              <a:buClr>
                <a:srgbClr val="000000"/>
              </a:buClr>
              <a:buFont typeface="Arial"/>
            </a:pPr>
            <a:r>
              <a:rPr lang="fa-IR" sz="1600">
                <a:solidFill>
                  <a:srgbClr val="F5ACA5"/>
                </a:solidFill>
                <a:latin typeface="Lalezar" pitchFamily="2" charset="-78"/>
                <a:cs typeface="Lalezar" pitchFamily="2" charset="-78"/>
              </a:rPr>
              <a:t>جمع آوری داده ها </a:t>
            </a:r>
            <a:endParaRPr lang="en-US" sz="1600">
              <a:solidFill>
                <a:srgbClr val="F5ACA5"/>
              </a:solidFill>
              <a:latin typeface="Lalezar" pitchFamily="2" charset="-78"/>
              <a:cs typeface="Lalezar" pitchFamily="2" charset="-78"/>
            </a:endParaRPr>
          </a:p>
        </p:txBody>
      </p:sp>
      <p:sp>
        <p:nvSpPr>
          <p:cNvPr id="4" name="TextBox 3">
            <a:extLst>
              <a:ext uri="{FF2B5EF4-FFF2-40B4-BE49-F238E27FC236}">
                <a16:creationId xmlns:a16="http://schemas.microsoft.com/office/drawing/2014/main" id="{AB92C133-7A9D-4A49-9695-0CCF2BD754B2}"/>
              </a:ext>
            </a:extLst>
          </p:cNvPr>
          <p:cNvSpPr txBox="1"/>
          <p:nvPr/>
        </p:nvSpPr>
        <p:spPr>
          <a:xfrm>
            <a:off x="2885997" y="1659636"/>
            <a:ext cx="3198312" cy="738664"/>
          </a:xfrm>
          <a:prstGeom prst="rect">
            <a:avLst/>
          </a:prstGeom>
          <a:noFill/>
        </p:spPr>
        <p:txBody>
          <a:bodyPr wrap="none" rtlCol="0">
            <a:spAutoFit/>
          </a:bodyPr>
          <a:lstStyle/>
          <a:p>
            <a:pPr algn="ctr" rtl="1"/>
            <a:r>
              <a:rPr lang="fa-IR" b="0" i="0">
                <a:solidFill>
                  <a:srgbClr val="ECECEC"/>
                </a:solidFill>
                <a:effectLst/>
                <a:latin typeface="Lalezar" pitchFamily="2" charset="-78"/>
                <a:cs typeface="Lalezar" pitchFamily="2" charset="-78"/>
              </a:rPr>
              <a:t>اطلاعات مربوط به رتبه‌بندی فیلم‌ها توسط کاربران</a:t>
            </a:r>
          </a:p>
          <a:p>
            <a:pPr algn="ctr" rtl="1"/>
            <a:r>
              <a:rPr lang="fa-IR" b="0" i="0">
                <a:solidFill>
                  <a:srgbClr val="ECECEC"/>
                </a:solidFill>
                <a:effectLst/>
                <a:latin typeface="Lalezar" pitchFamily="2" charset="-78"/>
                <a:cs typeface="Lalezar" pitchFamily="2" charset="-78"/>
              </a:rPr>
              <a:t>رفتار کلیک و مشاهده کاربران</a:t>
            </a:r>
          </a:p>
          <a:p>
            <a:pPr marR="0" algn="ctr" rtl="1">
              <a:lnSpc>
                <a:spcPct val="100000"/>
              </a:lnSpc>
              <a:spcBef>
                <a:spcPts val="0"/>
              </a:spcBef>
              <a:spcAft>
                <a:spcPts val="0"/>
              </a:spcAft>
              <a:buClr>
                <a:srgbClr val="000000"/>
              </a:buClr>
              <a:buFont typeface="Arial"/>
            </a:pPr>
            <a:endParaRPr lang="en-US">
              <a:latin typeface="Lalezar" pitchFamily="2" charset="-78"/>
              <a:cs typeface="Lalezar" pitchFamily="2" charset="-78"/>
            </a:endParaRPr>
          </a:p>
        </p:txBody>
      </p:sp>
      <p:sp>
        <p:nvSpPr>
          <p:cNvPr id="13" name="TextBox 12">
            <a:extLst>
              <a:ext uri="{FF2B5EF4-FFF2-40B4-BE49-F238E27FC236}">
                <a16:creationId xmlns:a16="http://schemas.microsoft.com/office/drawing/2014/main" id="{080FA249-D4F6-344B-BCEE-88202FFE91E3}"/>
              </a:ext>
            </a:extLst>
          </p:cNvPr>
          <p:cNvSpPr txBox="1"/>
          <p:nvPr/>
        </p:nvSpPr>
        <p:spPr>
          <a:xfrm>
            <a:off x="3865455" y="2250227"/>
            <a:ext cx="1343637" cy="338554"/>
          </a:xfrm>
          <a:prstGeom prst="rect">
            <a:avLst/>
          </a:prstGeom>
          <a:noFill/>
        </p:spPr>
        <p:txBody>
          <a:bodyPr wrap="none" rtlCol="0">
            <a:spAutoFit/>
          </a:bodyPr>
          <a:lstStyle/>
          <a:p>
            <a:pPr marR="0" algn="r" rtl="1">
              <a:lnSpc>
                <a:spcPct val="100000"/>
              </a:lnSpc>
              <a:spcBef>
                <a:spcPts val="0"/>
              </a:spcBef>
              <a:spcAft>
                <a:spcPts val="0"/>
              </a:spcAft>
              <a:buClr>
                <a:srgbClr val="000000"/>
              </a:buClr>
              <a:buFont typeface="Arial"/>
            </a:pPr>
            <a:r>
              <a:rPr lang="fa-IR" sz="1600" i="0">
                <a:solidFill>
                  <a:srgbClr val="F5ACA5"/>
                </a:solidFill>
                <a:effectLst/>
                <a:latin typeface="Lalezar" pitchFamily="2" charset="-78"/>
                <a:cs typeface="Lalezar" pitchFamily="2" charset="-78"/>
              </a:rPr>
              <a:t>محاسبه شباهت</a:t>
            </a:r>
            <a:endParaRPr lang="en-US" sz="1200">
              <a:solidFill>
                <a:srgbClr val="F5ACA5"/>
              </a:solidFill>
              <a:latin typeface="Lalezar" pitchFamily="2" charset="-78"/>
              <a:cs typeface="Lalezar" pitchFamily="2" charset="-78"/>
            </a:endParaRPr>
          </a:p>
        </p:txBody>
      </p:sp>
      <p:sp>
        <p:nvSpPr>
          <p:cNvPr id="14" name="TextBox 13">
            <a:extLst>
              <a:ext uri="{FF2B5EF4-FFF2-40B4-BE49-F238E27FC236}">
                <a16:creationId xmlns:a16="http://schemas.microsoft.com/office/drawing/2014/main" id="{9229020E-6F0C-3347-8AE8-8ECA3EE264B3}"/>
              </a:ext>
            </a:extLst>
          </p:cNvPr>
          <p:cNvSpPr txBox="1"/>
          <p:nvPr/>
        </p:nvSpPr>
        <p:spPr>
          <a:xfrm>
            <a:off x="2733908" y="2483876"/>
            <a:ext cx="3676181" cy="523220"/>
          </a:xfrm>
          <a:prstGeom prst="rect">
            <a:avLst/>
          </a:prstGeom>
          <a:noFill/>
        </p:spPr>
        <p:txBody>
          <a:bodyPr wrap="square" rtlCol="0">
            <a:spAutoFit/>
          </a:bodyPr>
          <a:lstStyle/>
          <a:p>
            <a:pPr algn="ctr" rtl="1"/>
            <a:r>
              <a:rPr lang="fa-IR" b="0" i="0">
                <a:solidFill>
                  <a:srgbClr val="ECECEC"/>
                </a:solidFill>
                <a:effectLst/>
                <a:latin typeface="Lalezar" pitchFamily="2" charset="-78"/>
                <a:cs typeface="Lalezar" pitchFamily="2" charset="-78"/>
              </a:rPr>
              <a:t>استفاده از معیارهایی مانند شباهت کسینوسی یا فاصله اقلیدسی برای محاسبه شباهت بین کاربران یا آیتم‌ها</a:t>
            </a:r>
          </a:p>
        </p:txBody>
      </p:sp>
      <p:sp>
        <p:nvSpPr>
          <p:cNvPr id="23" name="TextBox 22">
            <a:extLst>
              <a:ext uri="{FF2B5EF4-FFF2-40B4-BE49-F238E27FC236}">
                <a16:creationId xmlns:a16="http://schemas.microsoft.com/office/drawing/2014/main" id="{156317BA-D395-8542-873E-AEEB6CE58CC4}"/>
              </a:ext>
            </a:extLst>
          </p:cNvPr>
          <p:cNvSpPr txBox="1"/>
          <p:nvPr/>
        </p:nvSpPr>
        <p:spPr>
          <a:xfrm>
            <a:off x="3939727" y="3101816"/>
            <a:ext cx="1295547" cy="338554"/>
          </a:xfrm>
          <a:prstGeom prst="rect">
            <a:avLst/>
          </a:prstGeom>
          <a:noFill/>
        </p:spPr>
        <p:txBody>
          <a:bodyPr wrap="none" rtlCol="0">
            <a:spAutoFit/>
          </a:bodyPr>
          <a:lstStyle/>
          <a:p>
            <a:pPr marR="0" algn="r" rtl="1">
              <a:lnSpc>
                <a:spcPct val="100000"/>
              </a:lnSpc>
              <a:spcBef>
                <a:spcPts val="0"/>
              </a:spcBef>
              <a:spcAft>
                <a:spcPts val="0"/>
              </a:spcAft>
              <a:buClr>
                <a:srgbClr val="000000"/>
              </a:buClr>
              <a:buFont typeface="Arial"/>
            </a:pPr>
            <a:r>
              <a:rPr lang="fa-IR" sz="1600" b="0" i="0">
                <a:solidFill>
                  <a:srgbClr val="F5ACA5"/>
                </a:solidFill>
                <a:effectLst/>
                <a:latin typeface="Lalezar" pitchFamily="2" charset="-78"/>
                <a:cs typeface="Lalezar" pitchFamily="2" charset="-78"/>
              </a:rPr>
              <a:t> </a:t>
            </a:r>
            <a:r>
              <a:rPr lang="fa-IR" sz="1600" b="1" i="0">
                <a:solidFill>
                  <a:srgbClr val="F5ACA5"/>
                </a:solidFill>
                <a:effectLst/>
                <a:latin typeface="Lalezar" pitchFamily="2" charset="-78"/>
                <a:cs typeface="Lalezar" pitchFamily="2" charset="-78"/>
              </a:rPr>
              <a:t>ارائه پیشنهادات</a:t>
            </a:r>
            <a:endParaRPr lang="en-US" sz="1050">
              <a:solidFill>
                <a:srgbClr val="F5ACA5"/>
              </a:solidFill>
              <a:latin typeface="Lalezar" pitchFamily="2" charset="-78"/>
              <a:cs typeface="Lalezar" pitchFamily="2" charset="-78"/>
            </a:endParaRPr>
          </a:p>
        </p:txBody>
      </p:sp>
      <p:sp>
        <p:nvSpPr>
          <p:cNvPr id="5" name="TextBox 4">
            <a:extLst>
              <a:ext uri="{FF2B5EF4-FFF2-40B4-BE49-F238E27FC236}">
                <a16:creationId xmlns:a16="http://schemas.microsoft.com/office/drawing/2014/main" id="{DB0AFE51-A99B-4947-81AD-6A039DC4E3D0}"/>
              </a:ext>
            </a:extLst>
          </p:cNvPr>
          <p:cNvSpPr txBox="1"/>
          <p:nvPr/>
        </p:nvSpPr>
        <p:spPr>
          <a:xfrm>
            <a:off x="2923902" y="3362579"/>
            <a:ext cx="3461104" cy="738664"/>
          </a:xfrm>
          <a:prstGeom prst="rect">
            <a:avLst/>
          </a:prstGeom>
          <a:noFill/>
        </p:spPr>
        <p:txBody>
          <a:bodyPr wrap="square" rtlCol="0">
            <a:spAutoFit/>
          </a:bodyPr>
          <a:lstStyle/>
          <a:p>
            <a:pPr algn="ctr" rtl="1"/>
            <a:r>
              <a:rPr lang="fa-IR" b="0" i="0">
                <a:solidFill>
                  <a:srgbClr val="ECECEC"/>
                </a:solidFill>
                <a:effectLst/>
                <a:latin typeface="Lalezar" pitchFamily="2" charset="-78"/>
                <a:cs typeface="Lalezar" pitchFamily="2" charset="-78"/>
              </a:rPr>
              <a:t>پیشنهاد آیتم‌هایی که کاربر به آن‌ها دسترسی نداشته است ولی کاربران مشابه آن‌ها را پسندیده‌اند</a:t>
            </a:r>
          </a:p>
          <a:p>
            <a:pPr marR="0" algn="ctr" rtl="1">
              <a:lnSpc>
                <a:spcPct val="100000"/>
              </a:lnSpc>
              <a:spcBef>
                <a:spcPts val="0"/>
              </a:spcBef>
              <a:spcAft>
                <a:spcPts val="0"/>
              </a:spcAft>
              <a:buClr>
                <a:srgbClr val="000000"/>
              </a:buClr>
              <a:buFont typeface="Arial"/>
            </a:pPr>
            <a:endParaRPr lang="en-US">
              <a:latin typeface="Lalezar" pitchFamily="2" charset="-78"/>
              <a:cs typeface="Lalezar" pitchFamily="2" charset="-78"/>
            </a:endParaRPr>
          </a:p>
        </p:txBody>
      </p:sp>
    </p:spTree>
    <p:extLst>
      <p:ext uri="{BB962C8B-B14F-4D97-AF65-F5344CB8AC3E}">
        <p14:creationId xmlns:p14="http://schemas.microsoft.com/office/powerpoint/2010/main" val="162583819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1402;p68">
            <a:extLst>
              <a:ext uri="{FF2B5EF4-FFF2-40B4-BE49-F238E27FC236}">
                <a16:creationId xmlns:a16="http://schemas.microsoft.com/office/drawing/2014/main" id="{3738D4A1-65CD-F44A-AE10-1BC9A47988ED}"/>
              </a:ext>
            </a:extLst>
          </p:cNvPr>
          <p:cNvPicPr preferRelativeResize="0"/>
          <p:nvPr/>
        </p:nvPicPr>
        <p:blipFill rotWithShape="1">
          <a:blip r:embed="rId2">
            <a:alphaModFix amt="52000"/>
          </a:blip>
          <a:srcRect l="1295" r="1285"/>
          <a:stretch/>
        </p:blipFill>
        <p:spPr>
          <a:xfrm rot="7074405">
            <a:off x="8132150" y="2416659"/>
            <a:ext cx="2023700" cy="2002557"/>
          </a:xfrm>
          <a:prstGeom prst="rect">
            <a:avLst/>
          </a:prstGeom>
          <a:noFill/>
          <a:ln>
            <a:noFill/>
          </a:ln>
        </p:spPr>
      </p:pic>
      <p:sp>
        <p:nvSpPr>
          <p:cNvPr id="4" name="Google Shape;1377;p68">
            <a:hlinkClick r:id="" action="ppaction://hlinkshowjump?jump=nextslide"/>
            <a:extLst>
              <a:ext uri="{FF2B5EF4-FFF2-40B4-BE49-F238E27FC236}">
                <a16:creationId xmlns:a16="http://schemas.microsoft.com/office/drawing/2014/main" id="{363ADFD5-390A-6E4D-BE90-476925016985}"/>
              </a:ext>
            </a:extLst>
          </p:cNvPr>
          <p:cNvSpPr/>
          <p:nvPr/>
        </p:nvSpPr>
        <p:spPr>
          <a:xfrm>
            <a:off x="8490450" y="4647151"/>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1">
              <a:lnSpc>
                <a:spcPct val="100000"/>
              </a:lnSpc>
              <a:spcBef>
                <a:spcPts val="0"/>
              </a:spcBef>
              <a:spcAft>
                <a:spcPts val="0"/>
              </a:spcAft>
              <a:buClr>
                <a:srgbClr val="000000"/>
              </a:buClr>
              <a:buFont typeface="Arial"/>
              <a:buNone/>
            </a:pPr>
            <a:endParaRPr/>
          </a:p>
        </p:txBody>
      </p:sp>
      <p:sp>
        <p:nvSpPr>
          <p:cNvPr id="5" name="Google Shape;1379;p68">
            <a:extLst>
              <a:ext uri="{FF2B5EF4-FFF2-40B4-BE49-F238E27FC236}">
                <a16:creationId xmlns:a16="http://schemas.microsoft.com/office/drawing/2014/main" id="{CC1A2EAB-B431-F14C-A727-B4A6912A05A9}"/>
              </a:ext>
            </a:extLst>
          </p:cNvPr>
          <p:cNvSpPr txBox="1"/>
          <p:nvPr/>
        </p:nvSpPr>
        <p:spPr>
          <a:xfrm>
            <a:off x="8394300" y="129000"/>
            <a:ext cx="470400" cy="514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Krona One"/>
                <a:ea typeface="Krona One"/>
                <a:cs typeface="Krona One"/>
                <a:sym typeface="Krona One"/>
              </a:rPr>
              <a:t>19</a:t>
            </a:r>
            <a:endParaRPr sz="1200">
              <a:solidFill>
                <a:schemeClr val="dk1"/>
              </a:solidFill>
              <a:latin typeface="Krona One"/>
              <a:ea typeface="Krona One"/>
              <a:cs typeface="Krona One"/>
              <a:sym typeface="Krona One"/>
            </a:endParaRPr>
          </a:p>
        </p:txBody>
      </p:sp>
      <p:sp>
        <p:nvSpPr>
          <p:cNvPr id="7" name="TextBox 6">
            <a:extLst>
              <a:ext uri="{FF2B5EF4-FFF2-40B4-BE49-F238E27FC236}">
                <a16:creationId xmlns:a16="http://schemas.microsoft.com/office/drawing/2014/main" id="{5406E95B-68D9-8F41-9210-459391906375}"/>
              </a:ext>
            </a:extLst>
          </p:cNvPr>
          <p:cNvSpPr txBox="1"/>
          <p:nvPr/>
        </p:nvSpPr>
        <p:spPr>
          <a:xfrm>
            <a:off x="279300" y="518318"/>
            <a:ext cx="8641080" cy="461665"/>
          </a:xfrm>
          <a:prstGeom prst="rect">
            <a:avLst/>
          </a:prstGeom>
          <a:noFill/>
        </p:spPr>
        <p:txBody>
          <a:bodyPr wrap="square">
            <a:spAutoFit/>
          </a:bodyPr>
          <a:lstStyle/>
          <a:p>
            <a:pPr algn="ctr"/>
            <a:r>
              <a:rPr lang="fa-IR" sz="2400" i="0">
                <a:solidFill>
                  <a:schemeClr val="accent2">
                    <a:lumMod val="20000"/>
                    <a:lumOff val="80000"/>
                  </a:schemeClr>
                </a:solidFill>
                <a:effectLst/>
                <a:latin typeface="Lalezar" pitchFamily="2" charset="-78"/>
                <a:cs typeface="Lalezar" pitchFamily="2" charset="-78"/>
              </a:rPr>
              <a:t>مزایا و معایب فیلترینگ مشارکتی</a:t>
            </a:r>
          </a:p>
        </p:txBody>
      </p:sp>
      <p:sp>
        <p:nvSpPr>
          <p:cNvPr id="8" name="TextBox 7">
            <a:extLst>
              <a:ext uri="{FF2B5EF4-FFF2-40B4-BE49-F238E27FC236}">
                <a16:creationId xmlns:a16="http://schemas.microsoft.com/office/drawing/2014/main" id="{36D817CD-89D0-7D40-8433-10935913A113}"/>
              </a:ext>
            </a:extLst>
          </p:cNvPr>
          <p:cNvSpPr txBox="1"/>
          <p:nvPr/>
        </p:nvSpPr>
        <p:spPr>
          <a:xfrm>
            <a:off x="1758532" y="1343444"/>
            <a:ext cx="5190908" cy="1569660"/>
          </a:xfrm>
          <a:prstGeom prst="rect">
            <a:avLst/>
          </a:prstGeom>
          <a:noFill/>
        </p:spPr>
        <p:txBody>
          <a:bodyPr wrap="none" rtlCol="0">
            <a:spAutoFit/>
          </a:bodyPr>
          <a:lstStyle/>
          <a:p>
            <a:pPr algn="r" rtl="1"/>
            <a:r>
              <a:rPr lang="fa-IR" sz="1600" b="1" i="0">
                <a:solidFill>
                  <a:srgbClr val="ECECEC"/>
                </a:solidFill>
                <a:effectLst/>
                <a:latin typeface="Lalezar" pitchFamily="2" charset="-78"/>
                <a:cs typeface="Lalezar" pitchFamily="2" charset="-78"/>
              </a:rPr>
              <a:t>               </a:t>
            </a:r>
            <a:r>
              <a:rPr lang="fa-IR" sz="1600" b="1" i="0">
                <a:solidFill>
                  <a:srgbClr val="AEDCCE"/>
                </a:solidFill>
                <a:effectLst/>
                <a:latin typeface="Lalezar" pitchFamily="2" charset="-78"/>
                <a:cs typeface="Lalezar" pitchFamily="2" charset="-78"/>
              </a:rPr>
              <a:t>مزایا :</a:t>
            </a:r>
            <a:endParaRPr lang="fa-IR" sz="1600" b="0" i="0">
              <a:solidFill>
                <a:srgbClr val="AEDCCE"/>
              </a:solidFill>
              <a:effectLst/>
              <a:latin typeface="Lalezar" pitchFamily="2" charset="-78"/>
              <a:cs typeface="Lalezar" pitchFamily="2" charset="-78"/>
            </a:endParaRPr>
          </a:p>
          <a:p>
            <a:pPr marL="457200" lvl="1" algn="r" rtl="1"/>
            <a:r>
              <a:rPr lang="fa-IR" sz="1600" b="1" i="0">
                <a:solidFill>
                  <a:schemeClr val="accent2">
                    <a:lumMod val="40000"/>
                    <a:lumOff val="60000"/>
                  </a:schemeClr>
                </a:solidFill>
                <a:effectLst/>
                <a:latin typeface="Lalezar" pitchFamily="2" charset="-78"/>
                <a:cs typeface="Lalezar" pitchFamily="2" charset="-78"/>
              </a:rPr>
              <a:t>ساده و قابل فهم:</a:t>
            </a:r>
            <a:r>
              <a:rPr lang="fa-IR" sz="1600" b="0" i="0">
                <a:solidFill>
                  <a:schemeClr val="accent2">
                    <a:lumMod val="40000"/>
                    <a:lumOff val="60000"/>
                  </a:schemeClr>
                </a:solidFill>
                <a:effectLst/>
                <a:latin typeface="Lalezar" pitchFamily="2" charset="-78"/>
                <a:cs typeface="Lalezar" pitchFamily="2" charset="-78"/>
              </a:rPr>
              <a:t> </a:t>
            </a:r>
            <a:r>
              <a:rPr lang="fa-IR" sz="1600" b="0" i="0">
                <a:solidFill>
                  <a:srgbClr val="ECECEC"/>
                </a:solidFill>
                <a:effectLst/>
                <a:latin typeface="Lalezar" pitchFamily="2" charset="-78"/>
                <a:cs typeface="Lalezar" pitchFamily="2" charset="-78"/>
              </a:rPr>
              <a:t>پیاده‌سازی نسبتا ساده‌ای دارد.</a:t>
            </a:r>
          </a:p>
          <a:p>
            <a:pPr marL="457200" lvl="1" algn="r" rtl="1"/>
            <a:r>
              <a:rPr lang="fa-IR" sz="1600" b="1" i="0">
                <a:solidFill>
                  <a:schemeClr val="accent2">
                    <a:lumMod val="40000"/>
                    <a:lumOff val="60000"/>
                  </a:schemeClr>
                </a:solidFill>
                <a:effectLst/>
                <a:latin typeface="Lalezar" pitchFamily="2" charset="-78"/>
                <a:cs typeface="Lalezar" pitchFamily="2" charset="-78"/>
              </a:rPr>
              <a:t>شخصی‌سازی بالا:</a:t>
            </a:r>
            <a:r>
              <a:rPr lang="fa-IR" sz="1600" b="0" i="0">
                <a:solidFill>
                  <a:schemeClr val="accent2">
                    <a:lumMod val="40000"/>
                    <a:lumOff val="60000"/>
                  </a:schemeClr>
                </a:solidFill>
                <a:effectLst/>
                <a:latin typeface="Lalezar" pitchFamily="2" charset="-78"/>
                <a:cs typeface="Lalezar" pitchFamily="2" charset="-78"/>
              </a:rPr>
              <a:t> </a:t>
            </a:r>
            <a:r>
              <a:rPr lang="fa-IR" sz="1600" b="0" i="0">
                <a:solidFill>
                  <a:srgbClr val="ECECEC"/>
                </a:solidFill>
                <a:effectLst/>
                <a:latin typeface="Lalezar" pitchFamily="2" charset="-78"/>
                <a:cs typeface="Lalezar" pitchFamily="2" charset="-78"/>
              </a:rPr>
              <a:t>پیشنهادات دقیق بر اساس رفتار کاربران.</a:t>
            </a:r>
          </a:p>
          <a:p>
            <a:pPr marL="457200" lvl="1" algn="r" rtl="1"/>
            <a:r>
              <a:rPr lang="fa-IR" sz="1600" b="1" i="0">
                <a:solidFill>
                  <a:schemeClr val="accent2">
                    <a:lumMod val="40000"/>
                    <a:lumOff val="60000"/>
                  </a:schemeClr>
                </a:solidFill>
                <a:effectLst/>
                <a:latin typeface="Lalezar" pitchFamily="2" charset="-78"/>
                <a:cs typeface="Lalezar" pitchFamily="2" charset="-78"/>
              </a:rPr>
              <a:t>بدون نیاز به اطلاعات آیتم:</a:t>
            </a:r>
            <a:r>
              <a:rPr lang="fa-IR" sz="1600" b="0" i="0">
                <a:solidFill>
                  <a:schemeClr val="accent2">
                    <a:lumMod val="40000"/>
                    <a:lumOff val="60000"/>
                  </a:schemeClr>
                </a:solidFill>
                <a:effectLst/>
                <a:latin typeface="Lalezar" pitchFamily="2" charset="-78"/>
                <a:cs typeface="Lalezar" pitchFamily="2" charset="-78"/>
              </a:rPr>
              <a:t> </a:t>
            </a:r>
            <a:r>
              <a:rPr lang="fa-IR" sz="1600" b="0" i="0">
                <a:solidFill>
                  <a:srgbClr val="ECECEC"/>
                </a:solidFill>
                <a:effectLst/>
                <a:latin typeface="Lalezar" pitchFamily="2" charset="-78"/>
                <a:cs typeface="Lalezar" pitchFamily="2" charset="-78"/>
              </a:rPr>
              <a:t>نیازی به بررسی ویژگی‌های آیتم‌ها نیست.</a:t>
            </a:r>
          </a:p>
          <a:p>
            <a:pPr algn="r" rtl="1"/>
            <a:br>
              <a:rPr lang="fa-IR" sz="1600">
                <a:latin typeface="Lalezar" pitchFamily="2" charset="-78"/>
                <a:cs typeface="Lalezar" pitchFamily="2" charset="-78"/>
              </a:rPr>
            </a:br>
            <a:endParaRPr lang="en-US" sz="1600">
              <a:latin typeface="Lalezar" pitchFamily="2" charset="-78"/>
              <a:cs typeface="Lalezar" pitchFamily="2" charset="-78"/>
            </a:endParaRPr>
          </a:p>
        </p:txBody>
      </p:sp>
      <p:sp>
        <p:nvSpPr>
          <p:cNvPr id="10" name="TextBox 9">
            <a:extLst>
              <a:ext uri="{FF2B5EF4-FFF2-40B4-BE49-F238E27FC236}">
                <a16:creationId xmlns:a16="http://schemas.microsoft.com/office/drawing/2014/main" id="{27917F4A-42DB-AE45-B50F-53D3EA68A94F}"/>
              </a:ext>
            </a:extLst>
          </p:cNvPr>
          <p:cNvSpPr txBox="1"/>
          <p:nvPr/>
        </p:nvSpPr>
        <p:spPr>
          <a:xfrm>
            <a:off x="-1636776" y="2507631"/>
            <a:ext cx="8641080" cy="954107"/>
          </a:xfrm>
          <a:prstGeom prst="rect">
            <a:avLst/>
          </a:prstGeom>
          <a:noFill/>
        </p:spPr>
        <p:txBody>
          <a:bodyPr wrap="square">
            <a:spAutoFit/>
          </a:bodyPr>
          <a:lstStyle/>
          <a:p>
            <a:pPr algn="r" rtl="1"/>
            <a:r>
              <a:rPr lang="fa-IR" b="1" i="0">
                <a:solidFill>
                  <a:srgbClr val="ECECEC"/>
                </a:solidFill>
                <a:effectLst/>
                <a:latin typeface="Lalezar" pitchFamily="2" charset="-78"/>
                <a:cs typeface="Lalezar" pitchFamily="2" charset="-78"/>
              </a:rPr>
              <a:t>                 </a:t>
            </a:r>
            <a:r>
              <a:rPr lang="fa-IR" b="1" i="0">
                <a:solidFill>
                  <a:srgbClr val="FF7A8F"/>
                </a:solidFill>
                <a:effectLst/>
                <a:latin typeface="Lalezar" pitchFamily="2" charset="-78"/>
                <a:cs typeface="Lalezar" pitchFamily="2" charset="-78"/>
              </a:rPr>
              <a:t>معایب:</a:t>
            </a:r>
            <a:endParaRPr lang="fa-IR" b="0" i="0">
              <a:solidFill>
                <a:srgbClr val="FF7A8F"/>
              </a:solidFill>
              <a:effectLst/>
              <a:latin typeface="Lalezar" pitchFamily="2" charset="-78"/>
              <a:cs typeface="Lalezar" pitchFamily="2" charset="-78"/>
            </a:endParaRPr>
          </a:p>
          <a:p>
            <a:pPr marL="457200" lvl="1" algn="r" rtl="1"/>
            <a:r>
              <a:rPr lang="fa-IR" b="1" i="0">
                <a:solidFill>
                  <a:schemeClr val="accent2">
                    <a:lumMod val="40000"/>
                    <a:lumOff val="60000"/>
                  </a:schemeClr>
                </a:solidFill>
                <a:effectLst/>
                <a:latin typeface="Lalezar" pitchFamily="2" charset="-78"/>
                <a:cs typeface="Lalezar" pitchFamily="2" charset="-78"/>
              </a:rPr>
              <a:t>مسئله سردرگمی (</a:t>
            </a:r>
            <a:r>
              <a:rPr lang="en-US" b="1" i="0">
                <a:solidFill>
                  <a:schemeClr val="accent2">
                    <a:lumMod val="40000"/>
                    <a:lumOff val="60000"/>
                  </a:schemeClr>
                </a:solidFill>
                <a:effectLst/>
                <a:latin typeface="Lalezar" pitchFamily="2" charset="-78"/>
                <a:cs typeface="Lalezar" pitchFamily="2" charset="-78"/>
              </a:rPr>
              <a:t>:(Cold Start</a:t>
            </a:r>
            <a:r>
              <a:rPr lang="en-US" b="0" i="0">
                <a:solidFill>
                  <a:schemeClr val="accent2">
                    <a:lumMod val="40000"/>
                    <a:lumOff val="60000"/>
                  </a:schemeClr>
                </a:solidFill>
                <a:effectLst/>
                <a:latin typeface="Lalezar" pitchFamily="2" charset="-78"/>
                <a:cs typeface="Lalezar" pitchFamily="2" charset="-78"/>
              </a:rPr>
              <a:t> </a:t>
            </a:r>
            <a:r>
              <a:rPr lang="fa-IR" b="0" i="0">
                <a:solidFill>
                  <a:srgbClr val="ECECEC"/>
                </a:solidFill>
                <a:effectLst/>
                <a:latin typeface="Lalezar" pitchFamily="2" charset="-78"/>
                <a:cs typeface="Lalezar" pitchFamily="2" charset="-78"/>
              </a:rPr>
              <a:t>برای کاربران جدید یا آیتم‌های جدید اطلاعات کافی نیست.</a:t>
            </a:r>
          </a:p>
          <a:p>
            <a:pPr marL="457200" lvl="1" algn="r" rtl="1"/>
            <a:r>
              <a:rPr lang="fa-IR" b="1" i="0">
                <a:solidFill>
                  <a:schemeClr val="accent2">
                    <a:lumMod val="40000"/>
                    <a:lumOff val="60000"/>
                  </a:schemeClr>
                </a:solidFill>
                <a:effectLst/>
                <a:latin typeface="Lalezar" pitchFamily="2" charset="-78"/>
                <a:cs typeface="Lalezar" pitchFamily="2" charset="-78"/>
              </a:rPr>
              <a:t>مقیاس‌پذیری:</a:t>
            </a:r>
            <a:r>
              <a:rPr lang="fa-IR" b="0" i="0">
                <a:solidFill>
                  <a:srgbClr val="ECECEC"/>
                </a:solidFill>
                <a:effectLst/>
                <a:latin typeface="Lalezar" pitchFamily="2" charset="-78"/>
                <a:cs typeface="Lalezar" pitchFamily="2" charset="-78"/>
              </a:rPr>
              <a:t> با افزایش تعداد کاربران و آیتم‌ها، محاسبات پیچیده‌تر می‌شود.</a:t>
            </a:r>
          </a:p>
          <a:p>
            <a:pPr marL="457200" lvl="1" algn="r" rtl="1"/>
            <a:r>
              <a:rPr lang="fa-IR" b="1" i="0">
                <a:solidFill>
                  <a:schemeClr val="accent2">
                    <a:lumMod val="40000"/>
                    <a:lumOff val="60000"/>
                  </a:schemeClr>
                </a:solidFill>
                <a:effectLst/>
                <a:latin typeface="Lalezar" pitchFamily="2" charset="-78"/>
                <a:cs typeface="Lalezar" pitchFamily="2" charset="-78"/>
              </a:rPr>
              <a:t>تنوع محدود:</a:t>
            </a:r>
            <a:r>
              <a:rPr lang="fa-IR" b="0" i="0">
                <a:solidFill>
                  <a:schemeClr val="accent2">
                    <a:lumMod val="40000"/>
                    <a:lumOff val="60000"/>
                  </a:schemeClr>
                </a:solidFill>
                <a:effectLst/>
                <a:latin typeface="Lalezar" pitchFamily="2" charset="-78"/>
                <a:cs typeface="Lalezar" pitchFamily="2" charset="-78"/>
              </a:rPr>
              <a:t> </a:t>
            </a:r>
            <a:r>
              <a:rPr lang="fa-IR" b="0" i="0">
                <a:solidFill>
                  <a:srgbClr val="ECECEC"/>
                </a:solidFill>
                <a:effectLst/>
                <a:latin typeface="Lalezar" pitchFamily="2" charset="-78"/>
                <a:cs typeface="Lalezar" pitchFamily="2" charset="-78"/>
              </a:rPr>
              <a:t>ممکن است پیشنهادات تنوع کافی نداشته باشند.</a:t>
            </a:r>
          </a:p>
        </p:txBody>
      </p:sp>
    </p:spTree>
    <p:extLst>
      <p:ext uri="{BB962C8B-B14F-4D97-AF65-F5344CB8AC3E}">
        <p14:creationId xmlns:p14="http://schemas.microsoft.com/office/powerpoint/2010/main" val="260120915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1000"/>
                            </p:stCondLst>
                            <p:childTnLst>
                              <p:par>
                                <p:cTn id="9" presetID="22" presetClass="entr" presetSubtype="4" fill="hold" grpId="0" nodeType="afterEffect">
                                  <p:stCondLst>
                                    <p:cond delay="500"/>
                                  </p:stCondLst>
                                  <p:childTnLst>
                                    <p:set>
                                      <p:cBhvr>
                                        <p:cTn id="10" dur="1" fill="hold">
                                          <p:stCondLst>
                                            <p:cond delay="0"/>
                                          </p:stCondLst>
                                        </p:cTn>
                                        <p:tgtEl>
                                          <p:spTgt spid="8"/>
                                        </p:tgtEl>
                                        <p:attrNameLst>
                                          <p:attrName>style.visibility</p:attrName>
                                        </p:attrNameLst>
                                      </p:cBhvr>
                                      <p:to>
                                        <p:strVal val="visible"/>
                                      </p:to>
                                    </p:set>
                                    <p:animEffect transition="in" filter="wipe(down)">
                                      <p:cBhvr>
                                        <p:cTn id="11" dur="1000"/>
                                        <p:tgtEl>
                                          <p:spTgt spid="8"/>
                                        </p:tgtEl>
                                      </p:cBhvr>
                                    </p:animEffect>
                                  </p:childTnLst>
                                </p:cTn>
                              </p:par>
                            </p:childTnLst>
                          </p:cTn>
                        </p:par>
                        <p:par>
                          <p:cTn id="12" fill="hold">
                            <p:stCondLst>
                              <p:cond delay="2500"/>
                            </p:stCondLst>
                            <p:childTnLst>
                              <p:par>
                                <p:cTn id="13" presetID="10" presetClass="entr" presetSubtype="0" fill="hold" grpId="0" nodeType="afterEffect">
                                  <p:stCondLst>
                                    <p:cond delay="200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1402;p68">
            <a:extLst>
              <a:ext uri="{FF2B5EF4-FFF2-40B4-BE49-F238E27FC236}">
                <a16:creationId xmlns:a16="http://schemas.microsoft.com/office/drawing/2014/main" id="{3738D4A1-65CD-F44A-AE10-1BC9A47988ED}"/>
              </a:ext>
            </a:extLst>
          </p:cNvPr>
          <p:cNvPicPr preferRelativeResize="0"/>
          <p:nvPr/>
        </p:nvPicPr>
        <p:blipFill rotWithShape="1">
          <a:blip r:embed="rId2">
            <a:alphaModFix amt="52000"/>
          </a:blip>
          <a:srcRect l="1295" r="1285"/>
          <a:stretch/>
        </p:blipFill>
        <p:spPr>
          <a:xfrm rot="7074405">
            <a:off x="8579825" y="3887071"/>
            <a:ext cx="2023700" cy="2002557"/>
          </a:xfrm>
          <a:prstGeom prst="rect">
            <a:avLst/>
          </a:prstGeom>
          <a:noFill/>
          <a:ln>
            <a:noFill/>
          </a:ln>
        </p:spPr>
      </p:pic>
      <p:sp>
        <p:nvSpPr>
          <p:cNvPr id="4" name="Google Shape;1377;p68">
            <a:hlinkClick r:id="" action="ppaction://hlinkshowjump?jump=nextslide"/>
            <a:extLst>
              <a:ext uri="{FF2B5EF4-FFF2-40B4-BE49-F238E27FC236}">
                <a16:creationId xmlns:a16="http://schemas.microsoft.com/office/drawing/2014/main" id="{363ADFD5-390A-6E4D-BE90-476925016985}"/>
              </a:ext>
            </a:extLst>
          </p:cNvPr>
          <p:cNvSpPr/>
          <p:nvPr/>
        </p:nvSpPr>
        <p:spPr>
          <a:xfrm>
            <a:off x="8490450" y="4647151"/>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1">
              <a:lnSpc>
                <a:spcPct val="100000"/>
              </a:lnSpc>
              <a:spcBef>
                <a:spcPts val="0"/>
              </a:spcBef>
              <a:spcAft>
                <a:spcPts val="0"/>
              </a:spcAft>
              <a:buClr>
                <a:srgbClr val="000000"/>
              </a:buClr>
              <a:buFont typeface="Arial"/>
              <a:buNone/>
            </a:pPr>
            <a:endParaRPr/>
          </a:p>
        </p:txBody>
      </p:sp>
      <p:sp>
        <p:nvSpPr>
          <p:cNvPr id="5" name="Google Shape;1379;p68">
            <a:extLst>
              <a:ext uri="{FF2B5EF4-FFF2-40B4-BE49-F238E27FC236}">
                <a16:creationId xmlns:a16="http://schemas.microsoft.com/office/drawing/2014/main" id="{CC1A2EAB-B431-F14C-A727-B4A6912A05A9}"/>
              </a:ext>
            </a:extLst>
          </p:cNvPr>
          <p:cNvSpPr txBox="1"/>
          <p:nvPr/>
        </p:nvSpPr>
        <p:spPr>
          <a:xfrm>
            <a:off x="8394300" y="129000"/>
            <a:ext cx="470400" cy="514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Krona One"/>
                <a:ea typeface="Krona One"/>
                <a:cs typeface="Krona One"/>
                <a:sym typeface="Krona One"/>
              </a:rPr>
              <a:t>20</a:t>
            </a:r>
            <a:endParaRPr sz="1200">
              <a:solidFill>
                <a:schemeClr val="dk1"/>
              </a:solidFill>
              <a:latin typeface="Krona One"/>
              <a:ea typeface="Krona One"/>
              <a:cs typeface="Krona One"/>
              <a:sym typeface="Krona One"/>
            </a:endParaRPr>
          </a:p>
        </p:txBody>
      </p:sp>
      <p:pic>
        <p:nvPicPr>
          <p:cNvPr id="9" name="Google Shape;1401;p68">
            <a:extLst>
              <a:ext uri="{FF2B5EF4-FFF2-40B4-BE49-F238E27FC236}">
                <a16:creationId xmlns:a16="http://schemas.microsoft.com/office/drawing/2014/main" id="{155E4297-4CCB-D24C-8180-097D37A2F5E6}"/>
              </a:ext>
            </a:extLst>
          </p:cNvPr>
          <p:cNvPicPr preferRelativeResize="0"/>
          <p:nvPr/>
        </p:nvPicPr>
        <p:blipFill rotWithShape="1">
          <a:blip r:embed="rId2">
            <a:alphaModFix amt="58000"/>
          </a:blip>
          <a:srcRect l="1295" r="1285"/>
          <a:stretch/>
        </p:blipFill>
        <p:spPr>
          <a:xfrm rot="17287221">
            <a:off x="-1232650" y="794629"/>
            <a:ext cx="2285697" cy="2261816"/>
          </a:xfrm>
          <a:prstGeom prst="rect">
            <a:avLst/>
          </a:prstGeom>
          <a:noFill/>
          <a:ln>
            <a:noFill/>
          </a:ln>
        </p:spPr>
      </p:pic>
      <p:sp>
        <p:nvSpPr>
          <p:cNvPr id="11" name="Google Shape;1378;p68">
            <a:hlinkClick r:id="" action="ppaction://hlinkshowjump?jump=previousslide"/>
            <a:extLst>
              <a:ext uri="{FF2B5EF4-FFF2-40B4-BE49-F238E27FC236}">
                <a16:creationId xmlns:a16="http://schemas.microsoft.com/office/drawing/2014/main" id="{9FC00DC0-8764-924C-BDFA-A5D8BC37DB39}"/>
              </a:ext>
            </a:extLst>
          </p:cNvPr>
          <p:cNvSpPr/>
          <p:nvPr/>
        </p:nvSpPr>
        <p:spPr>
          <a:xfrm rot="10800000">
            <a:off x="374425" y="4647151"/>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TextBox 11">
            <a:extLst>
              <a:ext uri="{FF2B5EF4-FFF2-40B4-BE49-F238E27FC236}">
                <a16:creationId xmlns:a16="http://schemas.microsoft.com/office/drawing/2014/main" id="{A7410295-C333-C84C-9DAD-3461C1E42203}"/>
              </a:ext>
            </a:extLst>
          </p:cNvPr>
          <p:cNvSpPr txBox="1"/>
          <p:nvPr/>
        </p:nvSpPr>
        <p:spPr>
          <a:xfrm>
            <a:off x="3333359" y="135051"/>
            <a:ext cx="8639174" cy="369332"/>
          </a:xfrm>
          <a:prstGeom prst="rect">
            <a:avLst/>
          </a:prstGeom>
          <a:noFill/>
        </p:spPr>
        <p:txBody>
          <a:bodyPr wrap="square">
            <a:spAutoFit/>
          </a:bodyPr>
          <a:lstStyle/>
          <a:p>
            <a:pPr algn="l"/>
            <a:r>
              <a:rPr lang="fa-IR" sz="1800" b="1" i="0">
                <a:solidFill>
                  <a:srgbClr val="ECECEC"/>
                </a:solidFill>
                <a:effectLst/>
                <a:latin typeface="Lalezar" pitchFamily="2" charset="-78"/>
                <a:cs typeface="Lalezar" pitchFamily="2" charset="-78"/>
              </a:rPr>
              <a:t> کد نمونه فیلترینگ مشارکتی</a:t>
            </a:r>
          </a:p>
        </p:txBody>
      </p:sp>
      <p:sp>
        <p:nvSpPr>
          <p:cNvPr id="17" name="Google Shape;775;p51">
            <a:extLst>
              <a:ext uri="{FF2B5EF4-FFF2-40B4-BE49-F238E27FC236}">
                <a16:creationId xmlns:a16="http://schemas.microsoft.com/office/drawing/2014/main" id="{158271DC-3B16-BE47-A3FB-1AB144ACADC8}"/>
              </a:ext>
            </a:extLst>
          </p:cNvPr>
          <p:cNvSpPr/>
          <p:nvPr/>
        </p:nvSpPr>
        <p:spPr>
          <a:xfrm>
            <a:off x="1151867" y="719048"/>
            <a:ext cx="6837302" cy="4070977"/>
          </a:xfrm>
          <a:custGeom>
            <a:avLst/>
            <a:gdLst/>
            <a:ahLst/>
            <a:cxnLst/>
            <a:rect l="l" t="t" r="r" b="b"/>
            <a:pathLst>
              <a:path w="136615" h="89844" extrusionOk="0">
                <a:moveTo>
                  <a:pt x="6912" y="0"/>
                </a:moveTo>
                <a:cubicBezTo>
                  <a:pt x="3087" y="0"/>
                  <a:pt x="1" y="3086"/>
                  <a:pt x="1" y="6911"/>
                </a:cubicBezTo>
                <a:lnTo>
                  <a:pt x="1" y="82933"/>
                </a:lnTo>
                <a:cubicBezTo>
                  <a:pt x="1" y="86758"/>
                  <a:pt x="3087" y="89844"/>
                  <a:pt x="6912" y="89844"/>
                </a:cubicBezTo>
                <a:lnTo>
                  <a:pt x="129704" y="89844"/>
                </a:lnTo>
                <a:cubicBezTo>
                  <a:pt x="133529" y="89844"/>
                  <a:pt x="136615" y="86758"/>
                  <a:pt x="136615" y="82933"/>
                </a:cubicBezTo>
                <a:lnTo>
                  <a:pt x="136615" y="6911"/>
                </a:lnTo>
                <a:cubicBezTo>
                  <a:pt x="136615" y="3086"/>
                  <a:pt x="133529" y="0"/>
                  <a:pt x="129704" y="0"/>
                </a:cubicBezTo>
                <a:close/>
              </a:path>
            </a:pathLst>
          </a:custGeom>
          <a:solidFill>
            <a:srgbClr val="000000"/>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lang="en-US"/>
          </a:p>
        </p:txBody>
      </p:sp>
      <p:sp>
        <p:nvSpPr>
          <p:cNvPr id="21" name="Google Shape;784;p51">
            <a:extLst>
              <a:ext uri="{FF2B5EF4-FFF2-40B4-BE49-F238E27FC236}">
                <a16:creationId xmlns:a16="http://schemas.microsoft.com/office/drawing/2014/main" id="{8CB8BD09-F01E-BE42-AAB9-096640D53DF7}"/>
              </a:ext>
            </a:extLst>
          </p:cNvPr>
          <p:cNvSpPr/>
          <p:nvPr/>
        </p:nvSpPr>
        <p:spPr>
          <a:xfrm>
            <a:off x="7952390" y="214532"/>
            <a:ext cx="315300" cy="315300"/>
          </a:xfrm>
          <a:prstGeom prst="diamond">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TextBox 26">
            <a:extLst>
              <a:ext uri="{FF2B5EF4-FFF2-40B4-BE49-F238E27FC236}">
                <a16:creationId xmlns:a16="http://schemas.microsoft.com/office/drawing/2014/main" id="{3C1A82B4-F6BF-DD4B-A1AD-A273C61ED176}"/>
              </a:ext>
            </a:extLst>
          </p:cNvPr>
          <p:cNvSpPr txBox="1"/>
          <p:nvPr/>
        </p:nvSpPr>
        <p:spPr>
          <a:xfrm>
            <a:off x="1272075" y="772307"/>
            <a:ext cx="12739134" cy="4201150"/>
          </a:xfrm>
          <a:prstGeom prst="rect">
            <a:avLst/>
          </a:prstGeom>
          <a:noFill/>
        </p:spPr>
        <p:txBody>
          <a:bodyPr wrap="square" rtlCol="0">
            <a:spAutoFit/>
          </a:bodyPr>
          <a:lstStyle/>
          <a:p>
            <a:r>
              <a:rPr lang="en-US" sz="900">
                <a:solidFill>
                  <a:srgbClr val="2E95D3"/>
                </a:solidFill>
                <a:effectLst/>
                <a:latin typeface="Times New Roman" panose="02020603050405020304" pitchFamily="18" charset="0"/>
                <a:ea typeface="Times New Roman" panose="02020603050405020304" pitchFamily="18" charset="0"/>
                <a:cs typeface="Arial" panose="020B0604020202020204" pitchFamily="34" charset="0"/>
              </a:rPr>
              <a:t>import</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numpy </a:t>
            </a:r>
            <a:r>
              <a:rPr lang="en-US" sz="900">
                <a:solidFill>
                  <a:srgbClr val="2E95D3"/>
                </a:solidFill>
                <a:effectLst/>
                <a:latin typeface="Times New Roman" panose="02020603050405020304" pitchFamily="18" charset="0"/>
                <a:ea typeface="Times New Roman" panose="02020603050405020304" pitchFamily="18" charset="0"/>
                <a:cs typeface="Arial" panose="020B0604020202020204" pitchFamily="34" charset="0"/>
              </a:rPr>
              <a:t>as</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np</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2E95D3"/>
                </a:solidFill>
                <a:effectLst/>
                <a:latin typeface="Times New Roman" panose="02020603050405020304" pitchFamily="18" charset="0"/>
                <a:ea typeface="Times New Roman" panose="02020603050405020304" pitchFamily="18" charset="0"/>
                <a:cs typeface="Arial" panose="020B0604020202020204" pitchFamily="34" charset="0"/>
              </a:rPr>
              <a:t>from</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sklearn.metrics.pairwise </a:t>
            </a:r>
            <a:r>
              <a:rPr lang="en-US" sz="900">
                <a:solidFill>
                  <a:srgbClr val="2E95D3"/>
                </a:solidFill>
                <a:effectLst/>
                <a:latin typeface="Times New Roman" panose="02020603050405020304" pitchFamily="18" charset="0"/>
                <a:ea typeface="Times New Roman" panose="02020603050405020304" pitchFamily="18" charset="0"/>
                <a:cs typeface="Arial" panose="020B0604020202020204" pitchFamily="34" charset="0"/>
              </a:rPr>
              <a:t>import</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cosine_similarity</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chemeClr val="accent2">
                    <a:lumMod val="40000"/>
                    <a:lumOff val="60000"/>
                  </a:schemeClr>
                </a:solidFill>
                <a:effectLst/>
                <a:latin typeface="Times New Roman" panose="02020603050405020304" pitchFamily="18" charset="0"/>
                <a:ea typeface="Times New Roman" panose="02020603050405020304" pitchFamily="18" charset="0"/>
                <a:cs typeface="Arial" panose="020B0604020202020204" pitchFamily="34" charset="0"/>
              </a:rPr>
              <a:t># </a:t>
            </a:r>
            <a:r>
              <a:rPr lang="ar-SA" sz="900">
                <a:solidFill>
                  <a:schemeClr val="accent2">
                    <a:lumMod val="40000"/>
                    <a:lumOff val="60000"/>
                  </a:schemeClr>
                </a:solidFill>
                <a:effectLst/>
                <a:latin typeface="Times New Roman" panose="02020603050405020304" pitchFamily="18" charset="0"/>
                <a:ea typeface="Times New Roman" panose="02020603050405020304" pitchFamily="18" charset="0"/>
                <a:cs typeface="Arial" panose="020B0604020202020204" pitchFamily="34" charset="0"/>
              </a:rPr>
              <a:t>ماتریس امتیازدهی کاربران به محصولات</a:t>
            </a:r>
            <a:endParaRPr lang="en-US" sz="900">
              <a:solidFill>
                <a:schemeClr val="accent2">
                  <a:lumMod val="40000"/>
                  <a:lumOff val="60000"/>
                </a:schemeClr>
              </a:solidFill>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user_item_matrix = np.array([</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5</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0</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3</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1</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4</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0</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5</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1</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1</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5</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0</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0</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0</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0</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4</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5</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chemeClr val="accent2">
                    <a:lumMod val="40000"/>
                    <a:lumOff val="60000"/>
                  </a:schemeClr>
                </a:solidFill>
                <a:effectLst/>
                <a:latin typeface="Times New Roman" panose="02020603050405020304" pitchFamily="18" charset="0"/>
                <a:ea typeface="Times New Roman" panose="02020603050405020304" pitchFamily="18" charset="0"/>
                <a:cs typeface="Arial" panose="020B0604020202020204" pitchFamily="34" charset="0"/>
              </a:rPr>
              <a:t># </a:t>
            </a:r>
            <a:r>
              <a:rPr lang="ar-SA" sz="900">
                <a:solidFill>
                  <a:schemeClr val="accent2">
                    <a:lumMod val="40000"/>
                    <a:lumOff val="60000"/>
                  </a:schemeClr>
                </a:solidFill>
                <a:effectLst/>
                <a:latin typeface="Times New Roman" panose="02020603050405020304" pitchFamily="18" charset="0"/>
                <a:ea typeface="Times New Roman" panose="02020603050405020304" pitchFamily="18" charset="0"/>
                <a:cs typeface="Arial" panose="020B0604020202020204" pitchFamily="34" charset="0"/>
              </a:rPr>
              <a:t>محاسبه شباهت‌ها بین کاربران</a:t>
            </a:r>
            <a:endParaRPr lang="en-US" sz="900">
              <a:solidFill>
                <a:schemeClr val="accent2">
                  <a:lumMod val="40000"/>
                  <a:lumOff val="60000"/>
                </a:schemeClr>
              </a:solidFill>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user_similarity = cosine_similarity(user_item_matrix)</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E9950C"/>
                </a:solidFill>
                <a:effectLst/>
                <a:latin typeface="Times New Roman" panose="02020603050405020304" pitchFamily="18" charset="0"/>
                <a:ea typeface="Times New Roman" panose="02020603050405020304" pitchFamily="18" charset="0"/>
                <a:cs typeface="Arial" panose="020B0604020202020204" pitchFamily="34" charset="0"/>
              </a:rPr>
              <a:t>print</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a:t>
            </a:r>
            <a:r>
              <a:rPr lang="en-US" sz="900">
                <a:solidFill>
                  <a:srgbClr val="00A67D"/>
                </a:solidFill>
                <a:effectLst/>
                <a:latin typeface="Times New Roman" panose="02020603050405020304" pitchFamily="18" charset="0"/>
                <a:ea typeface="Times New Roman" panose="02020603050405020304" pitchFamily="18" charset="0"/>
                <a:cs typeface="Arial" panose="020B0604020202020204" pitchFamily="34" charset="0"/>
              </a:rPr>
              <a:t>"User Similarities:"</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user_similarity)</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chemeClr val="accent2">
                    <a:lumMod val="40000"/>
                    <a:lumOff val="60000"/>
                  </a:schemeClr>
                </a:solidFill>
                <a:effectLst/>
                <a:latin typeface="Times New Roman" panose="02020603050405020304" pitchFamily="18" charset="0"/>
                <a:ea typeface="Times New Roman" panose="02020603050405020304" pitchFamily="18" charset="0"/>
                <a:cs typeface="Arial" panose="020B0604020202020204" pitchFamily="34" charset="0"/>
              </a:rPr>
              <a:t># </a:t>
            </a:r>
            <a:r>
              <a:rPr lang="ar-SA" sz="900">
                <a:solidFill>
                  <a:schemeClr val="accent2">
                    <a:lumMod val="40000"/>
                    <a:lumOff val="60000"/>
                  </a:schemeClr>
                </a:solidFill>
                <a:effectLst/>
                <a:latin typeface="Times New Roman" panose="02020603050405020304" pitchFamily="18" charset="0"/>
                <a:ea typeface="Times New Roman" panose="02020603050405020304" pitchFamily="18" charset="0"/>
                <a:cs typeface="Arial" panose="020B0604020202020204" pitchFamily="34" charset="0"/>
              </a:rPr>
              <a:t>نمایش پیشنهاد برای کاربر خاص</a:t>
            </a:r>
            <a:endParaRPr lang="en-US" sz="900">
              <a:solidFill>
                <a:schemeClr val="accent2">
                  <a:lumMod val="40000"/>
                  <a:lumOff val="60000"/>
                </a:schemeClr>
              </a:solidFill>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2E95D3"/>
                </a:solidFill>
                <a:effectLst/>
                <a:latin typeface="Times New Roman" panose="02020603050405020304" pitchFamily="18" charset="0"/>
                <a:ea typeface="Times New Roman" panose="02020603050405020304" pitchFamily="18" charset="0"/>
                <a:cs typeface="Arial" panose="020B0604020202020204" pitchFamily="34" charset="0"/>
              </a:rPr>
              <a:t>def</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F22C3D"/>
                </a:solidFill>
                <a:effectLst/>
                <a:latin typeface="Times New Roman" panose="02020603050405020304" pitchFamily="18" charset="0"/>
                <a:ea typeface="Times New Roman" panose="02020603050405020304" pitchFamily="18" charset="0"/>
                <a:cs typeface="Arial" panose="020B0604020202020204" pitchFamily="34" charset="0"/>
              </a:rPr>
              <a:t>recommend_for_user</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a:t>
            </a:r>
            <a:r>
              <a:rPr lang="en-US" sz="900">
                <a:solidFill>
                  <a:srgbClr val="FFFFFF"/>
                </a:solidFill>
                <a:effectLst/>
                <a:latin typeface="Times New Roman" panose="02020603050405020304" pitchFamily="18" charset="0"/>
                <a:ea typeface="Times New Roman" panose="02020603050405020304" pitchFamily="18" charset="0"/>
                <a:cs typeface="Arial" panose="020B0604020202020204" pitchFamily="34" charset="0"/>
              </a:rPr>
              <a:t>user_index, num_recommendations=</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2</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user_ratings = user_item_matrix[user_index]</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similar_users = np.argsort(-user_similarity[user_index])  </a:t>
            </a:r>
            <a:r>
              <a:rPr lang="en-US" sz="900">
                <a:solidFill>
                  <a:srgbClr val="FFFFFF"/>
                </a:solidFill>
                <a:effectLst/>
                <a:latin typeface="Times New Roman" panose="02020603050405020304" pitchFamily="18" charset="0"/>
                <a:ea typeface="Times New Roman" panose="02020603050405020304" pitchFamily="18" charset="0"/>
                <a:cs typeface="Arial" panose="020B0604020202020204" pitchFamily="34" charset="0"/>
              </a:rPr>
              <a:t># </a:t>
            </a:r>
            <a:r>
              <a:rPr lang="ar-SA" sz="900">
                <a:solidFill>
                  <a:srgbClr val="FFFFFF"/>
                </a:solidFill>
                <a:effectLst/>
                <a:latin typeface="Times New Roman" panose="02020603050405020304" pitchFamily="18" charset="0"/>
                <a:ea typeface="Times New Roman" panose="02020603050405020304" pitchFamily="18" charset="0"/>
                <a:cs typeface="Arial" panose="020B0604020202020204" pitchFamily="34" charset="0"/>
              </a:rPr>
              <a:t>ترتیب کاربران مشابه</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recommendations = []</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2E95D3"/>
                </a:solidFill>
                <a:effectLst/>
                <a:latin typeface="Times New Roman" panose="02020603050405020304" pitchFamily="18" charset="0"/>
                <a:ea typeface="Times New Roman" panose="02020603050405020304" pitchFamily="18" charset="0"/>
                <a:cs typeface="Arial" panose="020B0604020202020204" pitchFamily="34" charset="0"/>
              </a:rPr>
              <a:t>for</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similar_user </a:t>
            </a:r>
            <a:r>
              <a:rPr lang="en-US" sz="900">
                <a:solidFill>
                  <a:srgbClr val="2E95D3"/>
                </a:solidFill>
                <a:effectLst/>
                <a:latin typeface="Times New Roman" panose="02020603050405020304" pitchFamily="18" charset="0"/>
                <a:ea typeface="Times New Roman" panose="02020603050405020304" pitchFamily="18" charset="0"/>
                <a:cs typeface="Arial" panose="020B0604020202020204" pitchFamily="34" charset="0"/>
              </a:rPr>
              <a:t>in</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similar_users:</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2E95D3"/>
                </a:solidFill>
                <a:effectLst/>
                <a:latin typeface="Times New Roman" panose="02020603050405020304" pitchFamily="18" charset="0"/>
                <a:ea typeface="Times New Roman" panose="02020603050405020304" pitchFamily="18" charset="0"/>
                <a:cs typeface="Arial" panose="020B0604020202020204" pitchFamily="34" charset="0"/>
              </a:rPr>
              <a:t>if</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similar_user != user_index:</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similar_user_ratings = user_item_matrix[similar_user]</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2E95D3"/>
                </a:solidFill>
                <a:effectLst/>
                <a:latin typeface="Times New Roman" panose="02020603050405020304" pitchFamily="18" charset="0"/>
                <a:ea typeface="Times New Roman" panose="02020603050405020304" pitchFamily="18" charset="0"/>
                <a:cs typeface="Arial" panose="020B0604020202020204" pitchFamily="34" charset="0"/>
              </a:rPr>
              <a:t>for</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item, rating </a:t>
            </a:r>
            <a:r>
              <a:rPr lang="en-US" sz="900">
                <a:solidFill>
                  <a:srgbClr val="2E95D3"/>
                </a:solidFill>
                <a:effectLst/>
                <a:latin typeface="Times New Roman" panose="02020603050405020304" pitchFamily="18" charset="0"/>
                <a:ea typeface="Times New Roman" panose="02020603050405020304" pitchFamily="18" charset="0"/>
                <a:cs typeface="Arial" panose="020B0604020202020204" pitchFamily="34" charset="0"/>
              </a:rPr>
              <a:t>in</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E9950C"/>
                </a:solidFill>
                <a:effectLst/>
                <a:latin typeface="Times New Roman" panose="02020603050405020304" pitchFamily="18" charset="0"/>
                <a:ea typeface="Times New Roman" panose="02020603050405020304" pitchFamily="18" charset="0"/>
                <a:cs typeface="Arial" panose="020B0604020202020204" pitchFamily="34" charset="0"/>
              </a:rPr>
              <a:t>enumerate</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(similar_user_ratings):</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2E95D3"/>
                </a:solidFill>
                <a:effectLst/>
                <a:latin typeface="Times New Roman" panose="02020603050405020304" pitchFamily="18" charset="0"/>
                <a:ea typeface="Times New Roman" panose="02020603050405020304" pitchFamily="18" charset="0"/>
                <a:cs typeface="Arial" panose="020B0604020202020204" pitchFamily="34" charset="0"/>
              </a:rPr>
              <a:t>if</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rating &gt;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0</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2E95D3"/>
                </a:solidFill>
                <a:effectLst/>
                <a:latin typeface="Times New Roman" panose="02020603050405020304" pitchFamily="18" charset="0"/>
                <a:ea typeface="Times New Roman" panose="02020603050405020304" pitchFamily="18" charset="0"/>
                <a:cs typeface="Arial" panose="020B0604020202020204" pitchFamily="34" charset="0"/>
              </a:rPr>
              <a:t>and</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user_ratings[item] ==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0</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FFFFFF"/>
                </a:solidFill>
                <a:effectLst/>
                <a:latin typeface="Times New Roman" panose="02020603050405020304" pitchFamily="18" charset="0"/>
                <a:ea typeface="Times New Roman" panose="02020603050405020304" pitchFamily="18" charset="0"/>
                <a:cs typeface="Arial" panose="020B0604020202020204" pitchFamily="34" charset="0"/>
              </a:rPr>
              <a:t># </a:t>
            </a:r>
            <a:r>
              <a:rPr lang="ar-SA" sz="900">
                <a:solidFill>
                  <a:srgbClr val="FFFFFF"/>
                </a:solidFill>
                <a:effectLst/>
                <a:latin typeface="Times New Roman" panose="02020603050405020304" pitchFamily="18" charset="0"/>
                <a:ea typeface="Times New Roman" panose="02020603050405020304" pitchFamily="18" charset="0"/>
                <a:cs typeface="Arial" panose="020B0604020202020204" pitchFamily="34" charset="0"/>
              </a:rPr>
              <a:t>اگر کاربر آیتم را ندیده باشد</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recommendations.append((item, rating))</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2E95D3"/>
                </a:solidFill>
                <a:effectLst/>
                <a:latin typeface="Times New Roman" panose="02020603050405020304" pitchFamily="18" charset="0"/>
                <a:ea typeface="Times New Roman" panose="02020603050405020304" pitchFamily="18" charset="0"/>
                <a:cs typeface="Arial" panose="020B0604020202020204" pitchFamily="34" charset="0"/>
              </a:rPr>
              <a:t>break</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chemeClr val="accent2">
                    <a:lumMod val="40000"/>
                    <a:lumOff val="60000"/>
                  </a:schemeClr>
                </a:solidFill>
                <a:effectLst/>
                <a:latin typeface="Times New Roman" panose="02020603050405020304" pitchFamily="18" charset="0"/>
                <a:ea typeface="Times New Roman" panose="02020603050405020304" pitchFamily="18" charset="0"/>
                <a:cs typeface="Arial" panose="020B0604020202020204" pitchFamily="34" charset="0"/>
              </a:rPr>
              <a:t># </a:t>
            </a:r>
            <a:r>
              <a:rPr lang="ar-SA" sz="900">
                <a:solidFill>
                  <a:schemeClr val="accent2">
                    <a:lumMod val="40000"/>
                    <a:lumOff val="60000"/>
                  </a:schemeClr>
                </a:solidFill>
                <a:effectLst/>
                <a:latin typeface="Times New Roman" panose="02020603050405020304" pitchFamily="18" charset="0"/>
                <a:ea typeface="Times New Roman" panose="02020603050405020304" pitchFamily="18" charset="0"/>
                <a:cs typeface="Arial" panose="020B0604020202020204" pitchFamily="34" charset="0"/>
              </a:rPr>
              <a:t>فقط از نزدیک‌ترین کاربر مشابه استفاده کنید</a:t>
            </a:r>
            <a:endParaRPr lang="en-US" sz="900">
              <a:solidFill>
                <a:schemeClr val="accent2">
                  <a:lumMod val="40000"/>
                  <a:lumOff val="60000"/>
                </a:schemeClr>
              </a:solidFill>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2E95D3"/>
                </a:solidFill>
                <a:effectLst/>
                <a:latin typeface="Times New Roman" panose="02020603050405020304" pitchFamily="18" charset="0"/>
                <a:ea typeface="Times New Roman" panose="02020603050405020304" pitchFamily="18" charset="0"/>
                <a:cs typeface="Arial" panose="020B0604020202020204" pitchFamily="34" charset="0"/>
              </a:rPr>
              <a:t>return</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recommendations[:num_recommendations]</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E9950C"/>
                </a:solidFill>
                <a:effectLst/>
                <a:latin typeface="Times New Roman" panose="02020603050405020304" pitchFamily="18" charset="0"/>
                <a:ea typeface="Times New Roman" panose="02020603050405020304" pitchFamily="18" charset="0"/>
                <a:cs typeface="Arial" panose="020B0604020202020204" pitchFamily="34" charset="0"/>
              </a:rPr>
              <a:t>print</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a:t>
            </a:r>
            <a:r>
              <a:rPr lang="en-US" sz="900">
                <a:solidFill>
                  <a:srgbClr val="00A67D"/>
                </a:solidFill>
                <a:effectLst/>
                <a:latin typeface="Times New Roman" panose="02020603050405020304" pitchFamily="18" charset="0"/>
                <a:ea typeface="Times New Roman" panose="02020603050405020304" pitchFamily="18" charset="0"/>
                <a:cs typeface="Arial" panose="020B0604020202020204" pitchFamily="34" charset="0"/>
              </a:rPr>
              <a:t>"Recommendations for user 0:"</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recommend_for_user(</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0</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effectLst/>
                <a:latin typeface="Calibri" panose="020F0502020204030204" pitchFamily="34" charset="0"/>
                <a:ea typeface="Calibri" panose="020F0502020204030204" pitchFamily="34" charset="0"/>
                <a:cs typeface="Arial" panose="020B0604020202020204" pitchFamily="34" charset="0"/>
              </a:rPr>
              <a:t> </a:t>
            </a:r>
          </a:p>
          <a:p>
            <a:endParaRPr lang="en-US" sz="700"/>
          </a:p>
        </p:txBody>
      </p:sp>
      <p:sp>
        <p:nvSpPr>
          <p:cNvPr id="28" name="TextBox 27">
            <a:extLst>
              <a:ext uri="{FF2B5EF4-FFF2-40B4-BE49-F238E27FC236}">
                <a16:creationId xmlns:a16="http://schemas.microsoft.com/office/drawing/2014/main" id="{A050F599-28B6-C74D-A9AA-8234A0D7F3F3}"/>
              </a:ext>
            </a:extLst>
          </p:cNvPr>
          <p:cNvSpPr txBox="1"/>
          <p:nvPr/>
        </p:nvSpPr>
        <p:spPr>
          <a:xfrm>
            <a:off x="1378154" y="390984"/>
            <a:ext cx="6574236" cy="276999"/>
          </a:xfrm>
          <a:prstGeom prst="rect">
            <a:avLst/>
          </a:prstGeom>
          <a:noFill/>
        </p:spPr>
        <p:txBody>
          <a:bodyPr wrap="none" rtlCol="0">
            <a:spAutoFit/>
          </a:bodyPr>
          <a:lstStyle/>
          <a:p>
            <a:r>
              <a:rPr lang="fa-IR" sz="1200" b="0" i="0">
                <a:solidFill>
                  <a:srgbClr val="D4F4E6"/>
                </a:solidFill>
                <a:effectLst/>
                <a:latin typeface="Lalezar" pitchFamily="2" charset="-78"/>
                <a:cs typeface="Lalezar" pitchFamily="2" charset="-78"/>
              </a:rPr>
              <a:t>در این کد نمونه، از ماتریس کاربر-آیتم و محاسبه شباهت کسینوسی بین کاربران استفاده شده است تا پیشنهادات را ارائه دهد.</a:t>
            </a:r>
            <a:endParaRPr lang="en-US" sz="1200">
              <a:solidFill>
                <a:srgbClr val="D4F4E6"/>
              </a:solidFill>
              <a:latin typeface="Lalezar" pitchFamily="2" charset="-78"/>
              <a:cs typeface="Lalezar" pitchFamily="2" charset="-78"/>
            </a:endParaRPr>
          </a:p>
        </p:txBody>
      </p:sp>
    </p:spTree>
    <p:extLst>
      <p:ext uri="{BB962C8B-B14F-4D97-AF65-F5344CB8AC3E}">
        <p14:creationId xmlns:p14="http://schemas.microsoft.com/office/powerpoint/2010/main" val="19783902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nodeType="withEffect">
                                  <p:stCondLst>
                                    <p:cond delay="500"/>
                                  </p:stCondLst>
                                  <p:iterate type="lt">
                                    <p:tmPct val="10000"/>
                                  </p:iterate>
                                  <p:childTnLst>
                                    <p:set>
                                      <p:cBhvr>
                                        <p:cTn id="6" dur="1" fill="hold">
                                          <p:stCondLst>
                                            <p:cond delay="0"/>
                                          </p:stCondLst>
                                        </p:cTn>
                                        <p:tgtEl>
                                          <p:spTgt spid="27">
                                            <p:txEl>
                                              <p:pRg st="0" end="0"/>
                                            </p:txEl>
                                          </p:spTgt>
                                        </p:tgtEl>
                                        <p:attrNameLst>
                                          <p:attrName>style.visibility</p:attrName>
                                        </p:attrNameLst>
                                      </p:cBhvr>
                                      <p:to>
                                        <p:strVal val="visible"/>
                                      </p:to>
                                    </p:set>
                                    <p:anim calcmode="lin" valueType="num">
                                      <p:cBhvr>
                                        <p:cTn id="7" dur="500" fill="hold"/>
                                        <p:tgtEl>
                                          <p:spTgt spid="27">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27">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7">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7">
                                            <p:txEl>
                                              <p:pRg st="0" end="0"/>
                                            </p:txEl>
                                          </p:spTgt>
                                        </p:tgtEl>
                                      </p:cBhvr>
                                    </p:animEffect>
                                  </p:childTnLst>
                                </p:cTn>
                              </p:par>
                              <p:par>
                                <p:cTn id="12" presetID="41" presetClass="entr" presetSubtype="0" fill="hold" nodeType="withEffect">
                                  <p:stCondLst>
                                    <p:cond delay="500"/>
                                  </p:stCondLst>
                                  <p:iterate type="lt">
                                    <p:tmPct val="10000"/>
                                  </p:iterate>
                                  <p:childTnLst>
                                    <p:set>
                                      <p:cBhvr>
                                        <p:cTn id="13" dur="1" fill="hold">
                                          <p:stCondLst>
                                            <p:cond delay="0"/>
                                          </p:stCondLst>
                                        </p:cTn>
                                        <p:tgtEl>
                                          <p:spTgt spid="27">
                                            <p:txEl>
                                              <p:pRg st="1" end="1"/>
                                            </p:txEl>
                                          </p:spTgt>
                                        </p:tgtEl>
                                        <p:attrNameLst>
                                          <p:attrName>style.visibility</p:attrName>
                                        </p:attrNameLst>
                                      </p:cBhvr>
                                      <p:to>
                                        <p:strVal val="visible"/>
                                      </p:to>
                                    </p:set>
                                    <p:anim calcmode="lin" valueType="num">
                                      <p:cBhvr>
                                        <p:cTn id="14" dur="500" fill="hold"/>
                                        <p:tgtEl>
                                          <p:spTgt spid="27">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5" dur="500" fill="hold"/>
                                        <p:tgtEl>
                                          <p:spTgt spid="27">
                                            <p:txEl>
                                              <p:pRg st="1" end="1"/>
                                            </p:txEl>
                                          </p:spTgt>
                                        </p:tgtEl>
                                        <p:attrNameLst>
                                          <p:attrName>ppt_y</p:attrName>
                                        </p:attrNameLst>
                                      </p:cBhvr>
                                      <p:tavLst>
                                        <p:tav tm="0">
                                          <p:val>
                                            <p:strVal val="#ppt_y"/>
                                          </p:val>
                                        </p:tav>
                                        <p:tav tm="100000">
                                          <p:val>
                                            <p:strVal val="#ppt_y"/>
                                          </p:val>
                                        </p:tav>
                                      </p:tavLst>
                                    </p:anim>
                                    <p:anim calcmode="lin" valueType="num">
                                      <p:cBhvr>
                                        <p:cTn id="16" dur="500" fill="hold"/>
                                        <p:tgtEl>
                                          <p:spTgt spid="27">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7" dur="500" fill="hold"/>
                                        <p:tgtEl>
                                          <p:spTgt spid="27">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8" dur="500" tmFilter="0,0; .5, 1; 1, 1"/>
                                        <p:tgtEl>
                                          <p:spTgt spid="27">
                                            <p:txEl>
                                              <p:pRg st="1" end="1"/>
                                            </p:txEl>
                                          </p:spTgt>
                                        </p:tgtEl>
                                      </p:cBhvr>
                                    </p:animEffect>
                                  </p:childTnLst>
                                </p:cTn>
                              </p:par>
                              <p:par>
                                <p:cTn id="19" presetID="41" presetClass="entr" presetSubtype="0" fill="hold" nodeType="withEffect">
                                  <p:stCondLst>
                                    <p:cond delay="500"/>
                                  </p:stCondLst>
                                  <p:iterate type="lt">
                                    <p:tmPct val="10000"/>
                                  </p:iterate>
                                  <p:childTnLst>
                                    <p:set>
                                      <p:cBhvr>
                                        <p:cTn id="20" dur="1" fill="hold">
                                          <p:stCondLst>
                                            <p:cond delay="0"/>
                                          </p:stCondLst>
                                        </p:cTn>
                                        <p:tgtEl>
                                          <p:spTgt spid="27">
                                            <p:txEl>
                                              <p:pRg st="2" end="2"/>
                                            </p:txEl>
                                          </p:spTgt>
                                        </p:tgtEl>
                                        <p:attrNameLst>
                                          <p:attrName>style.visibility</p:attrName>
                                        </p:attrNameLst>
                                      </p:cBhvr>
                                      <p:to>
                                        <p:strVal val="visible"/>
                                      </p:to>
                                    </p:set>
                                    <p:anim calcmode="lin" valueType="num">
                                      <p:cBhvr>
                                        <p:cTn id="21" dur="500" fill="hold"/>
                                        <p:tgtEl>
                                          <p:spTgt spid="27">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22" dur="500" fill="hold"/>
                                        <p:tgtEl>
                                          <p:spTgt spid="27">
                                            <p:txEl>
                                              <p:pRg st="2" end="2"/>
                                            </p:txEl>
                                          </p:spTgt>
                                        </p:tgtEl>
                                        <p:attrNameLst>
                                          <p:attrName>ppt_y</p:attrName>
                                        </p:attrNameLst>
                                      </p:cBhvr>
                                      <p:tavLst>
                                        <p:tav tm="0">
                                          <p:val>
                                            <p:strVal val="#ppt_y"/>
                                          </p:val>
                                        </p:tav>
                                        <p:tav tm="100000">
                                          <p:val>
                                            <p:strVal val="#ppt_y"/>
                                          </p:val>
                                        </p:tav>
                                      </p:tavLst>
                                    </p:anim>
                                    <p:anim calcmode="lin" valueType="num">
                                      <p:cBhvr>
                                        <p:cTn id="23" dur="500" fill="hold"/>
                                        <p:tgtEl>
                                          <p:spTgt spid="27">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4" dur="500" fill="hold"/>
                                        <p:tgtEl>
                                          <p:spTgt spid="27">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5" dur="500" tmFilter="0,0; .5, 1; 1, 1"/>
                                        <p:tgtEl>
                                          <p:spTgt spid="27">
                                            <p:txEl>
                                              <p:pRg st="2" end="2"/>
                                            </p:txEl>
                                          </p:spTgt>
                                        </p:tgtEl>
                                      </p:cBhvr>
                                    </p:animEffect>
                                  </p:childTnLst>
                                </p:cTn>
                              </p:par>
                              <p:par>
                                <p:cTn id="26" presetID="41" presetClass="entr" presetSubtype="0" fill="hold" nodeType="withEffect">
                                  <p:stCondLst>
                                    <p:cond delay="500"/>
                                  </p:stCondLst>
                                  <p:iterate type="lt">
                                    <p:tmPct val="10000"/>
                                  </p:iterate>
                                  <p:childTnLst>
                                    <p:set>
                                      <p:cBhvr>
                                        <p:cTn id="27" dur="1" fill="hold">
                                          <p:stCondLst>
                                            <p:cond delay="0"/>
                                          </p:stCondLst>
                                        </p:cTn>
                                        <p:tgtEl>
                                          <p:spTgt spid="27">
                                            <p:txEl>
                                              <p:pRg st="3" end="3"/>
                                            </p:txEl>
                                          </p:spTgt>
                                        </p:tgtEl>
                                        <p:attrNameLst>
                                          <p:attrName>style.visibility</p:attrName>
                                        </p:attrNameLst>
                                      </p:cBhvr>
                                      <p:to>
                                        <p:strVal val="visible"/>
                                      </p:to>
                                    </p:set>
                                    <p:anim calcmode="lin" valueType="num">
                                      <p:cBhvr>
                                        <p:cTn id="28" dur="500" fill="hold"/>
                                        <p:tgtEl>
                                          <p:spTgt spid="27">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p:cTn id="29" dur="500" fill="hold"/>
                                        <p:tgtEl>
                                          <p:spTgt spid="27">
                                            <p:txEl>
                                              <p:pRg st="3" end="3"/>
                                            </p:txEl>
                                          </p:spTgt>
                                        </p:tgtEl>
                                        <p:attrNameLst>
                                          <p:attrName>ppt_y</p:attrName>
                                        </p:attrNameLst>
                                      </p:cBhvr>
                                      <p:tavLst>
                                        <p:tav tm="0">
                                          <p:val>
                                            <p:strVal val="#ppt_y"/>
                                          </p:val>
                                        </p:tav>
                                        <p:tav tm="100000">
                                          <p:val>
                                            <p:strVal val="#ppt_y"/>
                                          </p:val>
                                        </p:tav>
                                      </p:tavLst>
                                    </p:anim>
                                    <p:anim calcmode="lin" valueType="num">
                                      <p:cBhvr>
                                        <p:cTn id="30" dur="500" fill="hold"/>
                                        <p:tgtEl>
                                          <p:spTgt spid="27">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1" dur="500" fill="hold"/>
                                        <p:tgtEl>
                                          <p:spTgt spid="27">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2" dur="500" tmFilter="0,0; .5, 1; 1, 1"/>
                                        <p:tgtEl>
                                          <p:spTgt spid="27">
                                            <p:txEl>
                                              <p:pRg st="3" end="3"/>
                                            </p:txEl>
                                          </p:spTgt>
                                        </p:tgtEl>
                                      </p:cBhvr>
                                    </p:animEffect>
                                  </p:childTnLst>
                                </p:cTn>
                              </p:par>
                              <p:par>
                                <p:cTn id="33" presetID="41" presetClass="entr" presetSubtype="0" fill="hold" nodeType="withEffect">
                                  <p:stCondLst>
                                    <p:cond delay="500"/>
                                  </p:stCondLst>
                                  <p:iterate type="lt">
                                    <p:tmPct val="10000"/>
                                  </p:iterate>
                                  <p:childTnLst>
                                    <p:set>
                                      <p:cBhvr>
                                        <p:cTn id="34" dur="1" fill="hold">
                                          <p:stCondLst>
                                            <p:cond delay="0"/>
                                          </p:stCondLst>
                                        </p:cTn>
                                        <p:tgtEl>
                                          <p:spTgt spid="27">
                                            <p:txEl>
                                              <p:pRg st="4" end="4"/>
                                            </p:txEl>
                                          </p:spTgt>
                                        </p:tgtEl>
                                        <p:attrNameLst>
                                          <p:attrName>style.visibility</p:attrName>
                                        </p:attrNameLst>
                                      </p:cBhvr>
                                      <p:to>
                                        <p:strVal val="visible"/>
                                      </p:to>
                                    </p:set>
                                    <p:anim calcmode="lin" valueType="num">
                                      <p:cBhvr>
                                        <p:cTn id="35" dur="500" fill="hold"/>
                                        <p:tgtEl>
                                          <p:spTgt spid="27">
                                            <p:txEl>
                                              <p:pRg st="4" end="4"/>
                                            </p:txEl>
                                          </p:spTgt>
                                        </p:tgtEl>
                                        <p:attrNameLst>
                                          <p:attrName>ppt_x</p:attrName>
                                        </p:attrNameLst>
                                      </p:cBhvr>
                                      <p:tavLst>
                                        <p:tav tm="0">
                                          <p:val>
                                            <p:strVal val="#ppt_x"/>
                                          </p:val>
                                        </p:tav>
                                        <p:tav tm="50000">
                                          <p:val>
                                            <p:strVal val="#ppt_x+.1"/>
                                          </p:val>
                                        </p:tav>
                                        <p:tav tm="100000">
                                          <p:val>
                                            <p:strVal val="#ppt_x"/>
                                          </p:val>
                                        </p:tav>
                                      </p:tavLst>
                                    </p:anim>
                                    <p:anim calcmode="lin" valueType="num">
                                      <p:cBhvr>
                                        <p:cTn id="36" dur="500" fill="hold"/>
                                        <p:tgtEl>
                                          <p:spTgt spid="27">
                                            <p:txEl>
                                              <p:pRg st="4" end="4"/>
                                            </p:txEl>
                                          </p:spTgt>
                                        </p:tgtEl>
                                        <p:attrNameLst>
                                          <p:attrName>ppt_y</p:attrName>
                                        </p:attrNameLst>
                                      </p:cBhvr>
                                      <p:tavLst>
                                        <p:tav tm="0">
                                          <p:val>
                                            <p:strVal val="#ppt_y"/>
                                          </p:val>
                                        </p:tav>
                                        <p:tav tm="100000">
                                          <p:val>
                                            <p:strVal val="#ppt_y"/>
                                          </p:val>
                                        </p:tav>
                                      </p:tavLst>
                                    </p:anim>
                                    <p:anim calcmode="lin" valueType="num">
                                      <p:cBhvr>
                                        <p:cTn id="37" dur="500" fill="hold"/>
                                        <p:tgtEl>
                                          <p:spTgt spid="27">
                                            <p:txEl>
                                              <p:pRg st="4" end="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8" dur="500" fill="hold"/>
                                        <p:tgtEl>
                                          <p:spTgt spid="27">
                                            <p:txEl>
                                              <p:pRg st="4" end="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9" dur="500" tmFilter="0,0; .5, 1; 1, 1"/>
                                        <p:tgtEl>
                                          <p:spTgt spid="27">
                                            <p:txEl>
                                              <p:pRg st="4" end="4"/>
                                            </p:txEl>
                                          </p:spTgt>
                                        </p:tgtEl>
                                      </p:cBhvr>
                                    </p:animEffect>
                                  </p:childTnLst>
                                </p:cTn>
                              </p:par>
                              <p:par>
                                <p:cTn id="40" presetID="41" presetClass="entr" presetSubtype="0" fill="hold" nodeType="withEffect">
                                  <p:stCondLst>
                                    <p:cond delay="500"/>
                                  </p:stCondLst>
                                  <p:iterate type="lt">
                                    <p:tmPct val="10000"/>
                                  </p:iterate>
                                  <p:childTnLst>
                                    <p:set>
                                      <p:cBhvr>
                                        <p:cTn id="41" dur="1" fill="hold">
                                          <p:stCondLst>
                                            <p:cond delay="0"/>
                                          </p:stCondLst>
                                        </p:cTn>
                                        <p:tgtEl>
                                          <p:spTgt spid="27">
                                            <p:txEl>
                                              <p:pRg st="5" end="5"/>
                                            </p:txEl>
                                          </p:spTgt>
                                        </p:tgtEl>
                                        <p:attrNameLst>
                                          <p:attrName>style.visibility</p:attrName>
                                        </p:attrNameLst>
                                      </p:cBhvr>
                                      <p:to>
                                        <p:strVal val="visible"/>
                                      </p:to>
                                    </p:set>
                                    <p:anim calcmode="lin" valueType="num">
                                      <p:cBhvr>
                                        <p:cTn id="42" dur="500" fill="hold"/>
                                        <p:tgtEl>
                                          <p:spTgt spid="27">
                                            <p:txEl>
                                              <p:pRg st="5" end="5"/>
                                            </p:txEl>
                                          </p:spTgt>
                                        </p:tgtEl>
                                        <p:attrNameLst>
                                          <p:attrName>ppt_x</p:attrName>
                                        </p:attrNameLst>
                                      </p:cBhvr>
                                      <p:tavLst>
                                        <p:tav tm="0">
                                          <p:val>
                                            <p:strVal val="#ppt_x"/>
                                          </p:val>
                                        </p:tav>
                                        <p:tav tm="50000">
                                          <p:val>
                                            <p:strVal val="#ppt_x+.1"/>
                                          </p:val>
                                        </p:tav>
                                        <p:tav tm="100000">
                                          <p:val>
                                            <p:strVal val="#ppt_x"/>
                                          </p:val>
                                        </p:tav>
                                      </p:tavLst>
                                    </p:anim>
                                    <p:anim calcmode="lin" valueType="num">
                                      <p:cBhvr>
                                        <p:cTn id="43" dur="500" fill="hold"/>
                                        <p:tgtEl>
                                          <p:spTgt spid="27">
                                            <p:txEl>
                                              <p:pRg st="5" end="5"/>
                                            </p:txEl>
                                          </p:spTgt>
                                        </p:tgtEl>
                                        <p:attrNameLst>
                                          <p:attrName>ppt_y</p:attrName>
                                        </p:attrNameLst>
                                      </p:cBhvr>
                                      <p:tavLst>
                                        <p:tav tm="0">
                                          <p:val>
                                            <p:strVal val="#ppt_y"/>
                                          </p:val>
                                        </p:tav>
                                        <p:tav tm="100000">
                                          <p:val>
                                            <p:strVal val="#ppt_y"/>
                                          </p:val>
                                        </p:tav>
                                      </p:tavLst>
                                    </p:anim>
                                    <p:anim calcmode="lin" valueType="num">
                                      <p:cBhvr>
                                        <p:cTn id="44" dur="500" fill="hold"/>
                                        <p:tgtEl>
                                          <p:spTgt spid="27">
                                            <p:txEl>
                                              <p:pRg st="5" end="5"/>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45" dur="500" fill="hold"/>
                                        <p:tgtEl>
                                          <p:spTgt spid="27">
                                            <p:txEl>
                                              <p:pRg st="5" end="5"/>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46" dur="500" tmFilter="0,0; .5, 1; 1, 1"/>
                                        <p:tgtEl>
                                          <p:spTgt spid="27">
                                            <p:txEl>
                                              <p:pRg st="5" end="5"/>
                                            </p:txEl>
                                          </p:spTgt>
                                        </p:tgtEl>
                                      </p:cBhvr>
                                    </p:animEffect>
                                  </p:childTnLst>
                                </p:cTn>
                              </p:par>
                              <p:par>
                                <p:cTn id="47" presetID="41" presetClass="entr" presetSubtype="0" fill="hold" nodeType="withEffect">
                                  <p:stCondLst>
                                    <p:cond delay="500"/>
                                  </p:stCondLst>
                                  <p:iterate type="lt">
                                    <p:tmPct val="10000"/>
                                  </p:iterate>
                                  <p:childTnLst>
                                    <p:set>
                                      <p:cBhvr>
                                        <p:cTn id="48" dur="1" fill="hold">
                                          <p:stCondLst>
                                            <p:cond delay="0"/>
                                          </p:stCondLst>
                                        </p:cTn>
                                        <p:tgtEl>
                                          <p:spTgt spid="27">
                                            <p:txEl>
                                              <p:pRg st="6" end="6"/>
                                            </p:txEl>
                                          </p:spTgt>
                                        </p:tgtEl>
                                        <p:attrNameLst>
                                          <p:attrName>style.visibility</p:attrName>
                                        </p:attrNameLst>
                                      </p:cBhvr>
                                      <p:to>
                                        <p:strVal val="visible"/>
                                      </p:to>
                                    </p:set>
                                    <p:anim calcmode="lin" valueType="num">
                                      <p:cBhvr>
                                        <p:cTn id="49" dur="500" fill="hold"/>
                                        <p:tgtEl>
                                          <p:spTgt spid="27">
                                            <p:txEl>
                                              <p:pRg st="6" end="6"/>
                                            </p:txEl>
                                          </p:spTgt>
                                        </p:tgtEl>
                                        <p:attrNameLst>
                                          <p:attrName>ppt_x</p:attrName>
                                        </p:attrNameLst>
                                      </p:cBhvr>
                                      <p:tavLst>
                                        <p:tav tm="0">
                                          <p:val>
                                            <p:strVal val="#ppt_x"/>
                                          </p:val>
                                        </p:tav>
                                        <p:tav tm="50000">
                                          <p:val>
                                            <p:strVal val="#ppt_x+.1"/>
                                          </p:val>
                                        </p:tav>
                                        <p:tav tm="100000">
                                          <p:val>
                                            <p:strVal val="#ppt_x"/>
                                          </p:val>
                                        </p:tav>
                                      </p:tavLst>
                                    </p:anim>
                                    <p:anim calcmode="lin" valueType="num">
                                      <p:cBhvr>
                                        <p:cTn id="50" dur="500" fill="hold"/>
                                        <p:tgtEl>
                                          <p:spTgt spid="27">
                                            <p:txEl>
                                              <p:pRg st="6" end="6"/>
                                            </p:txEl>
                                          </p:spTgt>
                                        </p:tgtEl>
                                        <p:attrNameLst>
                                          <p:attrName>ppt_y</p:attrName>
                                        </p:attrNameLst>
                                      </p:cBhvr>
                                      <p:tavLst>
                                        <p:tav tm="0">
                                          <p:val>
                                            <p:strVal val="#ppt_y"/>
                                          </p:val>
                                        </p:tav>
                                        <p:tav tm="100000">
                                          <p:val>
                                            <p:strVal val="#ppt_y"/>
                                          </p:val>
                                        </p:tav>
                                      </p:tavLst>
                                    </p:anim>
                                    <p:anim calcmode="lin" valueType="num">
                                      <p:cBhvr>
                                        <p:cTn id="51" dur="500" fill="hold"/>
                                        <p:tgtEl>
                                          <p:spTgt spid="27">
                                            <p:txEl>
                                              <p:pRg st="6" end="6"/>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52" dur="500" fill="hold"/>
                                        <p:tgtEl>
                                          <p:spTgt spid="27">
                                            <p:txEl>
                                              <p:pRg st="6" end="6"/>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53" dur="500" tmFilter="0,0; .5, 1; 1, 1"/>
                                        <p:tgtEl>
                                          <p:spTgt spid="27">
                                            <p:txEl>
                                              <p:pRg st="6" end="6"/>
                                            </p:txEl>
                                          </p:spTgt>
                                        </p:tgtEl>
                                      </p:cBhvr>
                                    </p:animEffect>
                                  </p:childTnLst>
                                </p:cTn>
                              </p:par>
                              <p:par>
                                <p:cTn id="54" presetID="41" presetClass="entr" presetSubtype="0" fill="hold" nodeType="withEffect">
                                  <p:stCondLst>
                                    <p:cond delay="500"/>
                                  </p:stCondLst>
                                  <p:iterate type="lt">
                                    <p:tmPct val="10000"/>
                                  </p:iterate>
                                  <p:childTnLst>
                                    <p:set>
                                      <p:cBhvr>
                                        <p:cTn id="55" dur="1" fill="hold">
                                          <p:stCondLst>
                                            <p:cond delay="0"/>
                                          </p:stCondLst>
                                        </p:cTn>
                                        <p:tgtEl>
                                          <p:spTgt spid="27">
                                            <p:txEl>
                                              <p:pRg st="7" end="7"/>
                                            </p:txEl>
                                          </p:spTgt>
                                        </p:tgtEl>
                                        <p:attrNameLst>
                                          <p:attrName>style.visibility</p:attrName>
                                        </p:attrNameLst>
                                      </p:cBhvr>
                                      <p:to>
                                        <p:strVal val="visible"/>
                                      </p:to>
                                    </p:set>
                                    <p:anim calcmode="lin" valueType="num">
                                      <p:cBhvr>
                                        <p:cTn id="56" dur="500" fill="hold"/>
                                        <p:tgtEl>
                                          <p:spTgt spid="27">
                                            <p:txEl>
                                              <p:pRg st="7" end="7"/>
                                            </p:txEl>
                                          </p:spTgt>
                                        </p:tgtEl>
                                        <p:attrNameLst>
                                          <p:attrName>ppt_x</p:attrName>
                                        </p:attrNameLst>
                                      </p:cBhvr>
                                      <p:tavLst>
                                        <p:tav tm="0">
                                          <p:val>
                                            <p:strVal val="#ppt_x"/>
                                          </p:val>
                                        </p:tav>
                                        <p:tav tm="50000">
                                          <p:val>
                                            <p:strVal val="#ppt_x+.1"/>
                                          </p:val>
                                        </p:tav>
                                        <p:tav tm="100000">
                                          <p:val>
                                            <p:strVal val="#ppt_x"/>
                                          </p:val>
                                        </p:tav>
                                      </p:tavLst>
                                    </p:anim>
                                    <p:anim calcmode="lin" valueType="num">
                                      <p:cBhvr>
                                        <p:cTn id="57" dur="500" fill="hold"/>
                                        <p:tgtEl>
                                          <p:spTgt spid="27">
                                            <p:txEl>
                                              <p:pRg st="7" end="7"/>
                                            </p:txEl>
                                          </p:spTgt>
                                        </p:tgtEl>
                                        <p:attrNameLst>
                                          <p:attrName>ppt_y</p:attrName>
                                        </p:attrNameLst>
                                      </p:cBhvr>
                                      <p:tavLst>
                                        <p:tav tm="0">
                                          <p:val>
                                            <p:strVal val="#ppt_y"/>
                                          </p:val>
                                        </p:tav>
                                        <p:tav tm="100000">
                                          <p:val>
                                            <p:strVal val="#ppt_y"/>
                                          </p:val>
                                        </p:tav>
                                      </p:tavLst>
                                    </p:anim>
                                    <p:anim calcmode="lin" valueType="num">
                                      <p:cBhvr>
                                        <p:cTn id="58" dur="500" fill="hold"/>
                                        <p:tgtEl>
                                          <p:spTgt spid="27">
                                            <p:txEl>
                                              <p:pRg st="7" end="7"/>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59" dur="500" fill="hold"/>
                                        <p:tgtEl>
                                          <p:spTgt spid="27">
                                            <p:txEl>
                                              <p:pRg st="7" end="7"/>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60" dur="500" tmFilter="0,0; .5, 1; 1, 1"/>
                                        <p:tgtEl>
                                          <p:spTgt spid="27">
                                            <p:txEl>
                                              <p:pRg st="7" end="7"/>
                                            </p:txEl>
                                          </p:spTgt>
                                        </p:tgtEl>
                                      </p:cBhvr>
                                    </p:animEffect>
                                  </p:childTnLst>
                                </p:cTn>
                              </p:par>
                              <p:par>
                                <p:cTn id="61" presetID="41" presetClass="entr" presetSubtype="0" fill="hold" nodeType="withEffect">
                                  <p:stCondLst>
                                    <p:cond delay="500"/>
                                  </p:stCondLst>
                                  <p:iterate type="lt">
                                    <p:tmPct val="10000"/>
                                  </p:iterate>
                                  <p:childTnLst>
                                    <p:set>
                                      <p:cBhvr>
                                        <p:cTn id="62" dur="1" fill="hold">
                                          <p:stCondLst>
                                            <p:cond delay="0"/>
                                          </p:stCondLst>
                                        </p:cTn>
                                        <p:tgtEl>
                                          <p:spTgt spid="27">
                                            <p:txEl>
                                              <p:pRg st="8" end="8"/>
                                            </p:txEl>
                                          </p:spTgt>
                                        </p:tgtEl>
                                        <p:attrNameLst>
                                          <p:attrName>style.visibility</p:attrName>
                                        </p:attrNameLst>
                                      </p:cBhvr>
                                      <p:to>
                                        <p:strVal val="visible"/>
                                      </p:to>
                                    </p:set>
                                    <p:anim calcmode="lin" valueType="num">
                                      <p:cBhvr>
                                        <p:cTn id="63" dur="500" fill="hold"/>
                                        <p:tgtEl>
                                          <p:spTgt spid="27">
                                            <p:txEl>
                                              <p:pRg st="8" end="8"/>
                                            </p:txEl>
                                          </p:spTgt>
                                        </p:tgtEl>
                                        <p:attrNameLst>
                                          <p:attrName>ppt_x</p:attrName>
                                        </p:attrNameLst>
                                      </p:cBhvr>
                                      <p:tavLst>
                                        <p:tav tm="0">
                                          <p:val>
                                            <p:strVal val="#ppt_x"/>
                                          </p:val>
                                        </p:tav>
                                        <p:tav tm="50000">
                                          <p:val>
                                            <p:strVal val="#ppt_x+.1"/>
                                          </p:val>
                                        </p:tav>
                                        <p:tav tm="100000">
                                          <p:val>
                                            <p:strVal val="#ppt_x"/>
                                          </p:val>
                                        </p:tav>
                                      </p:tavLst>
                                    </p:anim>
                                    <p:anim calcmode="lin" valueType="num">
                                      <p:cBhvr>
                                        <p:cTn id="64" dur="500" fill="hold"/>
                                        <p:tgtEl>
                                          <p:spTgt spid="27">
                                            <p:txEl>
                                              <p:pRg st="8" end="8"/>
                                            </p:txEl>
                                          </p:spTgt>
                                        </p:tgtEl>
                                        <p:attrNameLst>
                                          <p:attrName>ppt_y</p:attrName>
                                        </p:attrNameLst>
                                      </p:cBhvr>
                                      <p:tavLst>
                                        <p:tav tm="0">
                                          <p:val>
                                            <p:strVal val="#ppt_y"/>
                                          </p:val>
                                        </p:tav>
                                        <p:tav tm="100000">
                                          <p:val>
                                            <p:strVal val="#ppt_y"/>
                                          </p:val>
                                        </p:tav>
                                      </p:tavLst>
                                    </p:anim>
                                    <p:anim calcmode="lin" valueType="num">
                                      <p:cBhvr>
                                        <p:cTn id="65" dur="500" fill="hold"/>
                                        <p:tgtEl>
                                          <p:spTgt spid="27">
                                            <p:txEl>
                                              <p:pRg st="8" end="8"/>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66" dur="500" fill="hold"/>
                                        <p:tgtEl>
                                          <p:spTgt spid="27">
                                            <p:txEl>
                                              <p:pRg st="8" end="8"/>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67" dur="500" tmFilter="0,0; .5, 1; 1, 1"/>
                                        <p:tgtEl>
                                          <p:spTgt spid="27">
                                            <p:txEl>
                                              <p:pRg st="8" end="8"/>
                                            </p:txEl>
                                          </p:spTgt>
                                        </p:tgtEl>
                                      </p:cBhvr>
                                    </p:animEffect>
                                  </p:childTnLst>
                                </p:cTn>
                              </p:par>
                              <p:par>
                                <p:cTn id="68" presetID="41" presetClass="entr" presetSubtype="0" fill="hold" nodeType="withEffect">
                                  <p:stCondLst>
                                    <p:cond delay="500"/>
                                  </p:stCondLst>
                                  <p:iterate type="lt">
                                    <p:tmPct val="10000"/>
                                  </p:iterate>
                                  <p:childTnLst>
                                    <p:set>
                                      <p:cBhvr>
                                        <p:cTn id="69" dur="1" fill="hold">
                                          <p:stCondLst>
                                            <p:cond delay="0"/>
                                          </p:stCondLst>
                                        </p:cTn>
                                        <p:tgtEl>
                                          <p:spTgt spid="27">
                                            <p:txEl>
                                              <p:pRg st="9" end="9"/>
                                            </p:txEl>
                                          </p:spTgt>
                                        </p:tgtEl>
                                        <p:attrNameLst>
                                          <p:attrName>style.visibility</p:attrName>
                                        </p:attrNameLst>
                                      </p:cBhvr>
                                      <p:to>
                                        <p:strVal val="visible"/>
                                      </p:to>
                                    </p:set>
                                    <p:anim calcmode="lin" valueType="num">
                                      <p:cBhvr>
                                        <p:cTn id="70" dur="500" fill="hold"/>
                                        <p:tgtEl>
                                          <p:spTgt spid="27">
                                            <p:txEl>
                                              <p:pRg st="9" end="9"/>
                                            </p:txEl>
                                          </p:spTgt>
                                        </p:tgtEl>
                                        <p:attrNameLst>
                                          <p:attrName>ppt_x</p:attrName>
                                        </p:attrNameLst>
                                      </p:cBhvr>
                                      <p:tavLst>
                                        <p:tav tm="0">
                                          <p:val>
                                            <p:strVal val="#ppt_x"/>
                                          </p:val>
                                        </p:tav>
                                        <p:tav tm="50000">
                                          <p:val>
                                            <p:strVal val="#ppt_x+.1"/>
                                          </p:val>
                                        </p:tav>
                                        <p:tav tm="100000">
                                          <p:val>
                                            <p:strVal val="#ppt_x"/>
                                          </p:val>
                                        </p:tav>
                                      </p:tavLst>
                                    </p:anim>
                                    <p:anim calcmode="lin" valueType="num">
                                      <p:cBhvr>
                                        <p:cTn id="71" dur="500" fill="hold"/>
                                        <p:tgtEl>
                                          <p:spTgt spid="27">
                                            <p:txEl>
                                              <p:pRg st="9" end="9"/>
                                            </p:txEl>
                                          </p:spTgt>
                                        </p:tgtEl>
                                        <p:attrNameLst>
                                          <p:attrName>ppt_y</p:attrName>
                                        </p:attrNameLst>
                                      </p:cBhvr>
                                      <p:tavLst>
                                        <p:tav tm="0">
                                          <p:val>
                                            <p:strVal val="#ppt_y"/>
                                          </p:val>
                                        </p:tav>
                                        <p:tav tm="100000">
                                          <p:val>
                                            <p:strVal val="#ppt_y"/>
                                          </p:val>
                                        </p:tav>
                                      </p:tavLst>
                                    </p:anim>
                                    <p:anim calcmode="lin" valueType="num">
                                      <p:cBhvr>
                                        <p:cTn id="72" dur="500" fill="hold"/>
                                        <p:tgtEl>
                                          <p:spTgt spid="27">
                                            <p:txEl>
                                              <p:pRg st="9" end="9"/>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73" dur="500" fill="hold"/>
                                        <p:tgtEl>
                                          <p:spTgt spid="27">
                                            <p:txEl>
                                              <p:pRg st="9" end="9"/>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74" dur="500" tmFilter="0,0; .5, 1; 1, 1"/>
                                        <p:tgtEl>
                                          <p:spTgt spid="27">
                                            <p:txEl>
                                              <p:pRg st="9" end="9"/>
                                            </p:txEl>
                                          </p:spTgt>
                                        </p:tgtEl>
                                      </p:cBhvr>
                                    </p:animEffect>
                                  </p:childTnLst>
                                </p:cTn>
                              </p:par>
                              <p:par>
                                <p:cTn id="75" presetID="41" presetClass="entr" presetSubtype="0" fill="hold" nodeType="withEffect">
                                  <p:stCondLst>
                                    <p:cond delay="500"/>
                                  </p:stCondLst>
                                  <p:iterate type="lt">
                                    <p:tmPct val="10000"/>
                                  </p:iterate>
                                  <p:childTnLst>
                                    <p:set>
                                      <p:cBhvr>
                                        <p:cTn id="76" dur="1" fill="hold">
                                          <p:stCondLst>
                                            <p:cond delay="0"/>
                                          </p:stCondLst>
                                        </p:cTn>
                                        <p:tgtEl>
                                          <p:spTgt spid="27">
                                            <p:txEl>
                                              <p:pRg st="10" end="10"/>
                                            </p:txEl>
                                          </p:spTgt>
                                        </p:tgtEl>
                                        <p:attrNameLst>
                                          <p:attrName>style.visibility</p:attrName>
                                        </p:attrNameLst>
                                      </p:cBhvr>
                                      <p:to>
                                        <p:strVal val="visible"/>
                                      </p:to>
                                    </p:set>
                                    <p:anim calcmode="lin" valueType="num">
                                      <p:cBhvr>
                                        <p:cTn id="77" dur="500" fill="hold"/>
                                        <p:tgtEl>
                                          <p:spTgt spid="27">
                                            <p:txEl>
                                              <p:pRg st="10" end="10"/>
                                            </p:txEl>
                                          </p:spTgt>
                                        </p:tgtEl>
                                        <p:attrNameLst>
                                          <p:attrName>ppt_x</p:attrName>
                                        </p:attrNameLst>
                                      </p:cBhvr>
                                      <p:tavLst>
                                        <p:tav tm="0">
                                          <p:val>
                                            <p:strVal val="#ppt_x"/>
                                          </p:val>
                                        </p:tav>
                                        <p:tav tm="50000">
                                          <p:val>
                                            <p:strVal val="#ppt_x+.1"/>
                                          </p:val>
                                        </p:tav>
                                        <p:tav tm="100000">
                                          <p:val>
                                            <p:strVal val="#ppt_x"/>
                                          </p:val>
                                        </p:tav>
                                      </p:tavLst>
                                    </p:anim>
                                    <p:anim calcmode="lin" valueType="num">
                                      <p:cBhvr>
                                        <p:cTn id="78" dur="500" fill="hold"/>
                                        <p:tgtEl>
                                          <p:spTgt spid="27">
                                            <p:txEl>
                                              <p:pRg st="10" end="10"/>
                                            </p:txEl>
                                          </p:spTgt>
                                        </p:tgtEl>
                                        <p:attrNameLst>
                                          <p:attrName>ppt_y</p:attrName>
                                        </p:attrNameLst>
                                      </p:cBhvr>
                                      <p:tavLst>
                                        <p:tav tm="0">
                                          <p:val>
                                            <p:strVal val="#ppt_y"/>
                                          </p:val>
                                        </p:tav>
                                        <p:tav tm="100000">
                                          <p:val>
                                            <p:strVal val="#ppt_y"/>
                                          </p:val>
                                        </p:tav>
                                      </p:tavLst>
                                    </p:anim>
                                    <p:anim calcmode="lin" valueType="num">
                                      <p:cBhvr>
                                        <p:cTn id="79" dur="500" fill="hold"/>
                                        <p:tgtEl>
                                          <p:spTgt spid="27">
                                            <p:txEl>
                                              <p:pRg st="10" end="1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80" dur="500" fill="hold"/>
                                        <p:tgtEl>
                                          <p:spTgt spid="27">
                                            <p:txEl>
                                              <p:pRg st="10" end="1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81" dur="500" tmFilter="0,0; .5, 1; 1, 1"/>
                                        <p:tgtEl>
                                          <p:spTgt spid="27">
                                            <p:txEl>
                                              <p:pRg st="10" end="10"/>
                                            </p:txEl>
                                          </p:spTgt>
                                        </p:tgtEl>
                                      </p:cBhvr>
                                    </p:animEffect>
                                  </p:childTnLst>
                                </p:cTn>
                              </p:par>
                              <p:par>
                                <p:cTn id="82" presetID="41" presetClass="entr" presetSubtype="0" fill="hold" nodeType="withEffect">
                                  <p:stCondLst>
                                    <p:cond delay="500"/>
                                  </p:stCondLst>
                                  <p:iterate type="lt">
                                    <p:tmPct val="10000"/>
                                  </p:iterate>
                                  <p:childTnLst>
                                    <p:set>
                                      <p:cBhvr>
                                        <p:cTn id="83" dur="1" fill="hold">
                                          <p:stCondLst>
                                            <p:cond delay="0"/>
                                          </p:stCondLst>
                                        </p:cTn>
                                        <p:tgtEl>
                                          <p:spTgt spid="27">
                                            <p:txEl>
                                              <p:pRg st="11" end="11"/>
                                            </p:txEl>
                                          </p:spTgt>
                                        </p:tgtEl>
                                        <p:attrNameLst>
                                          <p:attrName>style.visibility</p:attrName>
                                        </p:attrNameLst>
                                      </p:cBhvr>
                                      <p:to>
                                        <p:strVal val="visible"/>
                                      </p:to>
                                    </p:set>
                                    <p:anim calcmode="lin" valueType="num">
                                      <p:cBhvr>
                                        <p:cTn id="84" dur="500" fill="hold"/>
                                        <p:tgtEl>
                                          <p:spTgt spid="27">
                                            <p:txEl>
                                              <p:pRg st="11" end="11"/>
                                            </p:txEl>
                                          </p:spTgt>
                                        </p:tgtEl>
                                        <p:attrNameLst>
                                          <p:attrName>ppt_x</p:attrName>
                                        </p:attrNameLst>
                                      </p:cBhvr>
                                      <p:tavLst>
                                        <p:tav tm="0">
                                          <p:val>
                                            <p:strVal val="#ppt_x"/>
                                          </p:val>
                                        </p:tav>
                                        <p:tav tm="50000">
                                          <p:val>
                                            <p:strVal val="#ppt_x+.1"/>
                                          </p:val>
                                        </p:tav>
                                        <p:tav tm="100000">
                                          <p:val>
                                            <p:strVal val="#ppt_x"/>
                                          </p:val>
                                        </p:tav>
                                      </p:tavLst>
                                    </p:anim>
                                    <p:anim calcmode="lin" valueType="num">
                                      <p:cBhvr>
                                        <p:cTn id="85" dur="500" fill="hold"/>
                                        <p:tgtEl>
                                          <p:spTgt spid="27">
                                            <p:txEl>
                                              <p:pRg st="11" end="11"/>
                                            </p:txEl>
                                          </p:spTgt>
                                        </p:tgtEl>
                                        <p:attrNameLst>
                                          <p:attrName>ppt_y</p:attrName>
                                        </p:attrNameLst>
                                      </p:cBhvr>
                                      <p:tavLst>
                                        <p:tav tm="0">
                                          <p:val>
                                            <p:strVal val="#ppt_y"/>
                                          </p:val>
                                        </p:tav>
                                        <p:tav tm="100000">
                                          <p:val>
                                            <p:strVal val="#ppt_y"/>
                                          </p:val>
                                        </p:tav>
                                      </p:tavLst>
                                    </p:anim>
                                    <p:anim calcmode="lin" valueType="num">
                                      <p:cBhvr>
                                        <p:cTn id="86" dur="500" fill="hold"/>
                                        <p:tgtEl>
                                          <p:spTgt spid="27">
                                            <p:txEl>
                                              <p:pRg st="11" end="1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87" dur="500" fill="hold"/>
                                        <p:tgtEl>
                                          <p:spTgt spid="27">
                                            <p:txEl>
                                              <p:pRg st="11" end="1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88" dur="500" tmFilter="0,0; .5, 1; 1, 1"/>
                                        <p:tgtEl>
                                          <p:spTgt spid="27">
                                            <p:txEl>
                                              <p:pRg st="11" end="11"/>
                                            </p:txEl>
                                          </p:spTgt>
                                        </p:tgtEl>
                                      </p:cBhvr>
                                    </p:animEffect>
                                  </p:childTnLst>
                                </p:cTn>
                              </p:par>
                              <p:par>
                                <p:cTn id="89" presetID="41" presetClass="entr" presetSubtype="0" fill="hold" nodeType="withEffect">
                                  <p:stCondLst>
                                    <p:cond delay="500"/>
                                  </p:stCondLst>
                                  <p:iterate type="lt">
                                    <p:tmPct val="10000"/>
                                  </p:iterate>
                                  <p:childTnLst>
                                    <p:set>
                                      <p:cBhvr>
                                        <p:cTn id="90" dur="1" fill="hold">
                                          <p:stCondLst>
                                            <p:cond delay="0"/>
                                          </p:stCondLst>
                                        </p:cTn>
                                        <p:tgtEl>
                                          <p:spTgt spid="27">
                                            <p:txEl>
                                              <p:pRg st="12" end="12"/>
                                            </p:txEl>
                                          </p:spTgt>
                                        </p:tgtEl>
                                        <p:attrNameLst>
                                          <p:attrName>style.visibility</p:attrName>
                                        </p:attrNameLst>
                                      </p:cBhvr>
                                      <p:to>
                                        <p:strVal val="visible"/>
                                      </p:to>
                                    </p:set>
                                    <p:anim calcmode="lin" valueType="num">
                                      <p:cBhvr>
                                        <p:cTn id="91" dur="500" fill="hold"/>
                                        <p:tgtEl>
                                          <p:spTgt spid="27">
                                            <p:txEl>
                                              <p:pRg st="12" end="12"/>
                                            </p:txEl>
                                          </p:spTgt>
                                        </p:tgtEl>
                                        <p:attrNameLst>
                                          <p:attrName>ppt_x</p:attrName>
                                        </p:attrNameLst>
                                      </p:cBhvr>
                                      <p:tavLst>
                                        <p:tav tm="0">
                                          <p:val>
                                            <p:strVal val="#ppt_x"/>
                                          </p:val>
                                        </p:tav>
                                        <p:tav tm="50000">
                                          <p:val>
                                            <p:strVal val="#ppt_x+.1"/>
                                          </p:val>
                                        </p:tav>
                                        <p:tav tm="100000">
                                          <p:val>
                                            <p:strVal val="#ppt_x"/>
                                          </p:val>
                                        </p:tav>
                                      </p:tavLst>
                                    </p:anim>
                                    <p:anim calcmode="lin" valueType="num">
                                      <p:cBhvr>
                                        <p:cTn id="92" dur="500" fill="hold"/>
                                        <p:tgtEl>
                                          <p:spTgt spid="27">
                                            <p:txEl>
                                              <p:pRg st="12" end="12"/>
                                            </p:txEl>
                                          </p:spTgt>
                                        </p:tgtEl>
                                        <p:attrNameLst>
                                          <p:attrName>ppt_y</p:attrName>
                                        </p:attrNameLst>
                                      </p:cBhvr>
                                      <p:tavLst>
                                        <p:tav tm="0">
                                          <p:val>
                                            <p:strVal val="#ppt_y"/>
                                          </p:val>
                                        </p:tav>
                                        <p:tav tm="100000">
                                          <p:val>
                                            <p:strVal val="#ppt_y"/>
                                          </p:val>
                                        </p:tav>
                                      </p:tavLst>
                                    </p:anim>
                                    <p:anim calcmode="lin" valueType="num">
                                      <p:cBhvr>
                                        <p:cTn id="93" dur="500" fill="hold"/>
                                        <p:tgtEl>
                                          <p:spTgt spid="27">
                                            <p:txEl>
                                              <p:pRg st="12" end="1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94" dur="500" fill="hold"/>
                                        <p:tgtEl>
                                          <p:spTgt spid="27">
                                            <p:txEl>
                                              <p:pRg st="12" end="1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95" dur="500" tmFilter="0,0; .5, 1; 1, 1"/>
                                        <p:tgtEl>
                                          <p:spTgt spid="27">
                                            <p:txEl>
                                              <p:pRg st="12" end="12"/>
                                            </p:txEl>
                                          </p:spTgt>
                                        </p:tgtEl>
                                      </p:cBhvr>
                                    </p:animEffect>
                                  </p:childTnLst>
                                </p:cTn>
                              </p:par>
                              <p:par>
                                <p:cTn id="96" presetID="41" presetClass="entr" presetSubtype="0" fill="hold" nodeType="withEffect">
                                  <p:stCondLst>
                                    <p:cond delay="500"/>
                                  </p:stCondLst>
                                  <p:iterate type="lt">
                                    <p:tmPct val="10000"/>
                                  </p:iterate>
                                  <p:childTnLst>
                                    <p:set>
                                      <p:cBhvr>
                                        <p:cTn id="97" dur="1" fill="hold">
                                          <p:stCondLst>
                                            <p:cond delay="0"/>
                                          </p:stCondLst>
                                        </p:cTn>
                                        <p:tgtEl>
                                          <p:spTgt spid="27">
                                            <p:txEl>
                                              <p:pRg st="13" end="13"/>
                                            </p:txEl>
                                          </p:spTgt>
                                        </p:tgtEl>
                                        <p:attrNameLst>
                                          <p:attrName>style.visibility</p:attrName>
                                        </p:attrNameLst>
                                      </p:cBhvr>
                                      <p:to>
                                        <p:strVal val="visible"/>
                                      </p:to>
                                    </p:set>
                                    <p:anim calcmode="lin" valueType="num">
                                      <p:cBhvr>
                                        <p:cTn id="98" dur="500" fill="hold"/>
                                        <p:tgtEl>
                                          <p:spTgt spid="27">
                                            <p:txEl>
                                              <p:pRg st="13" end="13"/>
                                            </p:txEl>
                                          </p:spTgt>
                                        </p:tgtEl>
                                        <p:attrNameLst>
                                          <p:attrName>ppt_x</p:attrName>
                                        </p:attrNameLst>
                                      </p:cBhvr>
                                      <p:tavLst>
                                        <p:tav tm="0">
                                          <p:val>
                                            <p:strVal val="#ppt_x"/>
                                          </p:val>
                                        </p:tav>
                                        <p:tav tm="50000">
                                          <p:val>
                                            <p:strVal val="#ppt_x+.1"/>
                                          </p:val>
                                        </p:tav>
                                        <p:tav tm="100000">
                                          <p:val>
                                            <p:strVal val="#ppt_x"/>
                                          </p:val>
                                        </p:tav>
                                      </p:tavLst>
                                    </p:anim>
                                    <p:anim calcmode="lin" valueType="num">
                                      <p:cBhvr>
                                        <p:cTn id="99" dur="500" fill="hold"/>
                                        <p:tgtEl>
                                          <p:spTgt spid="27">
                                            <p:txEl>
                                              <p:pRg st="13" end="13"/>
                                            </p:txEl>
                                          </p:spTgt>
                                        </p:tgtEl>
                                        <p:attrNameLst>
                                          <p:attrName>ppt_y</p:attrName>
                                        </p:attrNameLst>
                                      </p:cBhvr>
                                      <p:tavLst>
                                        <p:tav tm="0">
                                          <p:val>
                                            <p:strVal val="#ppt_y"/>
                                          </p:val>
                                        </p:tav>
                                        <p:tav tm="100000">
                                          <p:val>
                                            <p:strVal val="#ppt_y"/>
                                          </p:val>
                                        </p:tav>
                                      </p:tavLst>
                                    </p:anim>
                                    <p:anim calcmode="lin" valueType="num">
                                      <p:cBhvr>
                                        <p:cTn id="100" dur="500" fill="hold"/>
                                        <p:tgtEl>
                                          <p:spTgt spid="27">
                                            <p:txEl>
                                              <p:pRg st="13" end="1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1" dur="500" fill="hold"/>
                                        <p:tgtEl>
                                          <p:spTgt spid="27">
                                            <p:txEl>
                                              <p:pRg st="13" end="1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02" dur="500" tmFilter="0,0; .5, 1; 1, 1"/>
                                        <p:tgtEl>
                                          <p:spTgt spid="27">
                                            <p:txEl>
                                              <p:pRg st="13" end="13"/>
                                            </p:txEl>
                                          </p:spTgt>
                                        </p:tgtEl>
                                      </p:cBhvr>
                                    </p:animEffect>
                                  </p:childTnLst>
                                </p:cTn>
                              </p:par>
                              <p:par>
                                <p:cTn id="103" presetID="41" presetClass="entr" presetSubtype="0" fill="hold" nodeType="withEffect">
                                  <p:stCondLst>
                                    <p:cond delay="500"/>
                                  </p:stCondLst>
                                  <p:iterate type="lt">
                                    <p:tmPct val="10000"/>
                                  </p:iterate>
                                  <p:childTnLst>
                                    <p:set>
                                      <p:cBhvr>
                                        <p:cTn id="104" dur="1" fill="hold">
                                          <p:stCondLst>
                                            <p:cond delay="0"/>
                                          </p:stCondLst>
                                        </p:cTn>
                                        <p:tgtEl>
                                          <p:spTgt spid="27">
                                            <p:txEl>
                                              <p:pRg st="14" end="14"/>
                                            </p:txEl>
                                          </p:spTgt>
                                        </p:tgtEl>
                                        <p:attrNameLst>
                                          <p:attrName>style.visibility</p:attrName>
                                        </p:attrNameLst>
                                      </p:cBhvr>
                                      <p:to>
                                        <p:strVal val="visible"/>
                                      </p:to>
                                    </p:set>
                                    <p:anim calcmode="lin" valueType="num">
                                      <p:cBhvr>
                                        <p:cTn id="105" dur="500" fill="hold"/>
                                        <p:tgtEl>
                                          <p:spTgt spid="27">
                                            <p:txEl>
                                              <p:pRg st="14" end="14"/>
                                            </p:txEl>
                                          </p:spTgt>
                                        </p:tgtEl>
                                        <p:attrNameLst>
                                          <p:attrName>ppt_x</p:attrName>
                                        </p:attrNameLst>
                                      </p:cBhvr>
                                      <p:tavLst>
                                        <p:tav tm="0">
                                          <p:val>
                                            <p:strVal val="#ppt_x"/>
                                          </p:val>
                                        </p:tav>
                                        <p:tav tm="50000">
                                          <p:val>
                                            <p:strVal val="#ppt_x+.1"/>
                                          </p:val>
                                        </p:tav>
                                        <p:tav tm="100000">
                                          <p:val>
                                            <p:strVal val="#ppt_x"/>
                                          </p:val>
                                        </p:tav>
                                      </p:tavLst>
                                    </p:anim>
                                    <p:anim calcmode="lin" valueType="num">
                                      <p:cBhvr>
                                        <p:cTn id="106" dur="500" fill="hold"/>
                                        <p:tgtEl>
                                          <p:spTgt spid="27">
                                            <p:txEl>
                                              <p:pRg st="14" end="14"/>
                                            </p:txEl>
                                          </p:spTgt>
                                        </p:tgtEl>
                                        <p:attrNameLst>
                                          <p:attrName>ppt_y</p:attrName>
                                        </p:attrNameLst>
                                      </p:cBhvr>
                                      <p:tavLst>
                                        <p:tav tm="0">
                                          <p:val>
                                            <p:strVal val="#ppt_y"/>
                                          </p:val>
                                        </p:tav>
                                        <p:tav tm="100000">
                                          <p:val>
                                            <p:strVal val="#ppt_y"/>
                                          </p:val>
                                        </p:tav>
                                      </p:tavLst>
                                    </p:anim>
                                    <p:anim calcmode="lin" valueType="num">
                                      <p:cBhvr>
                                        <p:cTn id="107" dur="500" fill="hold"/>
                                        <p:tgtEl>
                                          <p:spTgt spid="27">
                                            <p:txEl>
                                              <p:pRg st="14" end="1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8" dur="500" fill="hold"/>
                                        <p:tgtEl>
                                          <p:spTgt spid="27">
                                            <p:txEl>
                                              <p:pRg st="14" end="1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09" dur="500" tmFilter="0,0; .5, 1; 1, 1"/>
                                        <p:tgtEl>
                                          <p:spTgt spid="27">
                                            <p:txEl>
                                              <p:pRg st="14" end="14"/>
                                            </p:txEl>
                                          </p:spTgt>
                                        </p:tgtEl>
                                      </p:cBhvr>
                                    </p:animEffect>
                                  </p:childTnLst>
                                </p:cTn>
                              </p:par>
                              <p:par>
                                <p:cTn id="110" presetID="41" presetClass="entr" presetSubtype="0" fill="hold" nodeType="withEffect">
                                  <p:stCondLst>
                                    <p:cond delay="500"/>
                                  </p:stCondLst>
                                  <p:iterate type="lt">
                                    <p:tmPct val="10000"/>
                                  </p:iterate>
                                  <p:childTnLst>
                                    <p:set>
                                      <p:cBhvr>
                                        <p:cTn id="111" dur="1" fill="hold">
                                          <p:stCondLst>
                                            <p:cond delay="0"/>
                                          </p:stCondLst>
                                        </p:cTn>
                                        <p:tgtEl>
                                          <p:spTgt spid="27">
                                            <p:txEl>
                                              <p:pRg st="15" end="15"/>
                                            </p:txEl>
                                          </p:spTgt>
                                        </p:tgtEl>
                                        <p:attrNameLst>
                                          <p:attrName>style.visibility</p:attrName>
                                        </p:attrNameLst>
                                      </p:cBhvr>
                                      <p:to>
                                        <p:strVal val="visible"/>
                                      </p:to>
                                    </p:set>
                                    <p:anim calcmode="lin" valueType="num">
                                      <p:cBhvr>
                                        <p:cTn id="112" dur="500" fill="hold"/>
                                        <p:tgtEl>
                                          <p:spTgt spid="27">
                                            <p:txEl>
                                              <p:pRg st="15" end="15"/>
                                            </p:txEl>
                                          </p:spTgt>
                                        </p:tgtEl>
                                        <p:attrNameLst>
                                          <p:attrName>ppt_x</p:attrName>
                                        </p:attrNameLst>
                                      </p:cBhvr>
                                      <p:tavLst>
                                        <p:tav tm="0">
                                          <p:val>
                                            <p:strVal val="#ppt_x"/>
                                          </p:val>
                                        </p:tav>
                                        <p:tav tm="50000">
                                          <p:val>
                                            <p:strVal val="#ppt_x+.1"/>
                                          </p:val>
                                        </p:tav>
                                        <p:tav tm="100000">
                                          <p:val>
                                            <p:strVal val="#ppt_x"/>
                                          </p:val>
                                        </p:tav>
                                      </p:tavLst>
                                    </p:anim>
                                    <p:anim calcmode="lin" valueType="num">
                                      <p:cBhvr>
                                        <p:cTn id="113" dur="500" fill="hold"/>
                                        <p:tgtEl>
                                          <p:spTgt spid="27">
                                            <p:txEl>
                                              <p:pRg st="15" end="15"/>
                                            </p:txEl>
                                          </p:spTgt>
                                        </p:tgtEl>
                                        <p:attrNameLst>
                                          <p:attrName>ppt_y</p:attrName>
                                        </p:attrNameLst>
                                      </p:cBhvr>
                                      <p:tavLst>
                                        <p:tav tm="0">
                                          <p:val>
                                            <p:strVal val="#ppt_y"/>
                                          </p:val>
                                        </p:tav>
                                        <p:tav tm="100000">
                                          <p:val>
                                            <p:strVal val="#ppt_y"/>
                                          </p:val>
                                        </p:tav>
                                      </p:tavLst>
                                    </p:anim>
                                    <p:anim calcmode="lin" valueType="num">
                                      <p:cBhvr>
                                        <p:cTn id="114" dur="500" fill="hold"/>
                                        <p:tgtEl>
                                          <p:spTgt spid="27">
                                            <p:txEl>
                                              <p:pRg st="15" end="15"/>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15" dur="500" fill="hold"/>
                                        <p:tgtEl>
                                          <p:spTgt spid="27">
                                            <p:txEl>
                                              <p:pRg st="15" end="15"/>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6" dur="500" tmFilter="0,0; .5, 1; 1, 1"/>
                                        <p:tgtEl>
                                          <p:spTgt spid="27">
                                            <p:txEl>
                                              <p:pRg st="15" end="15"/>
                                            </p:txEl>
                                          </p:spTgt>
                                        </p:tgtEl>
                                      </p:cBhvr>
                                    </p:animEffect>
                                  </p:childTnLst>
                                </p:cTn>
                              </p:par>
                              <p:par>
                                <p:cTn id="117" presetID="41" presetClass="entr" presetSubtype="0" fill="hold" nodeType="withEffect">
                                  <p:stCondLst>
                                    <p:cond delay="500"/>
                                  </p:stCondLst>
                                  <p:iterate type="lt">
                                    <p:tmPct val="10000"/>
                                  </p:iterate>
                                  <p:childTnLst>
                                    <p:set>
                                      <p:cBhvr>
                                        <p:cTn id="118" dur="1" fill="hold">
                                          <p:stCondLst>
                                            <p:cond delay="0"/>
                                          </p:stCondLst>
                                        </p:cTn>
                                        <p:tgtEl>
                                          <p:spTgt spid="27">
                                            <p:txEl>
                                              <p:pRg st="16" end="16"/>
                                            </p:txEl>
                                          </p:spTgt>
                                        </p:tgtEl>
                                        <p:attrNameLst>
                                          <p:attrName>style.visibility</p:attrName>
                                        </p:attrNameLst>
                                      </p:cBhvr>
                                      <p:to>
                                        <p:strVal val="visible"/>
                                      </p:to>
                                    </p:set>
                                    <p:anim calcmode="lin" valueType="num">
                                      <p:cBhvr>
                                        <p:cTn id="119" dur="500" fill="hold"/>
                                        <p:tgtEl>
                                          <p:spTgt spid="27">
                                            <p:txEl>
                                              <p:pRg st="16" end="16"/>
                                            </p:txEl>
                                          </p:spTgt>
                                        </p:tgtEl>
                                        <p:attrNameLst>
                                          <p:attrName>ppt_x</p:attrName>
                                        </p:attrNameLst>
                                      </p:cBhvr>
                                      <p:tavLst>
                                        <p:tav tm="0">
                                          <p:val>
                                            <p:strVal val="#ppt_x"/>
                                          </p:val>
                                        </p:tav>
                                        <p:tav tm="50000">
                                          <p:val>
                                            <p:strVal val="#ppt_x+.1"/>
                                          </p:val>
                                        </p:tav>
                                        <p:tav tm="100000">
                                          <p:val>
                                            <p:strVal val="#ppt_x"/>
                                          </p:val>
                                        </p:tav>
                                      </p:tavLst>
                                    </p:anim>
                                    <p:anim calcmode="lin" valueType="num">
                                      <p:cBhvr>
                                        <p:cTn id="120" dur="500" fill="hold"/>
                                        <p:tgtEl>
                                          <p:spTgt spid="27">
                                            <p:txEl>
                                              <p:pRg st="16" end="16"/>
                                            </p:txEl>
                                          </p:spTgt>
                                        </p:tgtEl>
                                        <p:attrNameLst>
                                          <p:attrName>ppt_y</p:attrName>
                                        </p:attrNameLst>
                                      </p:cBhvr>
                                      <p:tavLst>
                                        <p:tav tm="0">
                                          <p:val>
                                            <p:strVal val="#ppt_y"/>
                                          </p:val>
                                        </p:tav>
                                        <p:tav tm="100000">
                                          <p:val>
                                            <p:strVal val="#ppt_y"/>
                                          </p:val>
                                        </p:tav>
                                      </p:tavLst>
                                    </p:anim>
                                    <p:anim calcmode="lin" valueType="num">
                                      <p:cBhvr>
                                        <p:cTn id="121" dur="500" fill="hold"/>
                                        <p:tgtEl>
                                          <p:spTgt spid="27">
                                            <p:txEl>
                                              <p:pRg st="16" end="16"/>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22" dur="500" fill="hold"/>
                                        <p:tgtEl>
                                          <p:spTgt spid="27">
                                            <p:txEl>
                                              <p:pRg st="16" end="16"/>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23" dur="500" tmFilter="0,0; .5, 1; 1, 1"/>
                                        <p:tgtEl>
                                          <p:spTgt spid="27">
                                            <p:txEl>
                                              <p:pRg st="16" end="16"/>
                                            </p:txEl>
                                          </p:spTgt>
                                        </p:tgtEl>
                                      </p:cBhvr>
                                    </p:animEffect>
                                  </p:childTnLst>
                                </p:cTn>
                              </p:par>
                              <p:par>
                                <p:cTn id="124" presetID="41" presetClass="entr" presetSubtype="0" fill="hold" nodeType="withEffect">
                                  <p:stCondLst>
                                    <p:cond delay="500"/>
                                  </p:stCondLst>
                                  <p:iterate type="lt">
                                    <p:tmPct val="10000"/>
                                  </p:iterate>
                                  <p:childTnLst>
                                    <p:set>
                                      <p:cBhvr>
                                        <p:cTn id="125" dur="1" fill="hold">
                                          <p:stCondLst>
                                            <p:cond delay="0"/>
                                          </p:stCondLst>
                                        </p:cTn>
                                        <p:tgtEl>
                                          <p:spTgt spid="27">
                                            <p:txEl>
                                              <p:pRg st="17" end="17"/>
                                            </p:txEl>
                                          </p:spTgt>
                                        </p:tgtEl>
                                        <p:attrNameLst>
                                          <p:attrName>style.visibility</p:attrName>
                                        </p:attrNameLst>
                                      </p:cBhvr>
                                      <p:to>
                                        <p:strVal val="visible"/>
                                      </p:to>
                                    </p:set>
                                    <p:anim calcmode="lin" valueType="num">
                                      <p:cBhvr>
                                        <p:cTn id="126" dur="500" fill="hold"/>
                                        <p:tgtEl>
                                          <p:spTgt spid="27">
                                            <p:txEl>
                                              <p:pRg st="17" end="17"/>
                                            </p:txEl>
                                          </p:spTgt>
                                        </p:tgtEl>
                                        <p:attrNameLst>
                                          <p:attrName>ppt_x</p:attrName>
                                        </p:attrNameLst>
                                      </p:cBhvr>
                                      <p:tavLst>
                                        <p:tav tm="0">
                                          <p:val>
                                            <p:strVal val="#ppt_x"/>
                                          </p:val>
                                        </p:tav>
                                        <p:tav tm="50000">
                                          <p:val>
                                            <p:strVal val="#ppt_x+.1"/>
                                          </p:val>
                                        </p:tav>
                                        <p:tav tm="100000">
                                          <p:val>
                                            <p:strVal val="#ppt_x"/>
                                          </p:val>
                                        </p:tav>
                                      </p:tavLst>
                                    </p:anim>
                                    <p:anim calcmode="lin" valueType="num">
                                      <p:cBhvr>
                                        <p:cTn id="127" dur="500" fill="hold"/>
                                        <p:tgtEl>
                                          <p:spTgt spid="27">
                                            <p:txEl>
                                              <p:pRg st="17" end="17"/>
                                            </p:txEl>
                                          </p:spTgt>
                                        </p:tgtEl>
                                        <p:attrNameLst>
                                          <p:attrName>ppt_y</p:attrName>
                                        </p:attrNameLst>
                                      </p:cBhvr>
                                      <p:tavLst>
                                        <p:tav tm="0">
                                          <p:val>
                                            <p:strVal val="#ppt_y"/>
                                          </p:val>
                                        </p:tav>
                                        <p:tav tm="100000">
                                          <p:val>
                                            <p:strVal val="#ppt_y"/>
                                          </p:val>
                                        </p:tav>
                                      </p:tavLst>
                                    </p:anim>
                                    <p:anim calcmode="lin" valueType="num">
                                      <p:cBhvr>
                                        <p:cTn id="128" dur="500" fill="hold"/>
                                        <p:tgtEl>
                                          <p:spTgt spid="27">
                                            <p:txEl>
                                              <p:pRg st="17" end="17"/>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29" dur="500" fill="hold"/>
                                        <p:tgtEl>
                                          <p:spTgt spid="27">
                                            <p:txEl>
                                              <p:pRg st="17" end="17"/>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30" dur="500" tmFilter="0,0; .5, 1; 1, 1"/>
                                        <p:tgtEl>
                                          <p:spTgt spid="27">
                                            <p:txEl>
                                              <p:pRg st="17" end="17"/>
                                            </p:txEl>
                                          </p:spTgt>
                                        </p:tgtEl>
                                      </p:cBhvr>
                                    </p:animEffect>
                                  </p:childTnLst>
                                </p:cTn>
                              </p:par>
                              <p:par>
                                <p:cTn id="131" presetID="41" presetClass="entr" presetSubtype="0" fill="hold" nodeType="withEffect">
                                  <p:stCondLst>
                                    <p:cond delay="500"/>
                                  </p:stCondLst>
                                  <p:iterate type="lt">
                                    <p:tmPct val="10000"/>
                                  </p:iterate>
                                  <p:childTnLst>
                                    <p:set>
                                      <p:cBhvr>
                                        <p:cTn id="132" dur="1" fill="hold">
                                          <p:stCondLst>
                                            <p:cond delay="0"/>
                                          </p:stCondLst>
                                        </p:cTn>
                                        <p:tgtEl>
                                          <p:spTgt spid="27">
                                            <p:txEl>
                                              <p:pRg st="18" end="18"/>
                                            </p:txEl>
                                          </p:spTgt>
                                        </p:tgtEl>
                                        <p:attrNameLst>
                                          <p:attrName>style.visibility</p:attrName>
                                        </p:attrNameLst>
                                      </p:cBhvr>
                                      <p:to>
                                        <p:strVal val="visible"/>
                                      </p:to>
                                    </p:set>
                                    <p:anim calcmode="lin" valueType="num">
                                      <p:cBhvr>
                                        <p:cTn id="133" dur="500" fill="hold"/>
                                        <p:tgtEl>
                                          <p:spTgt spid="27">
                                            <p:txEl>
                                              <p:pRg st="18" end="18"/>
                                            </p:txEl>
                                          </p:spTgt>
                                        </p:tgtEl>
                                        <p:attrNameLst>
                                          <p:attrName>ppt_x</p:attrName>
                                        </p:attrNameLst>
                                      </p:cBhvr>
                                      <p:tavLst>
                                        <p:tav tm="0">
                                          <p:val>
                                            <p:strVal val="#ppt_x"/>
                                          </p:val>
                                        </p:tav>
                                        <p:tav tm="50000">
                                          <p:val>
                                            <p:strVal val="#ppt_x+.1"/>
                                          </p:val>
                                        </p:tav>
                                        <p:tav tm="100000">
                                          <p:val>
                                            <p:strVal val="#ppt_x"/>
                                          </p:val>
                                        </p:tav>
                                      </p:tavLst>
                                    </p:anim>
                                    <p:anim calcmode="lin" valueType="num">
                                      <p:cBhvr>
                                        <p:cTn id="134" dur="500" fill="hold"/>
                                        <p:tgtEl>
                                          <p:spTgt spid="27">
                                            <p:txEl>
                                              <p:pRg st="18" end="18"/>
                                            </p:txEl>
                                          </p:spTgt>
                                        </p:tgtEl>
                                        <p:attrNameLst>
                                          <p:attrName>ppt_y</p:attrName>
                                        </p:attrNameLst>
                                      </p:cBhvr>
                                      <p:tavLst>
                                        <p:tav tm="0">
                                          <p:val>
                                            <p:strVal val="#ppt_y"/>
                                          </p:val>
                                        </p:tav>
                                        <p:tav tm="100000">
                                          <p:val>
                                            <p:strVal val="#ppt_y"/>
                                          </p:val>
                                        </p:tav>
                                      </p:tavLst>
                                    </p:anim>
                                    <p:anim calcmode="lin" valueType="num">
                                      <p:cBhvr>
                                        <p:cTn id="135" dur="500" fill="hold"/>
                                        <p:tgtEl>
                                          <p:spTgt spid="27">
                                            <p:txEl>
                                              <p:pRg st="18" end="18"/>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36" dur="500" fill="hold"/>
                                        <p:tgtEl>
                                          <p:spTgt spid="27">
                                            <p:txEl>
                                              <p:pRg st="18" end="18"/>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37" dur="500" tmFilter="0,0; .5, 1; 1, 1"/>
                                        <p:tgtEl>
                                          <p:spTgt spid="27">
                                            <p:txEl>
                                              <p:pRg st="18" end="18"/>
                                            </p:txEl>
                                          </p:spTgt>
                                        </p:tgtEl>
                                      </p:cBhvr>
                                    </p:animEffect>
                                  </p:childTnLst>
                                </p:cTn>
                              </p:par>
                              <p:par>
                                <p:cTn id="138" presetID="41" presetClass="entr" presetSubtype="0" fill="hold" nodeType="withEffect">
                                  <p:stCondLst>
                                    <p:cond delay="500"/>
                                  </p:stCondLst>
                                  <p:iterate type="lt">
                                    <p:tmPct val="10000"/>
                                  </p:iterate>
                                  <p:childTnLst>
                                    <p:set>
                                      <p:cBhvr>
                                        <p:cTn id="139" dur="1" fill="hold">
                                          <p:stCondLst>
                                            <p:cond delay="0"/>
                                          </p:stCondLst>
                                        </p:cTn>
                                        <p:tgtEl>
                                          <p:spTgt spid="27">
                                            <p:txEl>
                                              <p:pRg st="19" end="19"/>
                                            </p:txEl>
                                          </p:spTgt>
                                        </p:tgtEl>
                                        <p:attrNameLst>
                                          <p:attrName>style.visibility</p:attrName>
                                        </p:attrNameLst>
                                      </p:cBhvr>
                                      <p:to>
                                        <p:strVal val="visible"/>
                                      </p:to>
                                    </p:set>
                                    <p:anim calcmode="lin" valueType="num">
                                      <p:cBhvr>
                                        <p:cTn id="140" dur="500" fill="hold"/>
                                        <p:tgtEl>
                                          <p:spTgt spid="27">
                                            <p:txEl>
                                              <p:pRg st="19" end="19"/>
                                            </p:txEl>
                                          </p:spTgt>
                                        </p:tgtEl>
                                        <p:attrNameLst>
                                          <p:attrName>ppt_x</p:attrName>
                                        </p:attrNameLst>
                                      </p:cBhvr>
                                      <p:tavLst>
                                        <p:tav tm="0">
                                          <p:val>
                                            <p:strVal val="#ppt_x"/>
                                          </p:val>
                                        </p:tav>
                                        <p:tav tm="50000">
                                          <p:val>
                                            <p:strVal val="#ppt_x+.1"/>
                                          </p:val>
                                        </p:tav>
                                        <p:tav tm="100000">
                                          <p:val>
                                            <p:strVal val="#ppt_x"/>
                                          </p:val>
                                        </p:tav>
                                      </p:tavLst>
                                    </p:anim>
                                    <p:anim calcmode="lin" valueType="num">
                                      <p:cBhvr>
                                        <p:cTn id="141" dur="500" fill="hold"/>
                                        <p:tgtEl>
                                          <p:spTgt spid="27">
                                            <p:txEl>
                                              <p:pRg st="19" end="19"/>
                                            </p:txEl>
                                          </p:spTgt>
                                        </p:tgtEl>
                                        <p:attrNameLst>
                                          <p:attrName>ppt_y</p:attrName>
                                        </p:attrNameLst>
                                      </p:cBhvr>
                                      <p:tavLst>
                                        <p:tav tm="0">
                                          <p:val>
                                            <p:strVal val="#ppt_y"/>
                                          </p:val>
                                        </p:tav>
                                        <p:tav tm="100000">
                                          <p:val>
                                            <p:strVal val="#ppt_y"/>
                                          </p:val>
                                        </p:tav>
                                      </p:tavLst>
                                    </p:anim>
                                    <p:anim calcmode="lin" valueType="num">
                                      <p:cBhvr>
                                        <p:cTn id="142" dur="500" fill="hold"/>
                                        <p:tgtEl>
                                          <p:spTgt spid="27">
                                            <p:txEl>
                                              <p:pRg st="19" end="19"/>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43" dur="500" fill="hold"/>
                                        <p:tgtEl>
                                          <p:spTgt spid="27">
                                            <p:txEl>
                                              <p:pRg st="19" end="19"/>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44" dur="500" tmFilter="0,0; .5, 1; 1, 1"/>
                                        <p:tgtEl>
                                          <p:spTgt spid="27">
                                            <p:txEl>
                                              <p:pRg st="19" end="19"/>
                                            </p:txEl>
                                          </p:spTgt>
                                        </p:tgtEl>
                                      </p:cBhvr>
                                    </p:animEffect>
                                  </p:childTnLst>
                                </p:cTn>
                              </p:par>
                              <p:par>
                                <p:cTn id="145" presetID="41" presetClass="entr" presetSubtype="0" fill="hold" nodeType="withEffect">
                                  <p:stCondLst>
                                    <p:cond delay="500"/>
                                  </p:stCondLst>
                                  <p:iterate type="lt">
                                    <p:tmPct val="10000"/>
                                  </p:iterate>
                                  <p:childTnLst>
                                    <p:set>
                                      <p:cBhvr>
                                        <p:cTn id="146" dur="1" fill="hold">
                                          <p:stCondLst>
                                            <p:cond delay="0"/>
                                          </p:stCondLst>
                                        </p:cTn>
                                        <p:tgtEl>
                                          <p:spTgt spid="27">
                                            <p:txEl>
                                              <p:pRg st="20" end="20"/>
                                            </p:txEl>
                                          </p:spTgt>
                                        </p:tgtEl>
                                        <p:attrNameLst>
                                          <p:attrName>style.visibility</p:attrName>
                                        </p:attrNameLst>
                                      </p:cBhvr>
                                      <p:to>
                                        <p:strVal val="visible"/>
                                      </p:to>
                                    </p:set>
                                    <p:anim calcmode="lin" valueType="num">
                                      <p:cBhvr>
                                        <p:cTn id="147" dur="500" fill="hold"/>
                                        <p:tgtEl>
                                          <p:spTgt spid="27">
                                            <p:txEl>
                                              <p:pRg st="20" end="20"/>
                                            </p:txEl>
                                          </p:spTgt>
                                        </p:tgtEl>
                                        <p:attrNameLst>
                                          <p:attrName>ppt_x</p:attrName>
                                        </p:attrNameLst>
                                      </p:cBhvr>
                                      <p:tavLst>
                                        <p:tav tm="0">
                                          <p:val>
                                            <p:strVal val="#ppt_x"/>
                                          </p:val>
                                        </p:tav>
                                        <p:tav tm="50000">
                                          <p:val>
                                            <p:strVal val="#ppt_x+.1"/>
                                          </p:val>
                                        </p:tav>
                                        <p:tav tm="100000">
                                          <p:val>
                                            <p:strVal val="#ppt_x"/>
                                          </p:val>
                                        </p:tav>
                                      </p:tavLst>
                                    </p:anim>
                                    <p:anim calcmode="lin" valueType="num">
                                      <p:cBhvr>
                                        <p:cTn id="148" dur="500" fill="hold"/>
                                        <p:tgtEl>
                                          <p:spTgt spid="27">
                                            <p:txEl>
                                              <p:pRg st="20" end="20"/>
                                            </p:txEl>
                                          </p:spTgt>
                                        </p:tgtEl>
                                        <p:attrNameLst>
                                          <p:attrName>ppt_y</p:attrName>
                                        </p:attrNameLst>
                                      </p:cBhvr>
                                      <p:tavLst>
                                        <p:tav tm="0">
                                          <p:val>
                                            <p:strVal val="#ppt_y"/>
                                          </p:val>
                                        </p:tav>
                                        <p:tav tm="100000">
                                          <p:val>
                                            <p:strVal val="#ppt_y"/>
                                          </p:val>
                                        </p:tav>
                                      </p:tavLst>
                                    </p:anim>
                                    <p:anim calcmode="lin" valueType="num">
                                      <p:cBhvr>
                                        <p:cTn id="149" dur="500" fill="hold"/>
                                        <p:tgtEl>
                                          <p:spTgt spid="27">
                                            <p:txEl>
                                              <p:pRg st="20" end="2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50" dur="500" fill="hold"/>
                                        <p:tgtEl>
                                          <p:spTgt spid="27">
                                            <p:txEl>
                                              <p:pRg st="20" end="2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51" dur="500" tmFilter="0,0; .5, 1; 1, 1"/>
                                        <p:tgtEl>
                                          <p:spTgt spid="27">
                                            <p:txEl>
                                              <p:pRg st="20" end="20"/>
                                            </p:txEl>
                                          </p:spTgt>
                                        </p:tgtEl>
                                      </p:cBhvr>
                                    </p:animEffect>
                                  </p:childTnLst>
                                </p:cTn>
                              </p:par>
                              <p:par>
                                <p:cTn id="152" presetID="41" presetClass="entr" presetSubtype="0" fill="hold" nodeType="withEffect">
                                  <p:stCondLst>
                                    <p:cond delay="500"/>
                                  </p:stCondLst>
                                  <p:iterate type="lt">
                                    <p:tmPct val="10000"/>
                                  </p:iterate>
                                  <p:childTnLst>
                                    <p:set>
                                      <p:cBhvr>
                                        <p:cTn id="153" dur="1" fill="hold">
                                          <p:stCondLst>
                                            <p:cond delay="0"/>
                                          </p:stCondLst>
                                        </p:cTn>
                                        <p:tgtEl>
                                          <p:spTgt spid="27">
                                            <p:txEl>
                                              <p:pRg st="21" end="21"/>
                                            </p:txEl>
                                          </p:spTgt>
                                        </p:tgtEl>
                                        <p:attrNameLst>
                                          <p:attrName>style.visibility</p:attrName>
                                        </p:attrNameLst>
                                      </p:cBhvr>
                                      <p:to>
                                        <p:strVal val="visible"/>
                                      </p:to>
                                    </p:set>
                                    <p:anim calcmode="lin" valueType="num">
                                      <p:cBhvr>
                                        <p:cTn id="154" dur="500" fill="hold"/>
                                        <p:tgtEl>
                                          <p:spTgt spid="27">
                                            <p:txEl>
                                              <p:pRg st="21" end="2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55" dur="500" fill="hold"/>
                                        <p:tgtEl>
                                          <p:spTgt spid="27">
                                            <p:txEl>
                                              <p:pRg st="21" end="21"/>
                                            </p:txEl>
                                          </p:spTgt>
                                        </p:tgtEl>
                                        <p:attrNameLst>
                                          <p:attrName>ppt_y</p:attrName>
                                        </p:attrNameLst>
                                      </p:cBhvr>
                                      <p:tavLst>
                                        <p:tav tm="0">
                                          <p:val>
                                            <p:strVal val="#ppt_y"/>
                                          </p:val>
                                        </p:tav>
                                        <p:tav tm="100000">
                                          <p:val>
                                            <p:strVal val="#ppt_y"/>
                                          </p:val>
                                        </p:tav>
                                      </p:tavLst>
                                    </p:anim>
                                    <p:anim calcmode="lin" valueType="num">
                                      <p:cBhvr>
                                        <p:cTn id="156" dur="500" fill="hold"/>
                                        <p:tgtEl>
                                          <p:spTgt spid="27">
                                            <p:txEl>
                                              <p:pRg st="21" end="2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57" dur="500" fill="hold"/>
                                        <p:tgtEl>
                                          <p:spTgt spid="27">
                                            <p:txEl>
                                              <p:pRg st="21" end="2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58" dur="500" tmFilter="0,0; .5, 1; 1, 1"/>
                                        <p:tgtEl>
                                          <p:spTgt spid="27">
                                            <p:txEl>
                                              <p:pRg st="21" end="21"/>
                                            </p:txEl>
                                          </p:spTgt>
                                        </p:tgtEl>
                                      </p:cBhvr>
                                    </p:animEffect>
                                  </p:childTnLst>
                                </p:cTn>
                              </p:par>
                              <p:par>
                                <p:cTn id="159" presetID="41" presetClass="entr" presetSubtype="0" fill="hold" nodeType="withEffect">
                                  <p:stCondLst>
                                    <p:cond delay="500"/>
                                  </p:stCondLst>
                                  <p:iterate type="lt">
                                    <p:tmPct val="10000"/>
                                  </p:iterate>
                                  <p:childTnLst>
                                    <p:set>
                                      <p:cBhvr>
                                        <p:cTn id="160" dur="1" fill="hold">
                                          <p:stCondLst>
                                            <p:cond delay="0"/>
                                          </p:stCondLst>
                                        </p:cTn>
                                        <p:tgtEl>
                                          <p:spTgt spid="27">
                                            <p:txEl>
                                              <p:pRg st="22" end="22"/>
                                            </p:txEl>
                                          </p:spTgt>
                                        </p:tgtEl>
                                        <p:attrNameLst>
                                          <p:attrName>style.visibility</p:attrName>
                                        </p:attrNameLst>
                                      </p:cBhvr>
                                      <p:to>
                                        <p:strVal val="visible"/>
                                      </p:to>
                                    </p:set>
                                    <p:anim calcmode="lin" valueType="num">
                                      <p:cBhvr>
                                        <p:cTn id="161" dur="500" fill="hold"/>
                                        <p:tgtEl>
                                          <p:spTgt spid="27">
                                            <p:txEl>
                                              <p:pRg st="22" end="22"/>
                                            </p:txEl>
                                          </p:spTgt>
                                        </p:tgtEl>
                                        <p:attrNameLst>
                                          <p:attrName>ppt_x</p:attrName>
                                        </p:attrNameLst>
                                      </p:cBhvr>
                                      <p:tavLst>
                                        <p:tav tm="0">
                                          <p:val>
                                            <p:strVal val="#ppt_x"/>
                                          </p:val>
                                        </p:tav>
                                        <p:tav tm="50000">
                                          <p:val>
                                            <p:strVal val="#ppt_x+.1"/>
                                          </p:val>
                                        </p:tav>
                                        <p:tav tm="100000">
                                          <p:val>
                                            <p:strVal val="#ppt_x"/>
                                          </p:val>
                                        </p:tav>
                                      </p:tavLst>
                                    </p:anim>
                                    <p:anim calcmode="lin" valueType="num">
                                      <p:cBhvr>
                                        <p:cTn id="162" dur="500" fill="hold"/>
                                        <p:tgtEl>
                                          <p:spTgt spid="27">
                                            <p:txEl>
                                              <p:pRg st="22" end="22"/>
                                            </p:txEl>
                                          </p:spTgt>
                                        </p:tgtEl>
                                        <p:attrNameLst>
                                          <p:attrName>ppt_y</p:attrName>
                                        </p:attrNameLst>
                                      </p:cBhvr>
                                      <p:tavLst>
                                        <p:tav tm="0">
                                          <p:val>
                                            <p:strVal val="#ppt_y"/>
                                          </p:val>
                                        </p:tav>
                                        <p:tav tm="100000">
                                          <p:val>
                                            <p:strVal val="#ppt_y"/>
                                          </p:val>
                                        </p:tav>
                                      </p:tavLst>
                                    </p:anim>
                                    <p:anim calcmode="lin" valueType="num">
                                      <p:cBhvr>
                                        <p:cTn id="163" dur="500" fill="hold"/>
                                        <p:tgtEl>
                                          <p:spTgt spid="27">
                                            <p:txEl>
                                              <p:pRg st="22" end="2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64" dur="500" fill="hold"/>
                                        <p:tgtEl>
                                          <p:spTgt spid="27">
                                            <p:txEl>
                                              <p:pRg st="22" end="2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65" dur="500" tmFilter="0,0; .5, 1; 1, 1"/>
                                        <p:tgtEl>
                                          <p:spTgt spid="27">
                                            <p:txEl>
                                              <p:pRg st="22" end="22"/>
                                            </p:txEl>
                                          </p:spTgt>
                                        </p:tgtEl>
                                      </p:cBhvr>
                                    </p:animEffect>
                                  </p:childTnLst>
                                </p:cTn>
                              </p:par>
                              <p:par>
                                <p:cTn id="166" presetID="41" presetClass="entr" presetSubtype="0" fill="hold" nodeType="withEffect">
                                  <p:stCondLst>
                                    <p:cond delay="500"/>
                                  </p:stCondLst>
                                  <p:iterate type="lt">
                                    <p:tmPct val="10000"/>
                                  </p:iterate>
                                  <p:childTnLst>
                                    <p:set>
                                      <p:cBhvr>
                                        <p:cTn id="167" dur="1" fill="hold">
                                          <p:stCondLst>
                                            <p:cond delay="0"/>
                                          </p:stCondLst>
                                        </p:cTn>
                                        <p:tgtEl>
                                          <p:spTgt spid="27">
                                            <p:txEl>
                                              <p:pRg st="23" end="23"/>
                                            </p:txEl>
                                          </p:spTgt>
                                        </p:tgtEl>
                                        <p:attrNameLst>
                                          <p:attrName>style.visibility</p:attrName>
                                        </p:attrNameLst>
                                      </p:cBhvr>
                                      <p:to>
                                        <p:strVal val="visible"/>
                                      </p:to>
                                    </p:set>
                                    <p:anim calcmode="lin" valueType="num">
                                      <p:cBhvr>
                                        <p:cTn id="168" dur="500" fill="hold"/>
                                        <p:tgtEl>
                                          <p:spTgt spid="27">
                                            <p:txEl>
                                              <p:pRg st="23" end="23"/>
                                            </p:txEl>
                                          </p:spTgt>
                                        </p:tgtEl>
                                        <p:attrNameLst>
                                          <p:attrName>ppt_x</p:attrName>
                                        </p:attrNameLst>
                                      </p:cBhvr>
                                      <p:tavLst>
                                        <p:tav tm="0">
                                          <p:val>
                                            <p:strVal val="#ppt_x"/>
                                          </p:val>
                                        </p:tav>
                                        <p:tav tm="50000">
                                          <p:val>
                                            <p:strVal val="#ppt_x+.1"/>
                                          </p:val>
                                        </p:tav>
                                        <p:tav tm="100000">
                                          <p:val>
                                            <p:strVal val="#ppt_x"/>
                                          </p:val>
                                        </p:tav>
                                      </p:tavLst>
                                    </p:anim>
                                    <p:anim calcmode="lin" valueType="num">
                                      <p:cBhvr>
                                        <p:cTn id="169" dur="500" fill="hold"/>
                                        <p:tgtEl>
                                          <p:spTgt spid="27">
                                            <p:txEl>
                                              <p:pRg st="23" end="23"/>
                                            </p:txEl>
                                          </p:spTgt>
                                        </p:tgtEl>
                                        <p:attrNameLst>
                                          <p:attrName>ppt_y</p:attrName>
                                        </p:attrNameLst>
                                      </p:cBhvr>
                                      <p:tavLst>
                                        <p:tav tm="0">
                                          <p:val>
                                            <p:strVal val="#ppt_y"/>
                                          </p:val>
                                        </p:tav>
                                        <p:tav tm="100000">
                                          <p:val>
                                            <p:strVal val="#ppt_y"/>
                                          </p:val>
                                        </p:tav>
                                      </p:tavLst>
                                    </p:anim>
                                    <p:anim calcmode="lin" valueType="num">
                                      <p:cBhvr>
                                        <p:cTn id="170" dur="500" fill="hold"/>
                                        <p:tgtEl>
                                          <p:spTgt spid="27">
                                            <p:txEl>
                                              <p:pRg st="23" end="23"/>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71" dur="500" fill="hold"/>
                                        <p:tgtEl>
                                          <p:spTgt spid="27">
                                            <p:txEl>
                                              <p:pRg st="23" end="2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72" dur="500" tmFilter="0,0; .5, 1; 1, 1"/>
                                        <p:tgtEl>
                                          <p:spTgt spid="27">
                                            <p:txEl>
                                              <p:pRg st="23" end="23"/>
                                            </p:txEl>
                                          </p:spTgt>
                                        </p:tgtEl>
                                      </p:cBhvr>
                                    </p:animEffect>
                                  </p:childTnLst>
                                </p:cTn>
                              </p:par>
                              <p:par>
                                <p:cTn id="173" presetID="41" presetClass="entr" presetSubtype="0" fill="hold" nodeType="withEffect">
                                  <p:stCondLst>
                                    <p:cond delay="500"/>
                                  </p:stCondLst>
                                  <p:iterate type="lt">
                                    <p:tmPct val="10000"/>
                                  </p:iterate>
                                  <p:childTnLst>
                                    <p:set>
                                      <p:cBhvr>
                                        <p:cTn id="174" dur="1" fill="hold">
                                          <p:stCondLst>
                                            <p:cond delay="0"/>
                                          </p:stCondLst>
                                        </p:cTn>
                                        <p:tgtEl>
                                          <p:spTgt spid="27">
                                            <p:txEl>
                                              <p:pRg st="24" end="24"/>
                                            </p:txEl>
                                          </p:spTgt>
                                        </p:tgtEl>
                                        <p:attrNameLst>
                                          <p:attrName>style.visibility</p:attrName>
                                        </p:attrNameLst>
                                      </p:cBhvr>
                                      <p:to>
                                        <p:strVal val="visible"/>
                                      </p:to>
                                    </p:set>
                                    <p:anim calcmode="lin" valueType="num">
                                      <p:cBhvr>
                                        <p:cTn id="175" dur="500" fill="hold"/>
                                        <p:tgtEl>
                                          <p:spTgt spid="27">
                                            <p:txEl>
                                              <p:pRg st="24" end="24"/>
                                            </p:txEl>
                                          </p:spTgt>
                                        </p:tgtEl>
                                        <p:attrNameLst>
                                          <p:attrName>ppt_x</p:attrName>
                                        </p:attrNameLst>
                                      </p:cBhvr>
                                      <p:tavLst>
                                        <p:tav tm="0">
                                          <p:val>
                                            <p:strVal val="#ppt_x"/>
                                          </p:val>
                                        </p:tav>
                                        <p:tav tm="50000">
                                          <p:val>
                                            <p:strVal val="#ppt_x+.1"/>
                                          </p:val>
                                        </p:tav>
                                        <p:tav tm="100000">
                                          <p:val>
                                            <p:strVal val="#ppt_x"/>
                                          </p:val>
                                        </p:tav>
                                      </p:tavLst>
                                    </p:anim>
                                    <p:anim calcmode="lin" valueType="num">
                                      <p:cBhvr>
                                        <p:cTn id="176" dur="500" fill="hold"/>
                                        <p:tgtEl>
                                          <p:spTgt spid="27">
                                            <p:txEl>
                                              <p:pRg st="24" end="24"/>
                                            </p:txEl>
                                          </p:spTgt>
                                        </p:tgtEl>
                                        <p:attrNameLst>
                                          <p:attrName>ppt_y</p:attrName>
                                        </p:attrNameLst>
                                      </p:cBhvr>
                                      <p:tavLst>
                                        <p:tav tm="0">
                                          <p:val>
                                            <p:strVal val="#ppt_y"/>
                                          </p:val>
                                        </p:tav>
                                        <p:tav tm="100000">
                                          <p:val>
                                            <p:strVal val="#ppt_y"/>
                                          </p:val>
                                        </p:tav>
                                      </p:tavLst>
                                    </p:anim>
                                    <p:anim calcmode="lin" valueType="num">
                                      <p:cBhvr>
                                        <p:cTn id="177" dur="500" fill="hold"/>
                                        <p:tgtEl>
                                          <p:spTgt spid="27">
                                            <p:txEl>
                                              <p:pRg st="24" end="2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78" dur="500" fill="hold"/>
                                        <p:tgtEl>
                                          <p:spTgt spid="27">
                                            <p:txEl>
                                              <p:pRg st="24" end="2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79" dur="500" tmFilter="0,0; .5, 1; 1, 1"/>
                                        <p:tgtEl>
                                          <p:spTgt spid="27">
                                            <p:txEl>
                                              <p:pRg st="24" end="24"/>
                                            </p:txEl>
                                          </p:spTgt>
                                        </p:tgtEl>
                                      </p:cBhvr>
                                    </p:animEffect>
                                  </p:childTnLst>
                                </p:cTn>
                              </p:par>
                              <p:par>
                                <p:cTn id="180" presetID="41" presetClass="entr" presetSubtype="0" fill="hold" nodeType="withEffect">
                                  <p:stCondLst>
                                    <p:cond delay="500"/>
                                  </p:stCondLst>
                                  <p:iterate type="lt">
                                    <p:tmPct val="10000"/>
                                  </p:iterate>
                                  <p:childTnLst>
                                    <p:set>
                                      <p:cBhvr>
                                        <p:cTn id="181" dur="1" fill="hold">
                                          <p:stCondLst>
                                            <p:cond delay="0"/>
                                          </p:stCondLst>
                                        </p:cTn>
                                        <p:tgtEl>
                                          <p:spTgt spid="27">
                                            <p:txEl>
                                              <p:pRg st="25" end="25"/>
                                            </p:txEl>
                                          </p:spTgt>
                                        </p:tgtEl>
                                        <p:attrNameLst>
                                          <p:attrName>style.visibility</p:attrName>
                                        </p:attrNameLst>
                                      </p:cBhvr>
                                      <p:to>
                                        <p:strVal val="visible"/>
                                      </p:to>
                                    </p:set>
                                    <p:anim calcmode="lin" valueType="num">
                                      <p:cBhvr>
                                        <p:cTn id="182" dur="500" fill="hold"/>
                                        <p:tgtEl>
                                          <p:spTgt spid="27">
                                            <p:txEl>
                                              <p:pRg st="25" end="25"/>
                                            </p:txEl>
                                          </p:spTgt>
                                        </p:tgtEl>
                                        <p:attrNameLst>
                                          <p:attrName>ppt_x</p:attrName>
                                        </p:attrNameLst>
                                      </p:cBhvr>
                                      <p:tavLst>
                                        <p:tav tm="0">
                                          <p:val>
                                            <p:strVal val="#ppt_x"/>
                                          </p:val>
                                        </p:tav>
                                        <p:tav tm="50000">
                                          <p:val>
                                            <p:strVal val="#ppt_x+.1"/>
                                          </p:val>
                                        </p:tav>
                                        <p:tav tm="100000">
                                          <p:val>
                                            <p:strVal val="#ppt_x"/>
                                          </p:val>
                                        </p:tav>
                                      </p:tavLst>
                                    </p:anim>
                                    <p:anim calcmode="lin" valueType="num">
                                      <p:cBhvr>
                                        <p:cTn id="183" dur="500" fill="hold"/>
                                        <p:tgtEl>
                                          <p:spTgt spid="27">
                                            <p:txEl>
                                              <p:pRg st="25" end="25"/>
                                            </p:txEl>
                                          </p:spTgt>
                                        </p:tgtEl>
                                        <p:attrNameLst>
                                          <p:attrName>ppt_y</p:attrName>
                                        </p:attrNameLst>
                                      </p:cBhvr>
                                      <p:tavLst>
                                        <p:tav tm="0">
                                          <p:val>
                                            <p:strVal val="#ppt_y"/>
                                          </p:val>
                                        </p:tav>
                                        <p:tav tm="100000">
                                          <p:val>
                                            <p:strVal val="#ppt_y"/>
                                          </p:val>
                                        </p:tav>
                                      </p:tavLst>
                                    </p:anim>
                                    <p:anim calcmode="lin" valueType="num">
                                      <p:cBhvr>
                                        <p:cTn id="184" dur="500" fill="hold"/>
                                        <p:tgtEl>
                                          <p:spTgt spid="27">
                                            <p:txEl>
                                              <p:pRg st="25" end="25"/>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85" dur="500" fill="hold"/>
                                        <p:tgtEl>
                                          <p:spTgt spid="27">
                                            <p:txEl>
                                              <p:pRg st="25" end="25"/>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86" dur="500" tmFilter="0,0; .5, 1; 1, 1"/>
                                        <p:tgtEl>
                                          <p:spTgt spid="27">
                                            <p:txEl>
                                              <p:pRg st="25" end="25"/>
                                            </p:txEl>
                                          </p:spTgt>
                                        </p:tgtEl>
                                      </p:cBhvr>
                                    </p:animEffect>
                                  </p:childTnLst>
                                </p:cTn>
                              </p:par>
                              <p:par>
                                <p:cTn id="187" presetID="41" presetClass="entr" presetSubtype="0" fill="hold" nodeType="withEffect">
                                  <p:stCondLst>
                                    <p:cond delay="500"/>
                                  </p:stCondLst>
                                  <p:iterate type="lt">
                                    <p:tmPct val="10000"/>
                                  </p:iterate>
                                  <p:childTnLst>
                                    <p:set>
                                      <p:cBhvr>
                                        <p:cTn id="188" dur="1" fill="hold">
                                          <p:stCondLst>
                                            <p:cond delay="0"/>
                                          </p:stCondLst>
                                        </p:cTn>
                                        <p:tgtEl>
                                          <p:spTgt spid="27">
                                            <p:txEl>
                                              <p:pRg st="26" end="26"/>
                                            </p:txEl>
                                          </p:spTgt>
                                        </p:tgtEl>
                                        <p:attrNameLst>
                                          <p:attrName>style.visibility</p:attrName>
                                        </p:attrNameLst>
                                      </p:cBhvr>
                                      <p:to>
                                        <p:strVal val="visible"/>
                                      </p:to>
                                    </p:set>
                                    <p:anim calcmode="lin" valueType="num">
                                      <p:cBhvr>
                                        <p:cTn id="189" dur="500" fill="hold"/>
                                        <p:tgtEl>
                                          <p:spTgt spid="27">
                                            <p:txEl>
                                              <p:pRg st="26" end="26"/>
                                            </p:txEl>
                                          </p:spTgt>
                                        </p:tgtEl>
                                        <p:attrNameLst>
                                          <p:attrName>ppt_x</p:attrName>
                                        </p:attrNameLst>
                                      </p:cBhvr>
                                      <p:tavLst>
                                        <p:tav tm="0">
                                          <p:val>
                                            <p:strVal val="#ppt_x"/>
                                          </p:val>
                                        </p:tav>
                                        <p:tav tm="50000">
                                          <p:val>
                                            <p:strVal val="#ppt_x+.1"/>
                                          </p:val>
                                        </p:tav>
                                        <p:tav tm="100000">
                                          <p:val>
                                            <p:strVal val="#ppt_x"/>
                                          </p:val>
                                        </p:tav>
                                      </p:tavLst>
                                    </p:anim>
                                    <p:anim calcmode="lin" valueType="num">
                                      <p:cBhvr>
                                        <p:cTn id="190" dur="500" fill="hold"/>
                                        <p:tgtEl>
                                          <p:spTgt spid="27">
                                            <p:txEl>
                                              <p:pRg st="26" end="26"/>
                                            </p:txEl>
                                          </p:spTgt>
                                        </p:tgtEl>
                                        <p:attrNameLst>
                                          <p:attrName>ppt_y</p:attrName>
                                        </p:attrNameLst>
                                      </p:cBhvr>
                                      <p:tavLst>
                                        <p:tav tm="0">
                                          <p:val>
                                            <p:strVal val="#ppt_y"/>
                                          </p:val>
                                        </p:tav>
                                        <p:tav tm="100000">
                                          <p:val>
                                            <p:strVal val="#ppt_y"/>
                                          </p:val>
                                        </p:tav>
                                      </p:tavLst>
                                    </p:anim>
                                    <p:anim calcmode="lin" valueType="num">
                                      <p:cBhvr>
                                        <p:cTn id="191" dur="500" fill="hold"/>
                                        <p:tgtEl>
                                          <p:spTgt spid="27">
                                            <p:txEl>
                                              <p:pRg st="26" end="26"/>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92" dur="500" fill="hold"/>
                                        <p:tgtEl>
                                          <p:spTgt spid="27">
                                            <p:txEl>
                                              <p:pRg st="26" end="26"/>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93" dur="500" tmFilter="0,0; .5, 1; 1, 1"/>
                                        <p:tgtEl>
                                          <p:spTgt spid="27">
                                            <p:txEl>
                                              <p:pRg st="26" end="26"/>
                                            </p:txEl>
                                          </p:spTgt>
                                        </p:tgtEl>
                                      </p:cBhvr>
                                    </p:animEffect>
                                  </p:childTnLst>
                                </p:cTn>
                              </p:par>
                              <p:par>
                                <p:cTn id="194" presetID="41" presetClass="entr" presetSubtype="0" fill="hold" nodeType="withEffect">
                                  <p:stCondLst>
                                    <p:cond delay="500"/>
                                  </p:stCondLst>
                                  <p:iterate type="lt">
                                    <p:tmPct val="10000"/>
                                  </p:iterate>
                                  <p:childTnLst>
                                    <p:set>
                                      <p:cBhvr>
                                        <p:cTn id="195" dur="1" fill="hold">
                                          <p:stCondLst>
                                            <p:cond delay="0"/>
                                          </p:stCondLst>
                                        </p:cTn>
                                        <p:tgtEl>
                                          <p:spTgt spid="27">
                                            <p:txEl>
                                              <p:pRg st="27" end="27"/>
                                            </p:txEl>
                                          </p:spTgt>
                                        </p:tgtEl>
                                        <p:attrNameLst>
                                          <p:attrName>style.visibility</p:attrName>
                                        </p:attrNameLst>
                                      </p:cBhvr>
                                      <p:to>
                                        <p:strVal val="visible"/>
                                      </p:to>
                                    </p:set>
                                    <p:anim calcmode="lin" valueType="num">
                                      <p:cBhvr>
                                        <p:cTn id="196" dur="500" fill="hold"/>
                                        <p:tgtEl>
                                          <p:spTgt spid="27">
                                            <p:txEl>
                                              <p:pRg st="27" end="27"/>
                                            </p:txEl>
                                          </p:spTgt>
                                        </p:tgtEl>
                                        <p:attrNameLst>
                                          <p:attrName>ppt_x</p:attrName>
                                        </p:attrNameLst>
                                      </p:cBhvr>
                                      <p:tavLst>
                                        <p:tav tm="0">
                                          <p:val>
                                            <p:strVal val="#ppt_x"/>
                                          </p:val>
                                        </p:tav>
                                        <p:tav tm="50000">
                                          <p:val>
                                            <p:strVal val="#ppt_x+.1"/>
                                          </p:val>
                                        </p:tav>
                                        <p:tav tm="100000">
                                          <p:val>
                                            <p:strVal val="#ppt_x"/>
                                          </p:val>
                                        </p:tav>
                                      </p:tavLst>
                                    </p:anim>
                                    <p:anim calcmode="lin" valueType="num">
                                      <p:cBhvr>
                                        <p:cTn id="197" dur="500" fill="hold"/>
                                        <p:tgtEl>
                                          <p:spTgt spid="27">
                                            <p:txEl>
                                              <p:pRg st="27" end="27"/>
                                            </p:txEl>
                                          </p:spTgt>
                                        </p:tgtEl>
                                        <p:attrNameLst>
                                          <p:attrName>ppt_y</p:attrName>
                                        </p:attrNameLst>
                                      </p:cBhvr>
                                      <p:tavLst>
                                        <p:tav tm="0">
                                          <p:val>
                                            <p:strVal val="#ppt_y"/>
                                          </p:val>
                                        </p:tav>
                                        <p:tav tm="100000">
                                          <p:val>
                                            <p:strVal val="#ppt_y"/>
                                          </p:val>
                                        </p:tav>
                                      </p:tavLst>
                                    </p:anim>
                                    <p:anim calcmode="lin" valueType="num">
                                      <p:cBhvr>
                                        <p:cTn id="198" dur="500" fill="hold"/>
                                        <p:tgtEl>
                                          <p:spTgt spid="27">
                                            <p:txEl>
                                              <p:pRg st="27" end="27"/>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99" dur="500" fill="hold"/>
                                        <p:tgtEl>
                                          <p:spTgt spid="27">
                                            <p:txEl>
                                              <p:pRg st="27" end="27"/>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00" dur="500" tmFilter="0,0; .5, 1; 1, 1"/>
                                        <p:tgtEl>
                                          <p:spTgt spid="27">
                                            <p:txEl>
                                              <p:pRg st="27" end="27"/>
                                            </p:txEl>
                                          </p:spTgt>
                                        </p:tgtEl>
                                      </p:cBhvr>
                                    </p:animEffect>
                                  </p:childTnLst>
                                </p:cTn>
                              </p:par>
                              <p:par>
                                <p:cTn id="201" presetID="41" presetClass="entr" presetSubtype="0" fill="hold" nodeType="withEffect">
                                  <p:stCondLst>
                                    <p:cond delay="500"/>
                                  </p:stCondLst>
                                  <p:iterate type="lt">
                                    <p:tmPct val="10000"/>
                                  </p:iterate>
                                  <p:childTnLst>
                                    <p:set>
                                      <p:cBhvr>
                                        <p:cTn id="202" dur="1" fill="hold">
                                          <p:stCondLst>
                                            <p:cond delay="0"/>
                                          </p:stCondLst>
                                        </p:cTn>
                                        <p:tgtEl>
                                          <p:spTgt spid="27">
                                            <p:txEl>
                                              <p:pRg st="28" end="28"/>
                                            </p:txEl>
                                          </p:spTgt>
                                        </p:tgtEl>
                                        <p:attrNameLst>
                                          <p:attrName>style.visibility</p:attrName>
                                        </p:attrNameLst>
                                      </p:cBhvr>
                                      <p:to>
                                        <p:strVal val="visible"/>
                                      </p:to>
                                    </p:set>
                                    <p:anim calcmode="lin" valueType="num">
                                      <p:cBhvr>
                                        <p:cTn id="203" dur="500" fill="hold"/>
                                        <p:tgtEl>
                                          <p:spTgt spid="27">
                                            <p:txEl>
                                              <p:pRg st="28" end="28"/>
                                            </p:txEl>
                                          </p:spTgt>
                                        </p:tgtEl>
                                        <p:attrNameLst>
                                          <p:attrName>ppt_x</p:attrName>
                                        </p:attrNameLst>
                                      </p:cBhvr>
                                      <p:tavLst>
                                        <p:tav tm="0">
                                          <p:val>
                                            <p:strVal val="#ppt_x"/>
                                          </p:val>
                                        </p:tav>
                                        <p:tav tm="50000">
                                          <p:val>
                                            <p:strVal val="#ppt_x+.1"/>
                                          </p:val>
                                        </p:tav>
                                        <p:tav tm="100000">
                                          <p:val>
                                            <p:strVal val="#ppt_x"/>
                                          </p:val>
                                        </p:tav>
                                      </p:tavLst>
                                    </p:anim>
                                    <p:anim calcmode="lin" valueType="num">
                                      <p:cBhvr>
                                        <p:cTn id="204" dur="500" fill="hold"/>
                                        <p:tgtEl>
                                          <p:spTgt spid="27">
                                            <p:txEl>
                                              <p:pRg st="28" end="28"/>
                                            </p:txEl>
                                          </p:spTgt>
                                        </p:tgtEl>
                                        <p:attrNameLst>
                                          <p:attrName>ppt_y</p:attrName>
                                        </p:attrNameLst>
                                      </p:cBhvr>
                                      <p:tavLst>
                                        <p:tav tm="0">
                                          <p:val>
                                            <p:strVal val="#ppt_y"/>
                                          </p:val>
                                        </p:tav>
                                        <p:tav tm="100000">
                                          <p:val>
                                            <p:strVal val="#ppt_y"/>
                                          </p:val>
                                        </p:tav>
                                      </p:tavLst>
                                    </p:anim>
                                    <p:anim calcmode="lin" valueType="num">
                                      <p:cBhvr>
                                        <p:cTn id="205" dur="500" fill="hold"/>
                                        <p:tgtEl>
                                          <p:spTgt spid="27">
                                            <p:txEl>
                                              <p:pRg st="28" end="28"/>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06" dur="500" fill="hold"/>
                                        <p:tgtEl>
                                          <p:spTgt spid="27">
                                            <p:txEl>
                                              <p:pRg st="28" end="28"/>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07" dur="500" tmFilter="0,0; .5, 1; 1, 1"/>
                                        <p:tgtEl>
                                          <p:spTgt spid="27">
                                            <p:txEl>
                                              <p:pRg st="28" end="2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1402;p68">
            <a:extLst>
              <a:ext uri="{FF2B5EF4-FFF2-40B4-BE49-F238E27FC236}">
                <a16:creationId xmlns:a16="http://schemas.microsoft.com/office/drawing/2014/main" id="{3738D4A1-65CD-F44A-AE10-1BC9A47988ED}"/>
              </a:ext>
            </a:extLst>
          </p:cNvPr>
          <p:cNvPicPr preferRelativeResize="0"/>
          <p:nvPr/>
        </p:nvPicPr>
        <p:blipFill rotWithShape="1">
          <a:blip r:embed="rId2">
            <a:alphaModFix amt="52000"/>
          </a:blip>
          <a:srcRect l="1295" r="1285"/>
          <a:stretch/>
        </p:blipFill>
        <p:spPr>
          <a:xfrm rot="7074405">
            <a:off x="8579825" y="3887071"/>
            <a:ext cx="2023700" cy="2002557"/>
          </a:xfrm>
          <a:prstGeom prst="rect">
            <a:avLst/>
          </a:prstGeom>
          <a:noFill/>
          <a:ln>
            <a:noFill/>
          </a:ln>
        </p:spPr>
      </p:pic>
      <p:sp>
        <p:nvSpPr>
          <p:cNvPr id="4" name="Google Shape;1377;p68">
            <a:hlinkClick r:id="" action="ppaction://hlinkshowjump?jump=nextslide"/>
            <a:extLst>
              <a:ext uri="{FF2B5EF4-FFF2-40B4-BE49-F238E27FC236}">
                <a16:creationId xmlns:a16="http://schemas.microsoft.com/office/drawing/2014/main" id="{363ADFD5-390A-6E4D-BE90-476925016985}"/>
              </a:ext>
            </a:extLst>
          </p:cNvPr>
          <p:cNvSpPr/>
          <p:nvPr/>
        </p:nvSpPr>
        <p:spPr>
          <a:xfrm>
            <a:off x="8490450" y="4647151"/>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1">
              <a:lnSpc>
                <a:spcPct val="100000"/>
              </a:lnSpc>
              <a:spcBef>
                <a:spcPts val="0"/>
              </a:spcBef>
              <a:spcAft>
                <a:spcPts val="0"/>
              </a:spcAft>
              <a:buClr>
                <a:srgbClr val="000000"/>
              </a:buClr>
              <a:buFont typeface="Arial"/>
              <a:buNone/>
            </a:pPr>
            <a:endParaRPr/>
          </a:p>
        </p:txBody>
      </p:sp>
      <p:sp>
        <p:nvSpPr>
          <p:cNvPr id="5" name="Google Shape;1379;p68">
            <a:extLst>
              <a:ext uri="{FF2B5EF4-FFF2-40B4-BE49-F238E27FC236}">
                <a16:creationId xmlns:a16="http://schemas.microsoft.com/office/drawing/2014/main" id="{CC1A2EAB-B431-F14C-A727-B4A6912A05A9}"/>
              </a:ext>
            </a:extLst>
          </p:cNvPr>
          <p:cNvSpPr txBox="1"/>
          <p:nvPr/>
        </p:nvSpPr>
        <p:spPr>
          <a:xfrm>
            <a:off x="8394300" y="129000"/>
            <a:ext cx="470400" cy="514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Krona One"/>
                <a:ea typeface="Krona One"/>
                <a:cs typeface="Krona One"/>
                <a:sym typeface="Krona One"/>
              </a:rPr>
              <a:t>21</a:t>
            </a:r>
            <a:endParaRPr sz="1200">
              <a:solidFill>
                <a:schemeClr val="dk1"/>
              </a:solidFill>
              <a:latin typeface="Krona One"/>
              <a:ea typeface="Krona One"/>
              <a:cs typeface="Krona One"/>
              <a:sym typeface="Krona One"/>
            </a:endParaRPr>
          </a:p>
        </p:txBody>
      </p:sp>
      <p:pic>
        <p:nvPicPr>
          <p:cNvPr id="9" name="Google Shape;1401;p68">
            <a:extLst>
              <a:ext uri="{FF2B5EF4-FFF2-40B4-BE49-F238E27FC236}">
                <a16:creationId xmlns:a16="http://schemas.microsoft.com/office/drawing/2014/main" id="{155E4297-4CCB-D24C-8180-097D37A2F5E6}"/>
              </a:ext>
            </a:extLst>
          </p:cNvPr>
          <p:cNvPicPr preferRelativeResize="0"/>
          <p:nvPr/>
        </p:nvPicPr>
        <p:blipFill rotWithShape="1">
          <a:blip r:embed="rId2">
            <a:alphaModFix amt="58000"/>
          </a:blip>
          <a:srcRect l="1295" r="1285"/>
          <a:stretch/>
        </p:blipFill>
        <p:spPr>
          <a:xfrm rot="17287221">
            <a:off x="-1636868" y="-1001907"/>
            <a:ext cx="2285697" cy="2261816"/>
          </a:xfrm>
          <a:prstGeom prst="rect">
            <a:avLst/>
          </a:prstGeom>
          <a:noFill/>
          <a:ln>
            <a:noFill/>
          </a:ln>
        </p:spPr>
      </p:pic>
      <p:sp>
        <p:nvSpPr>
          <p:cNvPr id="12" name="TextBox 11">
            <a:extLst>
              <a:ext uri="{FF2B5EF4-FFF2-40B4-BE49-F238E27FC236}">
                <a16:creationId xmlns:a16="http://schemas.microsoft.com/office/drawing/2014/main" id="{A7410295-C333-C84C-9DAD-3461C1E42203}"/>
              </a:ext>
            </a:extLst>
          </p:cNvPr>
          <p:cNvSpPr txBox="1"/>
          <p:nvPr/>
        </p:nvSpPr>
        <p:spPr>
          <a:xfrm>
            <a:off x="3333359" y="135051"/>
            <a:ext cx="8639174" cy="369332"/>
          </a:xfrm>
          <a:prstGeom prst="rect">
            <a:avLst/>
          </a:prstGeom>
          <a:noFill/>
        </p:spPr>
        <p:txBody>
          <a:bodyPr wrap="square">
            <a:spAutoFit/>
          </a:bodyPr>
          <a:lstStyle/>
          <a:p>
            <a:pPr algn="l"/>
            <a:r>
              <a:rPr lang="fa-IR" sz="1800" b="1" i="0">
                <a:solidFill>
                  <a:srgbClr val="ECECEC"/>
                </a:solidFill>
                <a:effectLst/>
                <a:latin typeface="Lalezar" pitchFamily="2" charset="-78"/>
                <a:cs typeface="Lalezar" pitchFamily="2" charset="-78"/>
              </a:rPr>
              <a:t> کد نمونه فیلترینگ مشارکتی</a:t>
            </a:r>
          </a:p>
        </p:txBody>
      </p:sp>
      <p:sp>
        <p:nvSpPr>
          <p:cNvPr id="17" name="Google Shape;775;p51">
            <a:extLst>
              <a:ext uri="{FF2B5EF4-FFF2-40B4-BE49-F238E27FC236}">
                <a16:creationId xmlns:a16="http://schemas.microsoft.com/office/drawing/2014/main" id="{158271DC-3B16-BE47-A3FB-1AB144ACADC8}"/>
              </a:ext>
            </a:extLst>
          </p:cNvPr>
          <p:cNvSpPr/>
          <p:nvPr/>
        </p:nvSpPr>
        <p:spPr>
          <a:xfrm>
            <a:off x="256517" y="719048"/>
            <a:ext cx="5477533" cy="4070977"/>
          </a:xfrm>
          <a:custGeom>
            <a:avLst/>
            <a:gdLst/>
            <a:ahLst/>
            <a:cxnLst/>
            <a:rect l="l" t="t" r="r" b="b"/>
            <a:pathLst>
              <a:path w="136615" h="89844" extrusionOk="0">
                <a:moveTo>
                  <a:pt x="6912" y="0"/>
                </a:moveTo>
                <a:cubicBezTo>
                  <a:pt x="3087" y="0"/>
                  <a:pt x="1" y="3086"/>
                  <a:pt x="1" y="6911"/>
                </a:cubicBezTo>
                <a:lnTo>
                  <a:pt x="1" y="82933"/>
                </a:lnTo>
                <a:cubicBezTo>
                  <a:pt x="1" y="86758"/>
                  <a:pt x="3087" y="89844"/>
                  <a:pt x="6912" y="89844"/>
                </a:cubicBezTo>
                <a:lnTo>
                  <a:pt x="129704" y="89844"/>
                </a:lnTo>
                <a:cubicBezTo>
                  <a:pt x="133529" y="89844"/>
                  <a:pt x="136615" y="86758"/>
                  <a:pt x="136615" y="82933"/>
                </a:cubicBezTo>
                <a:lnTo>
                  <a:pt x="136615" y="6911"/>
                </a:lnTo>
                <a:cubicBezTo>
                  <a:pt x="136615" y="3086"/>
                  <a:pt x="133529" y="0"/>
                  <a:pt x="129704" y="0"/>
                </a:cubicBezTo>
                <a:close/>
              </a:path>
            </a:pathLst>
          </a:custGeom>
          <a:solidFill>
            <a:srgbClr val="000000"/>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lang="en-US"/>
          </a:p>
        </p:txBody>
      </p:sp>
      <p:sp>
        <p:nvSpPr>
          <p:cNvPr id="21" name="Google Shape;784;p51">
            <a:extLst>
              <a:ext uri="{FF2B5EF4-FFF2-40B4-BE49-F238E27FC236}">
                <a16:creationId xmlns:a16="http://schemas.microsoft.com/office/drawing/2014/main" id="{8CB8BD09-F01E-BE42-AAB9-096640D53DF7}"/>
              </a:ext>
            </a:extLst>
          </p:cNvPr>
          <p:cNvSpPr/>
          <p:nvPr/>
        </p:nvSpPr>
        <p:spPr>
          <a:xfrm>
            <a:off x="7952390" y="214532"/>
            <a:ext cx="315300" cy="315300"/>
          </a:xfrm>
          <a:prstGeom prst="diamond">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TextBox 26">
            <a:extLst>
              <a:ext uri="{FF2B5EF4-FFF2-40B4-BE49-F238E27FC236}">
                <a16:creationId xmlns:a16="http://schemas.microsoft.com/office/drawing/2014/main" id="{3C1A82B4-F6BF-DD4B-A1AD-A273C61ED176}"/>
              </a:ext>
            </a:extLst>
          </p:cNvPr>
          <p:cNvSpPr txBox="1"/>
          <p:nvPr/>
        </p:nvSpPr>
        <p:spPr>
          <a:xfrm>
            <a:off x="376725" y="772307"/>
            <a:ext cx="12739134" cy="4201150"/>
          </a:xfrm>
          <a:prstGeom prst="rect">
            <a:avLst/>
          </a:prstGeom>
          <a:noFill/>
        </p:spPr>
        <p:txBody>
          <a:bodyPr wrap="square" rtlCol="0">
            <a:spAutoFit/>
          </a:bodyPr>
          <a:lstStyle/>
          <a:p>
            <a:r>
              <a:rPr lang="en-US" sz="900">
                <a:solidFill>
                  <a:srgbClr val="2E95D3"/>
                </a:solidFill>
                <a:effectLst/>
                <a:latin typeface="Times New Roman" panose="02020603050405020304" pitchFamily="18" charset="0"/>
                <a:ea typeface="Times New Roman" panose="02020603050405020304" pitchFamily="18" charset="0"/>
                <a:cs typeface="Arial" panose="020B0604020202020204" pitchFamily="34" charset="0"/>
              </a:rPr>
              <a:t>import</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numpy </a:t>
            </a:r>
            <a:r>
              <a:rPr lang="en-US" sz="900">
                <a:solidFill>
                  <a:srgbClr val="2E95D3"/>
                </a:solidFill>
                <a:effectLst/>
                <a:latin typeface="Times New Roman" panose="02020603050405020304" pitchFamily="18" charset="0"/>
                <a:ea typeface="Times New Roman" panose="02020603050405020304" pitchFamily="18" charset="0"/>
                <a:cs typeface="Arial" panose="020B0604020202020204" pitchFamily="34" charset="0"/>
              </a:rPr>
              <a:t>as</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np</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2E95D3"/>
                </a:solidFill>
                <a:effectLst/>
                <a:latin typeface="Times New Roman" panose="02020603050405020304" pitchFamily="18" charset="0"/>
                <a:ea typeface="Times New Roman" panose="02020603050405020304" pitchFamily="18" charset="0"/>
                <a:cs typeface="Arial" panose="020B0604020202020204" pitchFamily="34" charset="0"/>
              </a:rPr>
              <a:t>from</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sklearn.metrics.pairwise </a:t>
            </a:r>
            <a:r>
              <a:rPr lang="en-US" sz="900">
                <a:solidFill>
                  <a:srgbClr val="2E95D3"/>
                </a:solidFill>
                <a:effectLst/>
                <a:latin typeface="Times New Roman" panose="02020603050405020304" pitchFamily="18" charset="0"/>
                <a:ea typeface="Times New Roman" panose="02020603050405020304" pitchFamily="18" charset="0"/>
                <a:cs typeface="Arial" panose="020B0604020202020204" pitchFamily="34" charset="0"/>
              </a:rPr>
              <a:t>import</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cosine_similarity</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chemeClr val="accent2">
                    <a:lumMod val="40000"/>
                    <a:lumOff val="60000"/>
                  </a:schemeClr>
                </a:solidFill>
                <a:effectLst/>
                <a:latin typeface="Times New Roman" panose="02020603050405020304" pitchFamily="18" charset="0"/>
                <a:ea typeface="Times New Roman" panose="02020603050405020304" pitchFamily="18" charset="0"/>
                <a:cs typeface="Arial" panose="020B0604020202020204" pitchFamily="34" charset="0"/>
              </a:rPr>
              <a:t># </a:t>
            </a:r>
            <a:r>
              <a:rPr lang="ar-SA" sz="900">
                <a:solidFill>
                  <a:schemeClr val="accent2">
                    <a:lumMod val="40000"/>
                    <a:lumOff val="60000"/>
                  </a:schemeClr>
                </a:solidFill>
                <a:effectLst/>
                <a:latin typeface="Times New Roman" panose="02020603050405020304" pitchFamily="18" charset="0"/>
                <a:ea typeface="Times New Roman" panose="02020603050405020304" pitchFamily="18" charset="0"/>
                <a:cs typeface="Arial" panose="020B0604020202020204" pitchFamily="34" charset="0"/>
              </a:rPr>
              <a:t>ماتریس امتیازدهی کاربران به محصولات</a:t>
            </a:r>
            <a:endParaRPr lang="en-US" sz="900">
              <a:solidFill>
                <a:schemeClr val="accent2">
                  <a:lumMod val="40000"/>
                  <a:lumOff val="60000"/>
                </a:schemeClr>
              </a:solidFill>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user_item_matrix = np.array([</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5</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0</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3</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1</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4</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0</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5</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1</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1</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5</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0</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0</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0</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0</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4</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5</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chemeClr val="accent2">
                    <a:lumMod val="40000"/>
                    <a:lumOff val="60000"/>
                  </a:schemeClr>
                </a:solidFill>
                <a:effectLst/>
                <a:latin typeface="Times New Roman" panose="02020603050405020304" pitchFamily="18" charset="0"/>
                <a:ea typeface="Times New Roman" panose="02020603050405020304" pitchFamily="18" charset="0"/>
                <a:cs typeface="Arial" panose="020B0604020202020204" pitchFamily="34" charset="0"/>
              </a:rPr>
              <a:t># </a:t>
            </a:r>
            <a:r>
              <a:rPr lang="ar-SA" sz="900">
                <a:solidFill>
                  <a:schemeClr val="accent2">
                    <a:lumMod val="40000"/>
                    <a:lumOff val="60000"/>
                  </a:schemeClr>
                </a:solidFill>
                <a:effectLst/>
                <a:latin typeface="Times New Roman" panose="02020603050405020304" pitchFamily="18" charset="0"/>
                <a:ea typeface="Times New Roman" panose="02020603050405020304" pitchFamily="18" charset="0"/>
                <a:cs typeface="Arial" panose="020B0604020202020204" pitchFamily="34" charset="0"/>
              </a:rPr>
              <a:t>محاسبه شباهت‌ها بین کاربران</a:t>
            </a:r>
            <a:endParaRPr lang="en-US" sz="900">
              <a:solidFill>
                <a:schemeClr val="accent2">
                  <a:lumMod val="40000"/>
                  <a:lumOff val="60000"/>
                </a:schemeClr>
              </a:solidFill>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user_similarity = cosine_similarity(user_item_matrix)</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E9950C"/>
                </a:solidFill>
                <a:effectLst/>
                <a:latin typeface="Times New Roman" panose="02020603050405020304" pitchFamily="18" charset="0"/>
                <a:ea typeface="Times New Roman" panose="02020603050405020304" pitchFamily="18" charset="0"/>
                <a:cs typeface="Arial" panose="020B0604020202020204" pitchFamily="34" charset="0"/>
              </a:rPr>
              <a:t>print</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a:t>
            </a:r>
            <a:r>
              <a:rPr lang="en-US" sz="900">
                <a:solidFill>
                  <a:srgbClr val="00A67D"/>
                </a:solidFill>
                <a:effectLst/>
                <a:latin typeface="Times New Roman" panose="02020603050405020304" pitchFamily="18" charset="0"/>
                <a:ea typeface="Times New Roman" panose="02020603050405020304" pitchFamily="18" charset="0"/>
                <a:cs typeface="Arial" panose="020B0604020202020204" pitchFamily="34" charset="0"/>
              </a:rPr>
              <a:t>"User Similarities:"</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user_similarity)</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chemeClr val="accent2">
                    <a:lumMod val="40000"/>
                    <a:lumOff val="60000"/>
                  </a:schemeClr>
                </a:solidFill>
                <a:effectLst/>
                <a:latin typeface="Times New Roman" panose="02020603050405020304" pitchFamily="18" charset="0"/>
                <a:ea typeface="Times New Roman" panose="02020603050405020304" pitchFamily="18" charset="0"/>
                <a:cs typeface="Arial" panose="020B0604020202020204" pitchFamily="34" charset="0"/>
              </a:rPr>
              <a:t># </a:t>
            </a:r>
            <a:r>
              <a:rPr lang="ar-SA" sz="900">
                <a:solidFill>
                  <a:schemeClr val="accent2">
                    <a:lumMod val="40000"/>
                    <a:lumOff val="60000"/>
                  </a:schemeClr>
                </a:solidFill>
                <a:effectLst/>
                <a:latin typeface="Times New Roman" panose="02020603050405020304" pitchFamily="18" charset="0"/>
                <a:ea typeface="Times New Roman" panose="02020603050405020304" pitchFamily="18" charset="0"/>
                <a:cs typeface="Arial" panose="020B0604020202020204" pitchFamily="34" charset="0"/>
              </a:rPr>
              <a:t>نمایش پیشنهاد برای کاربر خاص</a:t>
            </a:r>
            <a:endParaRPr lang="en-US" sz="900">
              <a:solidFill>
                <a:schemeClr val="accent2">
                  <a:lumMod val="40000"/>
                  <a:lumOff val="60000"/>
                </a:schemeClr>
              </a:solidFill>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2E95D3"/>
                </a:solidFill>
                <a:effectLst/>
                <a:latin typeface="Times New Roman" panose="02020603050405020304" pitchFamily="18" charset="0"/>
                <a:ea typeface="Times New Roman" panose="02020603050405020304" pitchFamily="18" charset="0"/>
                <a:cs typeface="Arial" panose="020B0604020202020204" pitchFamily="34" charset="0"/>
              </a:rPr>
              <a:t>def</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F22C3D"/>
                </a:solidFill>
                <a:effectLst/>
                <a:latin typeface="Times New Roman" panose="02020603050405020304" pitchFamily="18" charset="0"/>
                <a:ea typeface="Times New Roman" panose="02020603050405020304" pitchFamily="18" charset="0"/>
                <a:cs typeface="Arial" panose="020B0604020202020204" pitchFamily="34" charset="0"/>
              </a:rPr>
              <a:t>recommend_for_user</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a:t>
            </a:r>
            <a:r>
              <a:rPr lang="en-US" sz="900">
                <a:solidFill>
                  <a:srgbClr val="FFFFFF"/>
                </a:solidFill>
                <a:effectLst/>
                <a:latin typeface="Times New Roman" panose="02020603050405020304" pitchFamily="18" charset="0"/>
                <a:ea typeface="Times New Roman" panose="02020603050405020304" pitchFamily="18" charset="0"/>
                <a:cs typeface="Arial" panose="020B0604020202020204" pitchFamily="34" charset="0"/>
              </a:rPr>
              <a:t>user_index, num_recommendations=</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2</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user_ratings = user_item_matrix[user_index]</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similar_users = np.argsort(-user_similarity[user_index])  </a:t>
            </a:r>
            <a:r>
              <a:rPr lang="en-US" sz="900">
                <a:solidFill>
                  <a:srgbClr val="FFFFFF"/>
                </a:solidFill>
                <a:effectLst/>
                <a:latin typeface="Times New Roman" panose="02020603050405020304" pitchFamily="18" charset="0"/>
                <a:ea typeface="Times New Roman" panose="02020603050405020304" pitchFamily="18" charset="0"/>
                <a:cs typeface="Arial" panose="020B0604020202020204" pitchFamily="34" charset="0"/>
              </a:rPr>
              <a:t># </a:t>
            </a:r>
            <a:r>
              <a:rPr lang="ar-SA" sz="900">
                <a:solidFill>
                  <a:srgbClr val="FFFFFF"/>
                </a:solidFill>
                <a:effectLst/>
                <a:latin typeface="Times New Roman" panose="02020603050405020304" pitchFamily="18" charset="0"/>
                <a:ea typeface="Times New Roman" panose="02020603050405020304" pitchFamily="18" charset="0"/>
                <a:cs typeface="Arial" panose="020B0604020202020204" pitchFamily="34" charset="0"/>
              </a:rPr>
              <a:t>ترتیب کاربران مشابه</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recommendations = []</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2E95D3"/>
                </a:solidFill>
                <a:effectLst/>
                <a:latin typeface="Times New Roman" panose="02020603050405020304" pitchFamily="18" charset="0"/>
                <a:ea typeface="Times New Roman" panose="02020603050405020304" pitchFamily="18" charset="0"/>
                <a:cs typeface="Arial" panose="020B0604020202020204" pitchFamily="34" charset="0"/>
              </a:rPr>
              <a:t>for</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similar_user </a:t>
            </a:r>
            <a:r>
              <a:rPr lang="en-US" sz="900">
                <a:solidFill>
                  <a:srgbClr val="2E95D3"/>
                </a:solidFill>
                <a:effectLst/>
                <a:latin typeface="Times New Roman" panose="02020603050405020304" pitchFamily="18" charset="0"/>
                <a:ea typeface="Times New Roman" panose="02020603050405020304" pitchFamily="18" charset="0"/>
                <a:cs typeface="Arial" panose="020B0604020202020204" pitchFamily="34" charset="0"/>
              </a:rPr>
              <a:t>in</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similar_users:</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2E95D3"/>
                </a:solidFill>
                <a:effectLst/>
                <a:latin typeface="Times New Roman" panose="02020603050405020304" pitchFamily="18" charset="0"/>
                <a:ea typeface="Times New Roman" panose="02020603050405020304" pitchFamily="18" charset="0"/>
                <a:cs typeface="Arial" panose="020B0604020202020204" pitchFamily="34" charset="0"/>
              </a:rPr>
              <a:t>if</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similar_user != user_index:</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similar_user_ratings = user_item_matrix[similar_user]</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2E95D3"/>
                </a:solidFill>
                <a:effectLst/>
                <a:latin typeface="Times New Roman" panose="02020603050405020304" pitchFamily="18" charset="0"/>
                <a:ea typeface="Times New Roman" panose="02020603050405020304" pitchFamily="18" charset="0"/>
                <a:cs typeface="Arial" panose="020B0604020202020204" pitchFamily="34" charset="0"/>
              </a:rPr>
              <a:t>for</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item, rating </a:t>
            </a:r>
            <a:r>
              <a:rPr lang="en-US" sz="900">
                <a:solidFill>
                  <a:srgbClr val="2E95D3"/>
                </a:solidFill>
                <a:effectLst/>
                <a:latin typeface="Times New Roman" panose="02020603050405020304" pitchFamily="18" charset="0"/>
                <a:ea typeface="Times New Roman" panose="02020603050405020304" pitchFamily="18" charset="0"/>
                <a:cs typeface="Arial" panose="020B0604020202020204" pitchFamily="34" charset="0"/>
              </a:rPr>
              <a:t>in</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E9950C"/>
                </a:solidFill>
                <a:effectLst/>
                <a:latin typeface="Times New Roman" panose="02020603050405020304" pitchFamily="18" charset="0"/>
                <a:ea typeface="Times New Roman" panose="02020603050405020304" pitchFamily="18" charset="0"/>
                <a:cs typeface="Arial" panose="020B0604020202020204" pitchFamily="34" charset="0"/>
              </a:rPr>
              <a:t>enumerate</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(similar_user_ratings):</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2E95D3"/>
                </a:solidFill>
                <a:effectLst/>
                <a:latin typeface="Times New Roman" panose="02020603050405020304" pitchFamily="18" charset="0"/>
                <a:ea typeface="Times New Roman" panose="02020603050405020304" pitchFamily="18" charset="0"/>
                <a:cs typeface="Arial" panose="020B0604020202020204" pitchFamily="34" charset="0"/>
              </a:rPr>
              <a:t>if</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rating &gt;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0</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2E95D3"/>
                </a:solidFill>
                <a:effectLst/>
                <a:latin typeface="Times New Roman" panose="02020603050405020304" pitchFamily="18" charset="0"/>
                <a:ea typeface="Times New Roman" panose="02020603050405020304" pitchFamily="18" charset="0"/>
                <a:cs typeface="Arial" panose="020B0604020202020204" pitchFamily="34" charset="0"/>
              </a:rPr>
              <a:t>and</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user_ratings[item] == </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0</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FFFFFF"/>
                </a:solidFill>
                <a:effectLst/>
                <a:latin typeface="Times New Roman" panose="02020603050405020304" pitchFamily="18" charset="0"/>
                <a:ea typeface="Times New Roman" panose="02020603050405020304" pitchFamily="18" charset="0"/>
                <a:cs typeface="Arial" panose="020B0604020202020204" pitchFamily="34" charset="0"/>
              </a:rPr>
              <a:t># </a:t>
            </a:r>
            <a:r>
              <a:rPr lang="ar-SA" sz="900">
                <a:solidFill>
                  <a:srgbClr val="FFFFFF"/>
                </a:solidFill>
                <a:effectLst/>
                <a:latin typeface="Times New Roman" panose="02020603050405020304" pitchFamily="18" charset="0"/>
                <a:ea typeface="Times New Roman" panose="02020603050405020304" pitchFamily="18" charset="0"/>
                <a:cs typeface="Arial" panose="020B0604020202020204" pitchFamily="34" charset="0"/>
              </a:rPr>
              <a:t>اگر کاربر آیتم را ندیده باشد</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recommendations.append((item, rating))</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2E95D3"/>
                </a:solidFill>
                <a:effectLst/>
                <a:latin typeface="Times New Roman" panose="02020603050405020304" pitchFamily="18" charset="0"/>
                <a:ea typeface="Times New Roman" panose="02020603050405020304" pitchFamily="18" charset="0"/>
                <a:cs typeface="Arial" panose="020B0604020202020204" pitchFamily="34" charset="0"/>
              </a:rPr>
              <a:t>break</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chemeClr val="accent2">
                    <a:lumMod val="40000"/>
                    <a:lumOff val="60000"/>
                  </a:schemeClr>
                </a:solidFill>
                <a:effectLst/>
                <a:latin typeface="Times New Roman" panose="02020603050405020304" pitchFamily="18" charset="0"/>
                <a:ea typeface="Times New Roman" panose="02020603050405020304" pitchFamily="18" charset="0"/>
                <a:cs typeface="Arial" panose="020B0604020202020204" pitchFamily="34" charset="0"/>
              </a:rPr>
              <a:t># </a:t>
            </a:r>
            <a:r>
              <a:rPr lang="ar-SA" sz="900">
                <a:solidFill>
                  <a:schemeClr val="accent2">
                    <a:lumMod val="40000"/>
                    <a:lumOff val="60000"/>
                  </a:schemeClr>
                </a:solidFill>
                <a:effectLst/>
                <a:latin typeface="Times New Roman" panose="02020603050405020304" pitchFamily="18" charset="0"/>
                <a:ea typeface="Times New Roman" panose="02020603050405020304" pitchFamily="18" charset="0"/>
                <a:cs typeface="Arial" panose="020B0604020202020204" pitchFamily="34" charset="0"/>
              </a:rPr>
              <a:t>فقط از نزدیک‌ترین کاربر مشابه استفاده کنید</a:t>
            </a:r>
            <a:endParaRPr lang="en-US" sz="900">
              <a:solidFill>
                <a:schemeClr val="accent2">
                  <a:lumMod val="40000"/>
                  <a:lumOff val="60000"/>
                </a:schemeClr>
              </a:solidFill>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r>
              <a:rPr lang="en-US" sz="900">
                <a:solidFill>
                  <a:srgbClr val="2E95D3"/>
                </a:solidFill>
                <a:effectLst/>
                <a:latin typeface="Times New Roman" panose="02020603050405020304" pitchFamily="18" charset="0"/>
                <a:ea typeface="Times New Roman" panose="02020603050405020304" pitchFamily="18" charset="0"/>
                <a:cs typeface="Arial" panose="020B0604020202020204" pitchFamily="34" charset="0"/>
              </a:rPr>
              <a:t>return</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recommendations[:num_recommendations]</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solidFill>
                  <a:srgbClr val="E9950C"/>
                </a:solidFill>
                <a:effectLst/>
                <a:latin typeface="Times New Roman" panose="02020603050405020304" pitchFamily="18" charset="0"/>
                <a:ea typeface="Times New Roman" panose="02020603050405020304" pitchFamily="18" charset="0"/>
                <a:cs typeface="Arial" panose="020B0604020202020204" pitchFamily="34" charset="0"/>
              </a:rPr>
              <a:t>print</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a:t>
            </a:r>
            <a:r>
              <a:rPr lang="en-US" sz="900">
                <a:solidFill>
                  <a:srgbClr val="00A67D"/>
                </a:solidFill>
                <a:effectLst/>
                <a:latin typeface="Times New Roman" panose="02020603050405020304" pitchFamily="18" charset="0"/>
                <a:ea typeface="Times New Roman" panose="02020603050405020304" pitchFamily="18" charset="0"/>
                <a:cs typeface="Arial" panose="020B0604020202020204" pitchFamily="34" charset="0"/>
              </a:rPr>
              <a:t>"Recommendations for user 0:"</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 recommend_for_user(</a:t>
            </a:r>
            <a:r>
              <a:rPr lang="en-US" sz="900">
                <a:solidFill>
                  <a:srgbClr val="DF3079"/>
                </a:solidFill>
                <a:effectLst/>
                <a:latin typeface="Times New Roman" panose="02020603050405020304" pitchFamily="18" charset="0"/>
                <a:ea typeface="Times New Roman" panose="02020603050405020304" pitchFamily="18" charset="0"/>
                <a:cs typeface="Arial" panose="020B0604020202020204" pitchFamily="34" charset="0"/>
              </a:rPr>
              <a:t>0</a:t>
            </a:r>
            <a:r>
              <a:rPr lang="en-US" sz="900">
                <a:solidFill>
                  <a:srgbClr val="FFFFFF"/>
                </a:solidFill>
                <a:effectLst/>
                <a:latin typeface="Menlo" panose="020B0609030804020204" pitchFamily="49" charset="0"/>
                <a:ea typeface="Times New Roman" panose="02020603050405020304" pitchFamily="18" charset="0"/>
                <a:cs typeface="Arial" panose="020B0604020202020204" pitchFamily="34" charset="0"/>
              </a:rPr>
              <a:t>))</a:t>
            </a:r>
            <a:endParaRPr lang="en-US" sz="900">
              <a:effectLst/>
              <a:latin typeface="Calibri" panose="020F0502020204030204" pitchFamily="34" charset="0"/>
              <a:ea typeface="Calibri" panose="020F0502020204030204" pitchFamily="34" charset="0"/>
              <a:cs typeface="Arial" panose="020B0604020202020204" pitchFamily="34" charset="0"/>
            </a:endParaRPr>
          </a:p>
          <a:p>
            <a:r>
              <a:rPr lang="en-US" sz="900">
                <a:effectLst/>
                <a:latin typeface="Calibri" panose="020F0502020204030204" pitchFamily="34" charset="0"/>
                <a:ea typeface="Calibri" panose="020F0502020204030204" pitchFamily="34" charset="0"/>
                <a:cs typeface="Arial" panose="020B0604020202020204" pitchFamily="34" charset="0"/>
              </a:rPr>
              <a:t> </a:t>
            </a:r>
          </a:p>
          <a:p>
            <a:endParaRPr lang="en-US" sz="700"/>
          </a:p>
        </p:txBody>
      </p:sp>
      <p:sp>
        <p:nvSpPr>
          <p:cNvPr id="28" name="TextBox 27">
            <a:extLst>
              <a:ext uri="{FF2B5EF4-FFF2-40B4-BE49-F238E27FC236}">
                <a16:creationId xmlns:a16="http://schemas.microsoft.com/office/drawing/2014/main" id="{A050F599-28B6-C74D-A9AA-8234A0D7F3F3}"/>
              </a:ext>
            </a:extLst>
          </p:cNvPr>
          <p:cNvSpPr txBox="1"/>
          <p:nvPr/>
        </p:nvSpPr>
        <p:spPr>
          <a:xfrm>
            <a:off x="1378154" y="390984"/>
            <a:ext cx="6574236" cy="276999"/>
          </a:xfrm>
          <a:prstGeom prst="rect">
            <a:avLst/>
          </a:prstGeom>
          <a:noFill/>
        </p:spPr>
        <p:txBody>
          <a:bodyPr wrap="none" rtlCol="0">
            <a:spAutoFit/>
          </a:bodyPr>
          <a:lstStyle/>
          <a:p>
            <a:r>
              <a:rPr lang="fa-IR" sz="1200" b="0" i="0">
                <a:solidFill>
                  <a:srgbClr val="D4F4E6"/>
                </a:solidFill>
                <a:effectLst/>
                <a:latin typeface="Lalezar" pitchFamily="2" charset="-78"/>
                <a:cs typeface="Lalezar" pitchFamily="2" charset="-78"/>
              </a:rPr>
              <a:t>در این کد نمونه، از ماتریس کاربر-آیتم و محاسبه شباهت کسینوسی بین کاربران استفاده شده است تا پینهادات را ارائه دهد.</a:t>
            </a:r>
            <a:endParaRPr lang="en-US" sz="1200">
              <a:solidFill>
                <a:srgbClr val="D4F4E6"/>
              </a:solidFill>
              <a:latin typeface="Lalezar" pitchFamily="2" charset="-78"/>
              <a:cs typeface="Lalezar" pitchFamily="2" charset="-78"/>
            </a:endParaRPr>
          </a:p>
        </p:txBody>
      </p:sp>
      <p:sp>
        <p:nvSpPr>
          <p:cNvPr id="2" name="TextBox 1">
            <a:extLst>
              <a:ext uri="{FF2B5EF4-FFF2-40B4-BE49-F238E27FC236}">
                <a16:creationId xmlns:a16="http://schemas.microsoft.com/office/drawing/2014/main" id="{7EF9BD85-0544-CE48-974C-3EFA88C3F4E4}"/>
              </a:ext>
            </a:extLst>
          </p:cNvPr>
          <p:cNvSpPr txBox="1"/>
          <p:nvPr/>
        </p:nvSpPr>
        <p:spPr>
          <a:xfrm>
            <a:off x="5993308" y="1047206"/>
            <a:ext cx="2636192" cy="3323987"/>
          </a:xfrm>
          <a:prstGeom prst="rect">
            <a:avLst/>
          </a:prstGeom>
          <a:noFill/>
        </p:spPr>
        <p:txBody>
          <a:bodyPr wrap="square" rtlCol="0">
            <a:spAutoFit/>
          </a:bodyPr>
          <a:lstStyle/>
          <a:p>
            <a:pPr algn="r" rtl="1"/>
            <a:r>
              <a:rPr lang="fa-IR" b="1" i="0">
                <a:solidFill>
                  <a:schemeClr val="accent2">
                    <a:lumMod val="20000"/>
                    <a:lumOff val="80000"/>
                  </a:schemeClr>
                </a:solidFill>
                <a:effectLst/>
                <a:latin typeface="Lalezar" pitchFamily="2" charset="-78"/>
                <a:cs typeface="Lalezar" pitchFamily="2" charset="-78"/>
              </a:rPr>
              <a:t>گام ۱:</a:t>
            </a:r>
            <a:r>
              <a:rPr lang="fa-IR" b="0" i="0">
                <a:solidFill>
                  <a:schemeClr val="accent2">
                    <a:lumMod val="20000"/>
                    <a:lumOff val="80000"/>
                  </a:schemeClr>
                </a:solidFill>
                <a:effectLst/>
                <a:latin typeface="Lalezar" pitchFamily="2" charset="-78"/>
                <a:cs typeface="Lalezar" pitchFamily="2" charset="-78"/>
              </a:rPr>
              <a:t> </a:t>
            </a:r>
          </a:p>
          <a:p>
            <a:pPr algn="r" rtl="1"/>
            <a:r>
              <a:rPr lang="fa-IR" b="0" i="0">
                <a:solidFill>
                  <a:srgbClr val="ECECEC"/>
                </a:solidFill>
                <a:effectLst/>
                <a:latin typeface="Lalezar" pitchFamily="2" charset="-78"/>
                <a:cs typeface="Lalezar" pitchFamily="2" charset="-78"/>
              </a:rPr>
              <a:t>تعریف ماتریس امتیازدهی کاربران به آیتم‌ها.</a:t>
            </a:r>
          </a:p>
          <a:p>
            <a:pPr algn="r" rtl="1">
              <a:buFont typeface="Arial" panose="020B0604020202020204" pitchFamily="34" charset="0"/>
              <a:buChar char="•"/>
            </a:pPr>
            <a:endParaRPr lang="fa-IR" b="0" i="0">
              <a:solidFill>
                <a:srgbClr val="ECECEC"/>
              </a:solidFill>
              <a:effectLst/>
              <a:latin typeface="Lalezar" pitchFamily="2" charset="-78"/>
              <a:cs typeface="Lalezar" pitchFamily="2" charset="-78"/>
            </a:endParaRPr>
          </a:p>
          <a:p>
            <a:pPr algn="r" rtl="1"/>
            <a:r>
              <a:rPr lang="fa-IR" b="1" i="0">
                <a:solidFill>
                  <a:schemeClr val="accent2">
                    <a:lumMod val="20000"/>
                    <a:lumOff val="80000"/>
                  </a:schemeClr>
                </a:solidFill>
                <a:effectLst/>
                <a:latin typeface="Lalezar" pitchFamily="2" charset="-78"/>
                <a:cs typeface="Lalezar" pitchFamily="2" charset="-78"/>
              </a:rPr>
              <a:t>گام ۲:</a:t>
            </a:r>
          </a:p>
          <a:p>
            <a:pPr algn="r" rtl="1"/>
            <a:r>
              <a:rPr lang="fa-IR" b="0" i="0">
                <a:solidFill>
                  <a:srgbClr val="ECECEC"/>
                </a:solidFill>
                <a:effectLst/>
                <a:latin typeface="Lalezar" pitchFamily="2" charset="-78"/>
                <a:cs typeface="Lalezar" pitchFamily="2" charset="-78"/>
              </a:rPr>
              <a:t> محاسبه شباهت کسینوسی بین کاربران با استفاده از </a:t>
            </a:r>
            <a:r>
              <a:rPr lang="en-US" b="0" i="0">
                <a:solidFill>
                  <a:srgbClr val="ECECEC"/>
                </a:solidFill>
                <a:effectLst/>
                <a:latin typeface="Lalezar" pitchFamily="2" charset="-78"/>
                <a:cs typeface="Lalezar" pitchFamily="2" charset="-78"/>
              </a:rPr>
              <a:t>cosine_similarity</a:t>
            </a:r>
            <a:endParaRPr lang="fa-IR" b="0" i="0">
              <a:solidFill>
                <a:srgbClr val="ECECEC"/>
              </a:solidFill>
              <a:effectLst/>
              <a:latin typeface="Lalezar" pitchFamily="2" charset="-78"/>
              <a:cs typeface="Lalezar" pitchFamily="2" charset="-78"/>
            </a:endParaRPr>
          </a:p>
          <a:p>
            <a:pPr algn="r" rtl="1"/>
            <a:endParaRPr lang="en-US" b="0" i="0">
              <a:solidFill>
                <a:srgbClr val="ECECEC"/>
              </a:solidFill>
              <a:effectLst/>
              <a:latin typeface="Lalezar" pitchFamily="2" charset="-78"/>
              <a:cs typeface="Lalezar" pitchFamily="2" charset="-78"/>
            </a:endParaRPr>
          </a:p>
          <a:p>
            <a:pPr algn="r" rtl="1"/>
            <a:r>
              <a:rPr lang="fa-IR" b="1" i="0">
                <a:solidFill>
                  <a:schemeClr val="accent2">
                    <a:lumMod val="20000"/>
                    <a:lumOff val="80000"/>
                  </a:schemeClr>
                </a:solidFill>
                <a:effectLst/>
                <a:latin typeface="Lalezar" pitchFamily="2" charset="-78"/>
                <a:cs typeface="Lalezar" pitchFamily="2" charset="-78"/>
              </a:rPr>
              <a:t>گام ۳: </a:t>
            </a:r>
            <a:r>
              <a:rPr lang="fa-IR" b="0" i="0">
                <a:solidFill>
                  <a:srgbClr val="ECECEC"/>
                </a:solidFill>
                <a:effectLst/>
                <a:latin typeface="Lalezar" pitchFamily="2" charset="-78"/>
                <a:cs typeface="Lalezar" pitchFamily="2" charset="-78"/>
              </a:rPr>
              <a:t>تابع  </a:t>
            </a:r>
            <a:r>
              <a:rPr lang="en-US" b="0" i="0">
                <a:solidFill>
                  <a:srgbClr val="ECECEC"/>
                </a:solidFill>
                <a:effectLst/>
                <a:latin typeface="Lalezar" pitchFamily="2" charset="-78"/>
                <a:cs typeface="Lalezar" pitchFamily="2" charset="-78"/>
              </a:rPr>
              <a:t>recommend_for_user </a:t>
            </a:r>
            <a:r>
              <a:rPr lang="fa-IR" b="0" i="0">
                <a:solidFill>
                  <a:srgbClr val="ECECEC"/>
                </a:solidFill>
                <a:effectLst/>
                <a:latin typeface="Lalezar" pitchFamily="2" charset="-78"/>
                <a:cs typeface="Lalezar" pitchFamily="2" charset="-78"/>
              </a:rPr>
              <a:t> برای ارائه پیشنهادات به یک کاربر خاص بر اساس نزدیک‌ترین کاربر مشابه.</a:t>
            </a:r>
          </a:p>
          <a:p>
            <a:pPr algn="r" rtl="1"/>
            <a:endParaRPr lang="fa-IR" b="0" i="0">
              <a:solidFill>
                <a:srgbClr val="ECECEC"/>
              </a:solidFill>
              <a:effectLst/>
              <a:latin typeface="Lalezar" pitchFamily="2" charset="-78"/>
              <a:cs typeface="Lalezar" pitchFamily="2" charset="-78"/>
            </a:endParaRPr>
          </a:p>
          <a:p>
            <a:pPr algn="r" rtl="1"/>
            <a:r>
              <a:rPr lang="fa-IR" b="1" i="0">
                <a:solidFill>
                  <a:schemeClr val="accent2">
                    <a:lumMod val="20000"/>
                    <a:lumOff val="80000"/>
                  </a:schemeClr>
                </a:solidFill>
                <a:effectLst/>
                <a:latin typeface="Lalezar" pitchFamily="2" charset="-78"/>
                <a:cs typeface="Lalezar" pitchFamily="2" charset="-78"/>
              </a:rPr>
              <a:t>گام ۴:</a:t>
            </a:r>
          </a:p>
          <a:p>
            <a:pPr algn="r" rtl="1"/>
            <a:r>
              <a:rPr lang="fa-IR" b="0" i="0">
                <a:solidFill>
                  <a:srgbClr val="ECECEC"/>
                </a:solidFill>
                <a:effectLst/>
                <a:latin typeface="Lalezar" pitchFamily="2" charset="-78"/>
                <a:cs typeface="Lalezar" pitchFamily="2" charset="-78"/>
              </a:rPr>
              <a:t>چاپ شباهت‌ها و پیشنهادات برای نمونه کاربر.</a:t>
            </a:r>
          </a:p>
        </p:txBody>
      </p:sp>
      <p:sp>
        <p:nvSpPr>
          <p:cNvPr id="13" name="Google Shape;1378;p68">
            <a:hlinkClick r:id="" action="ppaction://hlinkshowjump?jump=previousslide"/>
            <a:extLst>
              <a:ext uri="{FF2B5EF4-FFF2-40B4-BE49-F238E27FC236}">
                <a16:creationId xmlns:a16="http://schemas.microsoft.com/office/drawing/2014/main" id="{E0E22AFA-6D01-A842-9255-1F0795BD8143}"/>
              </a:ext>
            </a:extLst>
          </p:cNvPr>
          <p:cNvSpPr/>
          <p:nvPr/>
        </p:nvSpPr>
        <p:spPr>
          <a:xfrm rot="10800000">
            <a:off x="-772120" y="4683582"/>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1">
              <a:lnSpc>
                <a:spcPct val="100000"/>
              </a:lnSpc>
              <a:spcBef>
                <a:spcPts val="0"/>
              </a:spcBef>
              <a:spcAft>
                <a:spcPts val="0"/>
              </a:spcAft>
              <a:buClr>
                <a:srgbClr val="000000"/>
              </a:buClr>
              <a:buFont typeface="Arial"/>
              <a:buNone/>
            </a:pPr>
            <a:endParaRPr/>
          </a:p>
        </p:txBody>
      </p:sp>
    </p:spTree>
    <p:extLst>
      <p:ext uri="{BB962C8B-B14F-4D97-AF65-F5344CB8AC3E}">
        <p14:creationId xmlns:p14="http://schemas.microsoft.com/office/powerpoint/2010/main" val="287012850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377;p68">
            <a:hlinkClick r:id="" action="ppaction://hlinkshowjump?jump=nextslide"/>
            <a:extLst>
              <a:ext uri="{FF2B5EF4-FFF2-40B4-BE49-F238E27FC236}">
                <a16:creationId xmlns:a16="http://schemas.microsoft.com/office/drawing/2014/main" id="{460ACA43-FCC4-0A47-A8BB-451B0C342895}"/>
              </a:ext>
            </a:extLst>
          </p:cNvPr>
          <p:cNvSpPr/>
          <p:nvPr/>
        </p:nvSpPr>
        <p:spPr>
          <a:xfrm>
            <a:off x="9595350" y="4647151"/>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1">
              <a:lnSpc>
                <a:spcPct val="100000"/>
              </a:lnSpc>
              <a:spcBef>
                <a:spcPts val="0"/>
              </a:spcBef>
              <a:spcAft>
                <a:spcPts val="0"/>
              </a:spcAft>
              <a:buClr>
                <a:srgbClr val="000000"/>
              </a:buClr>
              <a:buFont typeface="Arial"/>
              <a:buNone/>
            </a:pPr>
            <a:endParaRPr/>
          </a:p>
        </p:txBody>
      </p:sp>
      <p:sp>
        <p:nvSpPr>
          <p:cNvPr id="6" name="Google Shape;1378;p68">
            <a:hlinkClick r:id="" action="ppaction://hlinkshowjump?jump=previousslide"/>
            <a:extLst>
              <a:ext uri="{FF2B5EF4-FFF2-40B4-BE49-F238E27FC236}">
                <a16:creationId xmlns:a16="http://schemas.microsoft.com/office/drawing/2014/main" id="{E7C8EAFB-F6C4-144A-B5CD-499209D9C2FB}"/>
              </a:ext>
            </a:extLst>
          </p:cNvPr>
          <p:cNvSpPr/>
          <p:nvPr/>
        </p:nvSpPr>
        <p:spPr>
          <a:xfrm rot="10800000">
            <a:off x="338949" y="4677752"/>
            <a:ext cx="278100" cy="241200"/>
          </a:xfrm>
          <a:prstGeom prst="chevron">
            <a:avLst>
              <a:gd name="adj" fmla="val 5115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r" rtl="1">
              <a:lnSpc>
                <a:spcPct val="100000"/>
              </a:lnSpc>
              <a:spcBef>
                <a:spcPts val="0"/>
              </a:spcBef>
              <a:spcAft>
                <a:spcPts val="0"/>
              </a:spcAft>
              <a:buClr>
                <a:srgbClr val="000000"/>
              </a:buClr>
              <a:buFont typeface="Arial"/>
              <a:buNone/>
            </a:pPr>
            <a:endParaRPr/>
          </a:p>
        </p:txBody>
      </p:sp>
      <p:sp>
        <p:nvSpPr>
          <p:cNvPr id="7" name="Google Shape;1379;p68">
            <a:extLst>
              <a:ext uri="{FF2B5EF4-FFF2-40B4-BE49-F238E27FC236}">
                <a16:creationId xmlns:a16="http://schemas.microsoft.com/office/drawing/2014/main" id="{4549225C-2608-3A44-B960-DC29EECF6AB5}"/>
              </a:ext>
            </a:extLst>
          </p:cNvPr>
          <p:cNvSpPr txBox="1"/>
          <p:nvPr/>
        </p:nvSpPr>
        <p:spPr>
          <a:xfrm>
            <a:off x="8394300" y="129000"/>
            <a:ext cx="470400" cy="514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Krona One"/>
                <a:ea typeface="Krona One"/>
                <a:cs typeface="Krona One"/>
                <a:sym typeface="Krona One"/>
              </a:rPr>
              <a:t>22</a:t>
            </a:r>
            <a:endParaRPr sz="1200">
              <a:solidFill>
                <a:schemeClr val="dk1"/>
              </a:solidFill>
              <a:latin typeface="Krona One"/>
              <a:ea typeface="Krona One"/>
              <a:cs typeface="Krona One"/>
              <a:sym typeface="Krona One"/>
            </a:endParaRPr>
          </a:p>
        </p:txBody>
      </p:sp>
      <p:sp>
        <p:nvSpPr>
          <p:cNvPr id="8" name="Google Shape;1380;p68">
            <a:extLst>
              <a:ext uri="{FF2B5EF4-FFF2-40B4-BE49-F238E27FC236}">
                <a16:creationId xmlns:a16="http://schemas.microsoft.com/office/drawing/2014/main" id="{18B22A9D-4D5D-3842-A113-A1D52EAA4DF6}"/>
              </a:ext>
            </a:extLst>
          </p:cNvPr>
          <p:cNvSpPr/>
          <p:nvPr/>
        </p:nvSpPr>
        <p:spPr>
          <a:xfrm>
            <a:off x="399189" y="137115"/>
            <a:ext cx="315300" cy="315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 name="Google Shape;1400;p68">
            <a:extLst>
              <a:ext uri="{FF2B5EF4-FFF2-40B4-BE49-F238E27FC236}">
                <a16:creationId xmlns:a16="http://schemas.microsoft.com/office/drawing/2014/main" id="{0822EA97-4C3E-E24E-97E5-1B95B835BE28}"/>
              </a:ext>
            </a:extLst>
          </p:cNvPr>
          <p:cNvPicPr preferRelativeResize="0"/>
          <p:nvPr/>
        </p:nvPicPr>
        <p:blipFill rotWithShape="1">
          <a:blip r:embed="rId2">
            <a:alphaModFix amt="58000"/>
          </a:blip>
          <a:srcRect l="179" r="179"/>
          <a:stretch/>
        </p:blipFill>
        <p:spPr>
          <a:xfrm rot="7205838">
            <a:off x="-1536823" y="-1226008"/>
            <a:ext cx="3073644" cy="3041547"/>
          </a:xfrm>
          <a:prstGeom prst="rect">
            <a:avLst/>
          </a:prstGeom>
          <a:noFill/>
          <a:ln>
            <a:noFill/>
          </a:ln>
        </p:spPr>
      </p:pic>
      <p:pic>
        <p:nvPicPr>
          <p:cNvPr id="10" name="Google Shape;1401;p68">
            <a:extLst>
              <a:ext uri="{FF2B5EF4-FFF2-40B4-BE49-F238E27FC236}">
                <a16:creationId xmlns:a16="http://schemas.microsoft.com/office/drawing/2014/main" id="{0D62B97A-1021-CF41-8AD3-60A92767B716}"/>
              </a:ext>
            </a:extLst>
          </p:cNvPr>
          <p:cNvPicPr preferRelativeResize="0"/>
          <p:nvPr/>
        </p:nvPicPr>
        <p:blipFill rotWithShape="1">
          <a:blip r:embed="rId3">
            <a:alphaModFix amt="58000"/>
          </a:blip>
          <a:srcRect l="1295" r="1285"/>
          <a:stretch/>
        </p:blipFill>
        <p:spPr>
          <a:xfrm rot="17287221">
            <a:off x="-1208661" y="3918454"/>
            <a:ext cx="2285697" cy="2261816"/>
          </a:xfrm>
          <a:prstGeom prst="rect">
            <a:avLst/>
          </a:prstGeom>
          <a:noFill/>
          <a:ln>
            <a:noFill/>
          </a:ln>
        </p:spPr>
      </p:pic>
      <p:pic>
        <p:nvPicPr>
          <p:cNvPr id="11" name="Google Shape;1402;p68">
            <a:extLst>
              <a:ext uri="{FF2B5EF4-FFF2-40B4-BE49-F238E27FC236}">
                <a16:creationId xmlns:a16="http://schemas.microsoft.com/office/drawing/2014/main" id="{D127B7E4-B783-5742-B6E7-7DA5EBE390A3}"/>
              </a:ext>
            </a:extLst>
          </p:cNvPr>
          <p:cNvPicPr preferRelativeResize="0"/>
          <p:nvPr/>
        </p:nvPicPr>
        <p:blipFill rotWithShape="1">
          <a:blip r:embed="rId3">
            <a:alphaModFix amt="52000"/>
          </a:blip>
          <a:srcRect l="1295" r="1285"/>
          <a:stretch/>
        </p:blipFill>
        <p:spPr>
          <a:xfrm rot="7074405">
            <a:off x="8265349" y="1247370"/>
            <a:ext cx="2023700" cy="2002557"/>
          </a:xfrm>
          <a:prstGeom prst="rect">
            <a:avLst/>
          </a:prstGeom>
          <a:noFill/>
          <a:ln>
            <a:noFill/>
          </a:ln>
        </p:spPr>
      </p:pic>
      <p:sp>
        <p:nvSpPr>
          <p:cNvPr id="20" name="TextBox 19">
            <a:extLst>
              <a:ext uri="{FF2B5EF4-FFF2-40B4-BE49-F238E27FC236}">
                <a16:creationId xmlns:a16="http://schemas.microsoft.com/office/drawing/2014/main" id="{C83ED7EF-9375-C640-B69B-5AD75C2BCCF4}"/>
              </a:ext>
            </a:extLst>
          </p:cNvPr>
          <p:cNvSpPr txBox="1"/>
          <p:nvPr/>
        </p:nvSpPr>
        <p:spPr>
          <a:xfrm>
            <a:off x="3438121" y="885833"/>
            <a:ext cx="2020105" cy="1200329"/>
          </a:xfrm>
          <a:prstGeom prst="rect">
            <a:avLst/>
          </a:prstGeom>
          <a:noFill/>
        </p:spPr>
        <p:txBody>
          <a:bodyPr wrap="none" rtlCol="0">
            <a:spAutoFit/>
          </a:bodyPr>
          <a:lstStyle/>
          <a:p>
            <a:r>
              <a:rPr lang="fa-IR" sz="3600" b="1" i="0">
                <a:solidFill>
                  <a:srgbClr val="ECECEC"/>
                </a:solidFill>
                <a:effectLst/>
                <a:latin typeface="Lalezar" pitchFamily="2" charset="-78"/>
                <a:cs typeface="Lalezar" pitchFamily="2" charset="-78"/>
              </a:rPr>
              <a:t> نتیجه‌گیری</a:t>
            </a:r>
          </a:p>
          <a:p>
            <a:endParaRPr lang="en-US" sz="3600">
              <a:latin typeface="Lalezar" pitchFamily="2" charset="-78"/>
              <a:cs typeface="Lalezar" pitchFamily="2" charset="-78"/>
            </a:endParaRPr>
          </a:p>
        </p:txBody>
      </p:sp>
      <p:sp>
        <p:nvSpPr>
          <p:cNvPr id="21" name="TextBox 20">
            <a:extLst>
              <a:ext uri="{FF2B5EF4-FFF2-40B4-BE49-F238E27FC236}">
                <a16:creationId xmlns:a16="http://schemas.microsoft.com/office/drawing/2014/main" id="{B78B36F5-63CE-6248-9110-9AB9485FFE71}"/>
              </a:ext>
            </a:extLst>
          </p:cNvPr>
          <p:cNvSpPr txBox="1"/>
          <p:nvPr/>
        </p:nvSpPr>
        <p:spPr>
          <a:xfrm>
            <a:off x="1228724" y="1725441"/>
            <a:ext cx="6438900" cy="2062103"/>
          </a:xfrm>
          <a:prstGeom prst="rect">
            <a:avLst/>
          </a:prstGeom>
          <a:noFill/>
        </p:spPr>
        <p:txBody>
          <a:bodyPr wrap="square" rtlCol="0">
            <a:spAutoFit/>
          </a:bodyPr>
          <a:lstStyle/>
          <a:p>
            <a:pPr marL="457200" lvl="1" algn="r" rtl="1"/>
            <a:r>
              <a:rPr lang="fa-IR" sz="1600" b="0" i="0">
                <a:solidFill>
                  <a:srgbClr val="D4F4E6"/>
                </a:solidFill>
                <a:effectLst/>
                <a:latin typeface="Lalezar" pitchFamily="2" charset="-78"/>
                <a:cs typeface="Lalezar" pitchFamily="2" charset="-78"/>
              </a:rPr>
              <a:t>فیلترینگ مشارکتی یکی از روش‌های موثر در سیستم‌های پیشنهاددهی است که با تحلیل رفتار کاربران، پیشنهادات شخصی‌سازی‌شده ارائه می‌دهد.</a:t>
            </a:r>
            <a:endParaRPr lang="en-US" sz="1600" b="0" i="0">
              <a:solidFill>
                <a:srgbClr val="D4F4E6"/>
              </a:solidFill>
              <a:effectLst/>
              <a:latin typeface="Lalezar" pitchFamily="2" charset="-78"/>
              <a:cs typeface="Lalezar" pitchFamily="2" charset="-78"/>
            </a:endParaRPr>
          </a:p>
          <a:p>
            <a:pPr marL="742950" lvl="1" indent="-285750" algn="r" rtl="1">
              <a:buFont typeface="Arial" panose="020B0604020202020204" pitchFamily="34" charset="0"/>
              <a:buChar char="•"/>
            </a:pPr>
            <a:endParaRPr lang="fa-IR" sz="1600" b="0" i="0">
              <a:solidFill>
                <a:srgbClr val="D4F4E6"/>
              </a:solidFill>
              <a:effectLst/>
              <a:latin typeface="Lalezar" pitchFamily="2" charset="-78"/>
              <a:cs typeface="Lalezar" pitchFamily="2" charset="-78"/>
            </a:endParaRPr>
          </a:p>
          <a:p>
            <a:pPr marL="457200" lvl="1" algn="r" rtl="1"/>
            <a:r>
              <a:rPr lang="fa-IR" sz="1600" b="0" i="0">
                <a:solidFill>
                  <a:srgbClr val="D4F4E6"/>
                </a:solidFill>
                <a:effectLst/>
                <a:latin typeface="Lalezar" pitchFamily="2" charset="-78"/>
                <a:cs typeface="Lalezar" pitchFamily="2" charset="-78"/>
              </a:rPr>
              <a:t>این روش با وجود مزایای فراوان، چالش‌هایی مانند مسئله سردرگمی و مقیاس‌پذیری دارد که نیاز به راهکارهای پیشرفته‌تر دارد.</a:t>
            </a:r>
            <a:endParaRPr lang="en-US" sz="1600" b="0" i="0">
              <a:solidFill>
                <a:srgbClr val="D4F4E6"/>
              </a:solidFill>
              <a:effectLst/>
              <a:latin typeface="Lalezar" pitchFamily="2" charset="-78"/>
              <a:cs typeface="Lalezar" pitchFamily="2" charset="-78"/>
            </a:endParaRPr>
          </a:p>
          <a:p>
            <a:pPr marL="457200" lvl="1" algn="r" rtl="1"/>
            <a:endParaRPr lang="fa-IR" sz="1600" b="0" i="0">
              <a:solidFill>
                <a:srgbClr val="D4F4E6"/>
              </a:solidFill>
              <a:effectLst/>
              <a:latin typeface="Lalezar" pitchFamily="2" charset="-78"/>
              <a:cs typeface="Lalezar" pitchFamily="2" charset="-78"/>
            </a:endParaRPr>
          </a:p>
          <a:p>
            <a:pPr marL="457200" lvl="1" algn="r" rtl="1"/>
            <a:r>
              <a:rPr lang="fa-IR" sz="1600" b="0" i="0">
                <a:solidFill>
                  <a:srgbClr val="D4F4E6"/>
                </a:solidFill>
                <a:effectLst/>
                <a:latin typeface="Lalezar" pitchFamily="2" charset="-78"/>
                <a:cs typeface="Lalezar" pitchFamily="2" charset="-78"/>
              </a:rPr>
              <a:t>استفاده ترکیبی از فیلترینگ مشارکتی و سایر روش‌ها می‌تواند به بهبود عملکرد سیستم‌های پیشنهاددهی کمک کند.</a:t>
            </a:r>
          </a:p>
        </p:txBody>
      </p:sp>
    </p:spTree>
    <p:extLst>
      <p:ext uri="{BB962C8B-B14F-4D97-AF65-F5344CB8AC3E}">
        <p14:creationId xmlns:p14="http://schemas.microsoft.com/office/powerpoint/2010/main" val="294191455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1401;p68">
            <a:extLst>
              <a:ext uri="{FF2B5EF4-FFF2-40B4-BE49-F238E27FC236}">
                <a16:creationId xmlns:a16="http://schemas.microsoft.com/office/drawing/2014/main" id="{2D230BA5-77F1-6D44-BEDA-A45A55093D96}"/>
              </a:ext>
            </a:extLst>
          </p:cNvPr>
          <p:cNvPicPr preferRelativeResize="0"/>
          <p:nvPr/>
        </p:nvPicPr>
        <p:blipFill rotWithShape="1">
          <a:blip r:embed="rId2">
            <a:alphaModFix amt="58000"/>
          </a:blip>
          <a:srcRect l="1295" r="1285"/>
          <a:stretch/>
        </p:blipFill>
        <p:spPr>
          <a:xfrm rot="17287221">
            <a:off x="-656211" y="3318379"/>
            <a:ext cx="2285697" cy="2261816"/>
          </a:xfrm>
          <a:prstGeom prst="rect">
            <a:avLst/>
          </a:prstGeom>
          <a:noFill/>
          <a:ln>
            <a:noFill/>
          </a:ln>
        </p:spPr>
      </p:pic>
      <p:pic>
        <p:nvPicPr>
          <p:cNvPr id="3" name="Google Shape;1402;p68">
            <a:extLst>
              <a:ext uri="{FF2B5EF4-FFF2-40B4-BE49-F238E27FC236}">
                <a16:creationId xmlns:a16="http://schemas.microsoft.com/office/drawing/2014/main" id="{853E59DF-AD65-7041-98B6-4057308262AD}"/>
              </a:ext>
            </a:extLst>
          </p:cNvPr>
          <p:cNvPicPr preferRelativeResize="0"/>
          <p:nvPr/>
        </p:nvPicPr>
        <p:blipFill rotWithShape="1">
          <a:blip r:embed="rId2">
            <a:alphaModFix amt="52000"/>
          </a:blip>
          <a:srcRect l="1295" r="1285"/>
          <a:stretch/>
        </p:blipFill>
        <p:spPr>
          <a:xfrm rot="7074405">
            <a:off x="7534849" y="809781"/>
            <a:ext cx="2023700" cy="2002557"/>
          </a:xfrm>
          <a:prstGeom prst="rect">
            <a:avLst/>
          </a:prstGeom>
          <a:noFill/>
          <a:ln>
            <a:noFill/>
          </a:ln>
        </p:spPr>
      </p:pic>
      <p:sp>
        <p:nvSpPr>
          <p:cNvPr id="4" name="TextBox 3">
            <a:extLst>
              <a:ext uri="{FF2B5EF4-FFF2-40B4-BE49-F238E27FC236}">
                <a16:creationId xmlns:a16="http://schemas.microsoft.com/office/drawing/2014/main" id="{9E1096A0-3F10-3C4A-A48A-6F6FF03DF03C}"/>
              </a:ext>
            </a:extLst>
          </p:cNvPr>
          <p:cNvSpPr txBox="1"/>
          <p:nvPr/>
        </p:nvSpPr>
        <p:spPr>
          <a:xfrm>
            <a:off x="3590925" y="1811060"/>
            <a:ext cx="1794081" cy="1200329"/>
          </a:xfrm>
          <a:prstGeom prst="rect">
            <a:avLst/>
          </a:prstGeom>
          <a:noFill/>
        </p:spPr>
        <p:txBody>
          <a:bodyPr wrap="none" rtlCol="0">
            <a:spAutoFit/>
          </a:bodyPr>
          <a:lstStyle/>
          <a:p>
            <a:r>
              <a:rPr lang="en-US" sz="7200">
                <a:solidFill>
                  <a:schemeClr val="tx1"/>
                </a:solidFill>
                <a:latin typeface="Lalezar" pitchFamily="2" charset="-78"/>
                <a:cs typeface="Lalezar" pitchFamily="2" charset="-78"/>
              </a:rPr>
              <a:t>پ</a:t>
            </a:r>
            <a:r>
              <a:rPr lang="fa-IR" sz="7200">
                <a:solidFill>
                  <a:schemeClr val="tx1"/>
                </a:solidFill>
                <a:latin typeface="Lalezar" pitchFamily="2" charset="-78"/>
                <a:cs typeface="Lalezar" pitchFamily="2" charset="-78"/>
              </a:rPr>
              <a:t>ایان</a:t>
            </a:r>
            <a:endParaRPr lang="en-US" sz="7200">
              <a:solidFill>
                <a:schemeClr val="tx1"/>
              </a:solidFill>
              <a:latin typeface="Lalezar" pitchFamily="2" charset="-78"/>
              <a:cs typeface="Lalezar" pitchFamily="2" charset="-78"/>
            </a:endParaRPr>
          </a:p>
        </p:txBody>
      </p:sp>
      <p:sp>
        <p:nvSpPr>
          <p:cNvPr id="7" name="Google Shape;1379;p68">
            <a:extLst>
              <a:ext uri="{FF2B5EF4-FFF2-40B4-BE49-F238E27FC236}">
                <a16:creationId xmlns:a16="http://schemas.microsoft.com/office/drawing/2014/main" id="{85FDE975-B8E4-3646-AB3D-D961ADF67668}"/>
              </a:ext>
            </a:extLst>
          </p:cNvPr>
          <p:cNvSpPr txBox="1"/>
          <p:nvPr/>
        </p:nvSpPr>
        <p:spPr>
          <a:xfrm>
            <a:off x="8394300" y="129000"/>
            <a:ext cx="470400" cy="514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Krona One"/>
                <a:ea typeface="Krona One"/>
                <a:cs typeface="Krona One"/>
                <a:sym typeface="Krona One"/>
              </a:rPr>
              <a:t>23</a:t>
            </a:r>
            <a:endParaRPr sz="1200">
              <a:solidFill>
                <a:schemeClr val="dk1"/>
              </a:solidFill>
              <a:latin typeface="Krona One"/>
              <a:ea typeface="Krona One"/>
              <a:cs typeface="Krona One"/>
              <a:sym typeface="Krona One"/>
            </a:endParaRPr>
          </a:p>
        </p:txBody>
      </p:sp>
      <p:sp>
        <p:nvSpPr>
          <p:cNvPr id="11" name="Google Shape;1379;p68">
            <a:extLst>
              <a:ext uri="{FF2B5EF4-FFF2-40B4-BE49-F238E27FC236}">
                <a16:creationId xmlns:a16="http://schemas.microsoft.com/office/drawing/2014/main" id="{124E518C-D337-284B-B4F3-A6BD35A53F35}"/>
              </a:ext>
            </a:extLst>
          </p:cNvPr>
          <p:cNvSpPr txBox="1"/>
          <p:nvPr/>
        </p:nvSpPr>
        <p:spPr>
          <a:xfrm>
            <a:off x="8012823" y="4469165"/>
            <a:ext cx="1047874" cy="514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Krona One"/>
                <a:ea typeface="Krona One"/>
                <a:cs typeface="Krona One"/>
                <a:sym typeface="Krona One"/>
              </a:rPr>
              <a:t>Slides</a:t>
            </a:r>
            <a:endParaRPr sz="1200">
              <a:solidFill>
                <a:schemeClr val="dk1"/>
              </a:solidFill>
              <a:latin typeface="Krona One"/>
              <a:ea typeface="Krona One"/>
              <a:cs typeface="Krona One"/>
              <a:sym typeface="Krona One"/>
            </a:endParaRPr>
          </a:p>
        </p:txBody>
      </p:sp>
    </p:spTree>
    <p:extLst>
      <p:ext uri="{BB962C8B-B14F-4D97-AF65-F5344CB8AC3E}">
        <p14:creationId xmlns:p14="http://schemas.microsoft.com/office/powerpoint/2010/main" val="279839215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withEffect">
                                  <p:stCondLst>
                                    <p:cond delay="0"/>
                                  </p:stCondLst>
                                  <p:childTnLst>
                                    <p:animMotion origin="layout" path="M 0 1.38778E-17 L -0.00035 0.81204 " pathEditMode="relative" rAng="0" ptsTypes="AA">
                                      <p:cBhvr>
                                        <p:cTn id="6" dur="2000" fill="hold"/>
                                        <p:tgtEl>
                                          <p:spTgt spid="7"/>
                                        </p:tgtEl>
                                        <p:attrNameLst>
                                          <p:attrName>ppt_x</p:attrName>
                                          <p:attrName>ppt_y</p:attrName>
                                        </p:attrNameLst>
                                      </p:cBhvr>
                                      <p:rCtr x="-17" y="40586"/>
                                    </p:animMotion>
                                  </p:childTnLst>
                                </p:cTn>
                              </p:par>
                              <p:par>
                                <p:cTn id="7" presetID="2" presetClass="entr" presetSubtype="4" fill="hold" grpId="0" nodeType="withEffect">
                                  <p:stCondLst>
                                    <p:cond delay="1500"/>
                                  </p:stCondLst>
                                  <p:childTnLst>
                                    <p:set>
                                      <p:cBhvr>
                                        <p:cTn id="8" dur="1" fill="hold">
                                          <p:stCondLst>
                                            <p:cond delay="0"/>
                                          </p:stCondLst>
                                        </p:cTn>
                                        <p:tgtEl>
                                          <p:spTgt spid="11"/>
                                        </p:tgtEl>
                                        <p:attrNameLst>
                                          <p:attrName>style.visibility</p:attrName>
                                        </p:attrNameLst>
                                      </p:cBhvr>
                                      <p:to>
                                        <p:strVal val="visible"/>
                                      </p:to>
                                    </p:set>
                                    <p:anim calcmode="lin" valueType="num">
                                      <p:cBhvr additive="base">
                                        <p:cTn id="9" dur="500" fill="hold"/>
                                        <p:tgtEl>
                                          <p:spTgt spid="11"/>
                                        </p:tgtEl>
                                        <p:attrNameLst>
                                          <p:attrName>ppt_x</p:attrName>
                                        </p:attrNameLst>
                                      </p:cBhvr>
                                      <p:tavLst>
                                        <p:tav tm="0">
                                          <p:val>
                                            <p:strVal val="#ppt_x"/>
                                          </p:val>
                                        </p:tav>
                                        <p:tav tm="100000">
                                          <p:val>
                                            <p:strVal val="#ppt_x"/>
                                          </p:val>
                                        </p:tav>
                                      </p:tavLst>
                                    </p:anim>
                                    <p:anim calcmode="lin" valueType="num">
                                      <p:cBhvr additive="base">
                                        <p:cTn id="1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Lst>
  </p:timing>
</p:sld>
</file>

<file path=ppt/theme/theme1.xml><?xml version="1.0" encoding="utf-8"?>
<a:theme xmlns:a="http://schemas.openxmlformats.org/drawingml/2006/main" name="Creative Startup Pitch Deck">
  <a:themeElements>
    <a:clrScheme name="Simple Light">
      <a:dk1>
        <a:srgbClr val="FFFFFF"/>
      </a:dk1>
      <a:lt1>
        <a:srgbClr val="132644"/>
      </a:lt1>
      <a:dk2>
        <a:srgbClr val="1645D3"/>
      </a:dk2>
      <a:lt2>
        <a:srgbClr val="8AC1DC"/>
      </a:lt2>
      <a:accent1>
        <a:srgbClr val="E0FE68"/>
      </a:accent1>
      <a:accent2>
        <a:srgbClr val="9900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308</TotalTime>
  <Words>3146</Words>
  <Application>Microsoft Macintosh PowerPoint</Application>
  <PresentationFormat>On-screen Show (16:9)</PresentationFormat>
  <Paragraphs>274</Paragraphs>
  <Slides>24</Slides>
  <Notes>17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24</vt:i4>
      </vt:variant>
    </vt:vector>
  </HeadingPairs>
  <TitlesOfParts>
    <vt:vector size="35" baseType="lpstr">
      <vt:lpstr>Arimo</vt:lpstr>
      <vt:lpstr>Krona One</vt:lpstr>
      <vt:lpstr>Times New Roman</vt:lpstr>
      <vt:lpstr>B Yekan</vt:lpstr>
      <vt:lpstr>Menlo</vt:lpstr>
      <vt:lpstr>Calibri</vt:lpstr>
      <vt:lpstr>Anaheim</vt:lpstr>
      <vt:lpstr>Abril Fatface</vt:lpstr>
      <vt:lpstr>Arial</vt:lpstr>
      <vt:lpstr>Lalezar</vt:lpstr>
      <vt:lpstr>Creative Startup Pitch Deck</vt:lpstr>
      <vt:lpstr>Suggestion System</vt:lpstr>
      <vt:lpstr>فهرست مطالب</vt:lpstr>
      <vt:lpstr>PowerPoint Presentation</vt:lpstr>
      <vt:lpstr>سیستم پیشنهاددهی چیست؟</vt:lpstr>
      <vt:lpstr>PowerPoint Presentation</vt:lpstr>
      <vt:lpstr>PowerPoint Presentation</vt:lpstr>
      <vt:lpstr>Netflix</vt:lpstr>
      <vt:lpstr>کد نمونه و توضیح</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انواع فیلترینگ مشارکتی</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Suggestion System</dc:title>
  <cp:lastModifiedBy>Microsoft Office User</cp:lastModifiedBy>
  <cp:revision>4</cp:revision>
  <dcterms:modified xsi:type="dcterms:W3CDTF">2024-11-03T16:47:01Z</dcterms:modified>
</cp:coreProperties>
</file>