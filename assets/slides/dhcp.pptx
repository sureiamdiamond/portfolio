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5"/>
  </p:notesMasterIdLst>
  <p:sldIdLst>
    <p:sldId id="256" r:id="rId2"/>
    <p:sldId id="257" r:id="rId3"/>
    <p:sldId id="258" r:id="rId4"/>
    <p:sldId id="30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310" r:id="rId14"/>
  </p:sldIdLst>
  <p:sldSz cx="9144000" cy="5143500" type="screen16x9"/>
  <p:notesSz cx="6858000" cy="9144000"/>
  <p:embeddedFontLst>
    <p:embeddedFont>
      <p:font typeface="Asap" pitchFamily="2" charset="77"/>
      <p:regular r:id="rId16"/>
      <p:bold r:id="rId17"/>
      <p:italic r:id="rId18"/>
      <p:boldItalic r:id="rId19"/>
    </p:embeddedFont>
    <p:embeddedFont>
      <p:font typeface="Assistant" pitchFamily="2" charset="-79"/>
      <p:regular r:id="rId20"/>
      <p:bold r:id="rId21"/>
    </p:embeddedFont>
    <p:embeddedFont>
      <p:font typeface="Lalezar" pitchFamily="2" charset="-78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F42302-A737-434D-8352-BA00903202D2}">
  <a:tblStyle styleId="{E6F42302-A737-434D-8352-BA00903202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6"/>
  </p:normalViewPr>
  <p:slideViewPr>
    <p:cSldViewPr snapToGrid="0" snapToObjects="1">
      <p:cViewPr>
        <p:scale>
          <a:sx n="114" d="100"/>
          <a:sy n="114" d="100"/>
        </p:scale>
        <p:origin x="520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ad36770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ad36770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003d90df7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003d90df7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003d90df7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003d90df7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158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303be3818b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303be3818b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185c551ac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185c551ac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003d90df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003d90df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43cef278ce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43cef278ce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185c551ac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185c551ac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43cef278ce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43cef278ce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143cef278ce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143cef278ce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303be3818b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303be3818b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303be3818b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303be3818b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221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075402" y="-2502125"/>
            <a:ext cx="13705454" cy="10079450"/>
            <a:chOff x="-2075402" y="-2502125"/>
            <a:chExt cx="13705454" cy="10079450"/>
          </a:xfrm>
        </p:grpSpPr>
        <p:sp>
          <p:nvSpPr>
            <p:cNvPr id="10" name="Google Shape;10;p2"/>
            <p:cNvSpPr/>
            <p:nvPr/>
          </p:nvSpPr>
          <p:spPr>
            <a:xfrm rot="-2700000">
              <a:off x="4788992" y="736265"/>
              <a:ext cx="5667319" cy="5667319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 rot="-2700000">
              <a:off x="-1408836" y="-1835559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-2700000">
              <a:off x="7641344" y="3518445"/>
              <a:ext cx="2170111" cy="2170111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 rot="-566">
            <a:off x="2749600" y="3425400"/>
            <a:ext cx="3645000" cy="426300"/>
          </a:xfrm>
          <a:prstGeom prst="rect">
            <a:avLst/>
          </a:prstGeom>
          <a:solidFill>
            <a:schemeClr val="dk2"/>
          </a:solidFill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71438" dist="57150" dir="8400000" algn="bl" rotWithShape="0">
              <a:schemeClr val="accent1">
                <a:alpha val="31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0000" y="1291500"/>
            <a:ext cx="7704000" cy="19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-3966348" y="-3218675"/>
            <a:ext cx="16680971" cy="9581975"/>
            <a:chOff x="-3966348" y="-3218675"/>
            <a:chExt cx="16680971" cy="9581975"/>
          </a:xfrm>
        </p:grpSpPr>
        <p:sp>
          <p:nvSpPr>
            <p:cNvPr id="17" name="Google Shape;17;p3"/>
            <p:cNvSpPr/>
            <p:nvPr/>
          </p:nvSpPr>
          <p:spPr>
            <a:xfrm rot="-2700000">
              <a:off x="6339814" y="-2552109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 rot="-2699865">
              <a:off x="-2845047" y="-1470417"/>
              <a:ext cx="5413397" cy="541361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 rot="-2700000">
              <a:off x="-1846086" y="2478266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2700000">
              <a:off x="8829589" y="520641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 hasCustomPrompt="1"/>
          </p:nvPr>
        </p:nvSpPr>
        <p:spPr>
          <a:xfrm>
            <a:off x="3873075" y="540000"/>
            <a:ext cx="1398000" cy="12717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 rot="264">
            <a:off x="2616125" y="4145275"/>
            <a:ext cx="3912000" cy="458100"/>
          </a:xfrm>
          <a:prstGeom prst="rect">
            <a:avLst/>
          </a:prstGeom>
          <a:solidFill>
            <a:schemeClr val="dk2"/>
          </a:solidFill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78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/>
          </p:nvPr>
        </p:nvSpPr>
        <p:spPr>
          <a:xfrm>
            <a:off x="2360400" y="1987063"/>
            <a:ext cx="4423200" cy="19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-3872877" y="-2769325"/>
            <a:ext cx="15937775" cy="10869238"/>
            <a:chOff x="-3872877" y="-2769325"/>
            <a:chExt cx="15937775" cy="10869238"/>
          </a:xfrm>
        </p:grpSpPr>
        <p:sp>
          <p:nvSpPr>
            <p:cNvPr id="47" name="Google Shape;47;p6"/>
            <p:cNvSpPr/>
            <p:nvPr/>
          </p:nvSpPr>
          <p:spPr>
            <a:xfrm rot="-2700000">
              <a:off x="8179864" y="-2102759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-2700000">
              <a:off x="-3206311" y="1196804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rot="-2700000">
              <a:off x="-2143611" y="4214879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1061100" y="1317313"/>
            <a:ext cx="4667100" cy="14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1061000" y="2641487"/>
            <a:ext cx="4667100" cy="11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8" name="Google Shape;68;p9"/>
          <p:cNvGrpSpPr/>
          <p:nvPr/>
        </p:nvGrpSpPr>
        <p:grpSpPr>
          <a:xfrm>
            <a:off x="5667148" y="-1111475"/>
            <a:ext cx="4952326" cy="7384400"/>
            <a:chOff x="5667148" y="-1111475"/>
            <a:chExt cx="4952326" cy="7384400"/>
          </a:xfrm>
        </p:grpSpPr>
        <p:sp>
          <p:nvSpPr>
            <p:cNvPr id="69" name="Google Shape;69;p9"/>
            <p:cNvSpPr/>
            <p:nvPr/>
          </p:nvSpPr>
          <p:spPr>
            <a:xfrm rot="-2700000">
              <a:off x="6333714" y="-444909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9"/>
            <p:cNvSpPr/>
            <p:nvPr/>
          </p:nvSpPr>
          <p:spPr>
            <a:xfrm rot="-2700000">
              <a:off x="8542266" y="2855267"/>
              <a:ext cx="1720815" cy="172081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 rot="-2700000">
              <a:off x="6145232" y="3671806"/>
              <a:ext cx="2154837" cy="2154837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title" hasCustomPrompt="1"/>
          </p:nvPr>
        </p:nvSpPr>
        <p:spPr>
          <a:xfrm rot="2701">
            <a:off x="2418255" y="1298888"/>
            <a:ext cx="763800" cy="6021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57150" dir="84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2"/>
          </p:nvPr>
        </p:nvSpPr>
        <p:spPr>
          <a:xfrm>
            <a:off x="1243944" y="1941825"/>
            <a:ext cx="3112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1243944" y="2283257"/>
            <a:ext cx="31125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3" hasCustomPrompt="1"/>
          </p:nvPr>
        </p:nvSpPr>
        <p:spPr>
          <a:xfrm rot="2701">
            <a:off x="2418255" y="3017839"/>
            <a:ext cx="763800" cy="6021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57150" dir="84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4"/>
          </p:nvPr>
        </p:nvSpPr>
        <p:spPr>
          <a:xfrm>
            <a:off x="1243944" y="3661075"/>
            <a:ext cx="3112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5"/>
          </p:nvPr>
        </p:nvSpPr>
        <p:spPr>
          <a:xfrm>
            <a:off x="1243944" y="4002300"/>
            <a:ext cx="31125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6" hasCustomPrompt="1"/>
          </p:nvPr>
        </p:nvSpPr>
        <p:spPr>
          <a:xfrm rot="2701">
            <a:off x="5961866" y="1298888"/>
            <a:ext cx="763800" cy="6021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57150" dir="84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7"/>
          </p:nvPr>
        </p:nvSpPr>
        <p:spPr>
          <a:xfrm>
            <a:off x="4787556" y="1941825"/>
            <a:ext cx="3112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8"/>
          </p:nvPr>
        </p:nvSpPr>
        <p:spPr>
          <a:xfrm>
            <a:off x="4787556" y="2283257"/>
            <a:ext cx="31125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9" hasCustomPrompt="1"/>
          </p:nvPr>
        </p:nvSpPr>
        <p:spPr>
          <a:xfrm rot="2701">
            <a:off x="5961912" y="3017841"/>
            <a:ext cx="763800" cy="6021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57150" dir="84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13"/>
          </p:nvPr>
        </p:nvSpPr>
        <p:spPr>
          <a:xfrm>
            <a:off x="4787556" y="3661002"/>
            <a:ext cx="31125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4"/>
          </p:nvPr>
        </p:nvSpPr>
        <p:spPr>
          <a:xfrm>
            <a:off x="4787556" y="4002300"/>
            <a:ext cx="31125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15"/>
          </p:nvPr>
        </p:nvSpPr>
        <p:spPr>
          <a:xfrm>
            <a:off x="720000" y="540000"/>
            <a:ext cx="7704000" cy="6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2" name="Google Shape;102;p13"/>
          <p:cNvGrpSpPr/>
          <p:nvPr/>
        </p:nvGrpSpPr>
        <p:grpSpPr>
          <a:xfrm>
            <a:off x="-3831602" y="-3865575"/>
            <a:ext cx="16127200" cy="12690250"/>
            <a:chOff x="-3831602" y="-3865575"/>
            <a:chExt cx="16127200" cy="12690250"/>
          </a:xfrm>
        </p:grpSpPr>
        <p:sp>
          <p:nvSpPr>
            <p:cNvPr id="103" name="Google Shape;103;p13"/>
            <p:cNvSpPr/>
            <p:nvPr/>
          </p:nvSpPr>
          <p:spPr>
            <a:xfrm rot="-2700000">
              <a:off x="-728711" y="-3199009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 rot="-2700000">
              <a:off x="8410564" y="1352591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 rot="-2700000">
              <a:off x="-3165036" y="-464984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 rot="-2700000">
              <a:off x="6429689" y="4939641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4"/>
          <p:cNvGrpSpPr/>
          <p:nvPr/>
        </p:nvGrpSpPr>
        <p:grpSpPr>
          <a:xfrm>
            <a:off x="-2106851" y="-3720500"/>
            <a:ext cx="13992396" cy="12506725"/>
            <a:chOff x="-2106851" y="-3720500"/>
            <a:chExt cx="13992396" cy="12506725"/>
          </a:xfrm>
        </p:grpSpPr>
        <p:sp>
          <p:nvSpPr>
            <p:cNvPr id="109" name="Google Shape;109;p14"/>
            <p:cNvSpPr/>
            <p:nvPr/>
          </p:nvSpPr>
          <p:spPr>
            <a:xfrm rot="-2700000">
              <a:off x="1268089" y="-3053934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4"/>
            <p:cNvSpPr/>
            <p:nvPr/>
          </p:nvSpPr>
          <p:spPr>
            <a:xfrm rot="-2700000">
              <a:off x="3769989" y="4901191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 rot="-2700000">
              <a:off x="6123548" y="-1454510"/>
              <a:ext cx="4773395" cy="4773395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4"/>
            <p:cNvSpPr/>
            <p:nvPr/>
          </p:nvSpPr>
          <p:spPr>
            <a:xfrm rot="-2700000">
              <a:off x="-1586321" y="2451080"/>
              <a:ext cx="2513340" cy="251334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" name="Google Shape;113;p14"/>
          <p:cNvSpPr txBox="1">
            <a:spLocks noGrp="1"/>
          </p:cNvSpPr>
          <p:nvPr>
            <p:ph type="title"/>
          </p:nvPr>
        </p:nvSpPr>
        <p:spPr>
          <a:xfrm rot="-519">
            <a:off x="2584700" y="3085925"/>
            <a:ext cx="3974700" cy="628800"/>
          </a:xfrm>
          <a:prstGeom prst="rect">
            <a:avLst/>
          </a:prstGeom>
          <a:solidFill>
            <a:schemeClr val="dk2"/>
          </a:solidFill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71438" dist="47625" dir="78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subTitle" idx="1"/>
          </p:nvPr>
        </p:nvSpPr>
        <p:spPr>
          <a:xfrm>
            <a:off x="1182050" y="1428475"/>
            <a:ext cx="6780000" cy="15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23" name="Google Shape;123;p16"/>
          <p:cNvGrpSpPr/>
          <p:nvPr/>
        </p:nvGrpSpPr>
        <p:grpSpPr>
          <a:xfrm>
            <a:off x="-2349001" y="-1850925"/>
            <a:ext cx="13312325" cy="9523425"/>
            <a:chOff x="-2349001" y="-1850925"/>
            <a:chExt cx="13312325" cy="9523425"/>
          </a:xfrm>
        </p:grpSpPr>
        <p:sp>
          <p:nvSpPr>
            <p:cNvPr id="124" name="Google Shape;124;p16"/>
            <p:cNvSpPr/>
            <p:nvPr/>
          </p:nvSpPr>
          <p:spPr>
            <a:xfrm rot="-2700000">
              <a:off x="8343769" y="-1143680"/>
              <a:ext cx="2170111" cy="2170111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 rot="-2700000">
              <a:off x="6524444" y="5052945"/>
              <a:ext cx="2170111" cy="2170111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 rot="-2700000">
              <a:off x="-1899556" y="3021195"/>
              <a:ext cx="2170111" cy="217011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 rot="-2700000">
              <a:off x="-1213281" y="-1401480"/>
              <a:ext cx="2170111" cy="2170111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BLANK_1_3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0" name="Google Shape;130;p17"/>
          <p:cNvGrpSpPr/>
          <p:nvPr/>
        </p:nvGrpSpPr>
        <p:grpSpPr>
          <a:xfrm>
            <a:off x="-2081401" y="-3910975"/>
            <a:ext cx="13306800" cy="11425975"/>
            <a:chOff x="-2081401" y="-3910975"/>
            <a:chExt cx="13306800" cy="11425975"/>
          </a:xfrm>
        </p:grpSpPr>
        <p:sp>
          <p:nvSpPr>
            <p:cNvPr id="131" name="Google Shape;131;p17"/>
            <p:cNvSpPr/>
            <p:nvPr/>
          </p:nvSpPr>
          <p:spPr>
            <a:xfrm rot="-2700000">
              <a:off x="490789" y="-3244409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 rot="-2700000">
              <a:off x="8834255" y="-269719"/>
              <a:ext cx="1980889" cy="198088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 rot="-2700000">
              <a:off x="-1671145" y="2967731"/>
              <a:ext cx="1980889" cy="1980889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 rot="-2700000">
              <a:off x="5338455" y="5123856"/>
              <a:ext cx="1980889" cy="1980889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720000" y="2921326"/>
            <a:ext cx="22863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subTitle" idx="1"/>
          </p:nvPr>
        </p:nvSpPr>
        <p:spPr>
          <a:xfrm>
            <a:off x="720000" y="3218854"/>
            <a:ext cx="22863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title" idx="2"/>
          </p:nvPr>
        </p:nvSpPr>
        <p:spPr>
          <a:xfrm>
            <a:off x="3428856" y="2921337"/>
            <a:ext cx="22863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subTitle" idx="3"/>
          </p:nvPr>
        </p:nvSpPr>
        <p:spPr>
          <a:xfrm>
            <a:off x="3428853" y="3218867"/>
            <a:ext cx="22863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title" idx="4"/>
          </p:nvPr>
        </p:nvSpPr>
        <p:spPr>
          <a:xfrm>
            <a:off x="6137700" y="2921326"/>
            <a:ext cx="22863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subTitle" idx="5"/>
          </p:nvPr>
        </p:nvSpPr>
        <p:spPr>
          <a:xfrm>
            <a:off x="6137694" y="3218879"/>
            <a:ext cx="22863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6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-2484577" y="-2104200"/>
            <a:ext cx="12855001" cy="11050900"/>
            <a:chOff x="-2484577" y="-2104200"/>
            <a:chExt cx="12855001" cy="11050900"/>
          </a:xfrm>
        </p:grpSpPr>
        <p:sp>
          <p:nvSpPr>
            <p:cNvPr id="187" name="Google Shape;187;p23"/>
            <p:cNvSpPr/>
            <p:nvPr/>
          </p:nvSpPr>
          <p:spPr>
            <a:xfrm rot="-2700000">
              <a:off x="4391514" y="4319216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3"/>
            <p:cNvSpPr/>
            <p:nvPr/>
          </p:nvSpPr>
          <p:spPr>
            <a:xfrm rot="-2700000">
              <a:off x="-1818011" y="-1437634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3"/>
            <p:cNvSpPr/>
            <p:nvPr/>
          </p:nvSpPr>
          <p:spPr>
            <a:xfrm rot="-2700000">
              <a:off x="1693964" y="5061666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3"/>
            <p:cNvSpPr/>
            <p:nvPr/>
          </p:nvSpPr>
          <p:spPr>
            <a:xfrm rot="-2700000">
              <a:off x="8230736" y="717437"/>
              <a:ext cx="1772575" cy="177257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>
            <a:spLocks noGrp="1"/>
          </p:cNvSpPr>
          <p:nvPr>
            <p:ph type="title"/>
          </p:nvPr>
        </p:nvSpPr>
        <p:spPr>
          <a:xfrm>
            <a:off x="1519325" y="1891223"/>
            <a:ext cx="28671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3" name="Google Shape;193;p24"/>
          <p:cNvSpPr txBox="1">
            <a:spLocks noGrp="1"/>
          </p:cNvSpPr>
          <p:nvPr>
            <p:ph type="subTitle" idx="1"/>
          </p:nvPr>
        </p:nvSpPr>
        <p:spPr>
          <a:xfrm>
            <a:off x="1519325" y="2221523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4"/>
          <p:cNvSpPr txBox="1">
            <a:spLocks noGrp="1"/>
          </p:cNvSpPr>
          <p:nvPr>
            <p:ph type="title" idx="2"/>
          </p:nvPr>
        </p:nvSpPr>
        <p:spPr>
          <a:xfrm>
            <a:off x="5556901" y="1891223"/>
            <a:ext cx="28671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5" name="Google Shape;195;p24"/>
          <p:cNvSpPr txBox="1">
            <a:spLocks noGrp="1"/>
          </p:cNvSpPr>
          <p:nvPr>
            <p:ph type="subTitle" idx="3"/>
          </p:nvPr>
        </p:nvSpPr>
        <p:spPr>
          <a:xfrm>
            <a:off x="5556901" y="2221523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4"/>
          <p:cNvSpPr txBox="1">
            <a:spLocks noGrp="1"/>
          </p:cNvSpPr>
          <p:nvPr>
            <p:ph type="title" idx="4"/>
          </p:nvPr>
        </p:nvSpPr>
        <p:spPr>
          <a:xfrm>
            <a:off x="1519300" y="3300998"/>
            <a:ext cx="28671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7" name="Google Shape;197;p24"/>
          <p:cNvSpPr txBox="1">
            <a:spLocks noGrp="1"/>
          </p:cNvSpPr>
          <p:nvPr>
            <p:ph type="subTitle" idx="5"/>
          </p:nvPr>
        </p:nvSpPr>
        <p:spPr>
          <a:xfrm>
            <a:off x="1519325" y="3631248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4"/>
          <p:cNvSpPr txBox="1">
            <a:spLocks noGrp="1"/>
          </p:cNvSpPr>
          <p:nvPr>
            <p:ph type="title" idx="6"/>
          </p:nvPr>
        </p:nvSpPr>
        <p:spPr>
          <a:xfrm>
            <a:off x="5556876" y="3300998"/>
            <a:ext cx="28671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9" name="Google Shape;199;p24"/>
          <p:cNvSpPr txBox="1">
            <a:spLocks noGrp="1"/>
          </p:cNvSpPr>
          <p:nvPr>
            <p:ph type="subTitle" idx="7"/>
          </p:nvPr>
        </p:nvSpPr>
        <p:spPr>
          <a:xfrm>
            <a:off x="5556901" y="3631248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4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6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01" name="Google Shape;201;p24"/>
          <p:cNvGrpSpPr/>
          <p:nvPr/>
        </p:nvGrpSpPr>
        <p:grpSpPr>
          <a:xfrm>
            <a:off x="-3283327" y="-1008375"/>
            <a:ext cx="15635400" cy="8544400"/>
            <a:chOff x="-3283327" y="-1008375"/>
            <a:chExt cx="15635400" cy="8544400"/>
          </a:xfrm>
        </p:grpSpPr>
        <p:sp>
          <p:nvSpPr>
            <p:cNvPr id="202" name="Google Shape;202;p24"/>
            <p:cNvSpPr/>
            <p:nvPr/>
          </p:nvSpPr>
          <p:spPr>
            <a:xfrm rot="-2700000">
              <a:off x="8278338" y="4257739"/>
              <a:ext cx="1731422" cy="173142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4"/>
            <p:cNvSpPr/>
            <p:nvPr/>
          </p:nvSpPr>
          <p:spPr>
            <a:xfrm rot="-2700000">
              <a:off x="-1268756" y="2686120"/>
              <a:ext cx="1507410" cy="150741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4"/>
            <p:cNvSpPr/>
            <p:nvPr/>
          </p:nvSpPr>
          <p:spPr>
            <a:xfrm rot="-2700000">
              <a:off x="8467039" y="-341809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4"/>
            <p:cNvSpPr/>
            <p:nvPr/>
          </p:nvSpPr>
          <p:spPr>
            <a:xfrm rot="-2700000">
              <a:off x="-2616761" y="3650991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31"/>
          <p:cNvGrpSpPr/>
          <p:nvPr/>
        </p:nvGrpSpPr>
        <p:grpSpPr>
          <a:xfrm>
            <a:off x="-2433151" y="-2560200"/>
            <a:ext cx="13598300" cy="10147350"/>
            <a:chOff x="-2433151" y="-2560200"/>
            <a:chExt cx="13598300" cy="10147350"/>
          </a:xfrm>
        </p:grpSpPr>
        <p:sp>
          <p:nvSpPr>
            <p:cNvPr id="311" name="Google Shape;311;p31"/>
            <p:cNvSpPr/>
            <p:nvPr/>
          </p:nvSpPr>
          <p:spPr>
            <a:xfrm rot="-2700000">
              <a:off x="-1979137" y="617264"/>
              <a:ext cx="2192172" cy="2192172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1"/>
            <p:cNvSpPr/>
            <p:nvPr/>
          </p:nvSpPr>
          <p:spPr>
            <a:xfrm rot="-2700000">
              <a:off x="-480637" y="4940964"/>
              <a:ext cx="2192172" cy="219217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1"/>
            <p:cNvSpPr/>
            <p:nvPr/>
          </p:nvSpPr>
          <p:spPr>
            <a:xfrm rot="-2700000">
              <a:off x="8518963" y="2269014"/>
              <a:ext cx="2192172" cy="2192172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1"/>
            <p:cNvSpPr/>
            <p:nvPr/>
          </p:nvSpPr>
          <p:spPr>
            <a:xfrm rot="-2700000">
              <a:off x="5133488" y="-2106186"/>
              <a:ext cx="2192172" cy="219217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accent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32"/>
          <p:cNvGrpSpPr/>
          <p:nvPr/>
        </p:nvGrpSpPr>
        <p:grpSpPr>
          <a:xfrm>
            <a:off x="-3438127" y="-1779747"/>
            <a:ext cx="14072232" cy="8512898"/>
            <a:chOff x="-3438127" y="-1779747"/>
            <a:chExt cx="14072232" cy="8512898"/>
          </a:xfrm>
        </p:grpSpPr>
        <p:sp>
          <p:nvSpPr>
            <p:cNvPr id="317" name="Google Shape;317;p32"/>
            <p:cNvSpPr/>
            <p:nvPr/>
          </p:nvSpPr>
          <p:spPr>
            <a:xfrm rot="-2700000">
              <a:off x="-2771561" y="1568916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2"/>
            <p:cNvSpPr/>
            <p:nvPr/>
          </p:nvSpPr>
          <p:spPr>
            <a:xfrm rot="-2700000">
              <a:off x="-626060" y="-619427"/>
              <a:ext cx="1842579" cy="1842579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2"/>
            <p:cNvSpPr/>
            <p:nvPr/>
          </p:nvSpPr>
          <p:spPr>
            <a:xfrm rot="-2700000">
              <a:off x="8409915" y="2482848"/>
              <a:ext cx="1842579" cy="1842579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 rot="-2700000">
              <a:off x="7398302" y="-1320022"/>
              <a:ext cx="2219750" cy="221975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 rot="-2700000">
              <a:off x="3773484" y="4808046"/>
              <a:ext cx="1594809" cy="1594809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solidFill>
          <a:schemeClr val="lt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33"/>
          <p:cNvGrpSpPr/>
          <p:nvPr/>
        </p:nvGrpSpPr>
        <p:grpSpPr>
          <a:xfrm>
            <a:off x="-2484577" y="-2104200"/>
            <a:ext cx="12855001" cy="11050900"/>
            <a:chOff x="-2484577" y="-2104200"/>
            <a:chExt cx="12855001" cy="11050900"/>
          </a:xfrm>
        </p:grpSpPr>
        <p:sp>
          <p:nvSpPr>
            <p:cNvPr id="324" name="Google Shape;324;p33"/>
            <p:cNvSpPr/>
            <p:nvPr/>
          </p:nvSpPr>
          <p:spPr>
            <a:xfrm rot="-2700000">
              <a:off x="4391514" y="4319216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3"/>
            <p:cNvSpPr/>
            <p:nvPr/>
          </p:nvSpPr>
          <p:spPr>
            <a:xfrm rot="-2700000">
              <a:off x="-1818011" y="-1437634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3"/>
            <p:cNvSpPr/>
            <p:nvPr/>
          </p:nvSpPr>
          <p:spPr>
            <a:xfrm rot="-2700000">
              <a:off x="1693964" y="5061666"/>
              <a:ext cx="3218467" cy="3218467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 rot="-2700000">
              <a:off x="8230736" y="717437"/>
              <a:ext cx="1772575" cy="1772575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sap"/>
              <a:buNone/>
              <a:defRPr sz="3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0" r:id="rId7"/>
    <p:sldLayoutId id="2147483662" r:id="rId8"/>
    <p:sldLayoutId id="2147483663" r:id="rId9"/>
    <p:sldLayoutId id="2147483669" r:id="rId10"/>
    <p:sldLayoutId id="2147483670" r:id="rId11"/>
    <p:sldLayoutId id="2147483677" r:id="rId12"/>
    <p:sldLayoutId id="2147483678" r:id="rId13"/>
    <p:sldLayoutId id="214748367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7"/>
          <p:cNvSpPr txBox="1">
            <a:spLocks noGrp="1"/>
          </p:cNvSpPr>
          <p:nvPr>
            <p:ph type="ctrTitle"/>
          </p:nvPr>
        </p:nvSpPr>
        <p:spPr>
          <a:xfrm>
            <a:off x="671550" y="723685"/>
            <a:ext cx="7704000" cy="19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 b="1" dirty="0"/>
              <a:t>DHCP</a:t>
            </a:r>
            <a:endParaRPr sz="8000" b="1" dirty="0"/>
          </a:p>
        </p:txBody>
      </p:sp>
      <p:sp>
        <p:nvSpPr>
          <p:cNvPr id="340" name="Google Shape;340;p37"/>
          <p:cNvSpPr/>
          <p:nvPr/>
        </p:nvSpPr>
        <p:spPr>
          <a:xfrm>
            <a:off x="437582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7"/>
          <p:cNvSpPr/>
          <p:nvPr/>
        </p:nvSpPr>
        <p:spPr>
          <a:xfrm>
            <a:off x="4225764" y="253425"/>
            <a:ext cx="96900" cy="96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7">
            <a:hlinkClick r:id="" action="ppaction://hlinkshowjump?jump=nextslide"/>
          </p:cNvPr>
          <p:cNvSpPr/>
          <p:nvPr/>
        </p:nvSpPr>
        <p:spPr>
          <a:xfrm>
            <a:off x="467947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42;p3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1F8A74C-10AF-6241-A065-F35B32540078}"/>
              </a:ext>
            </a:extLst>
          </p:cNvPr>
          <p:cNvSpPr/>
          <p:nvPr/>
        </p:nvSpPr>
        <p:spPr>
          <a:xfrm>
            <a:off x="4523550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48F80-856C-D44B-8D05-0CB937E2B746}"/>
              </a:ext>
            </a:extLst>
          </p:cNvPr>
          <p:cNvSpPr txBox="1"/>
          <p:nvPr/>
        </p:nvSpPr>
        <p:spPr>
          <a:xfrm>
            <a:off x="3836996" y="3556122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1200" dirty="0">
                <a:latin typeface="Lalezar" pitchFamily="2" charset="-78"/>
                <a:cs typeface="Lalezar" pitchFamily="2" charset="-78"/>
              </a:rPr>
              <a:t>سید </a:t>
            </a:r>
            <a:r>
              <a:rPr lang="fa-IR" dirty="0">
                <a:latin typeface="Lalezar" pitchFamily="2" charset="-78"/>
                <a:cs typeface="Lalezar" pitchFamily="2" charset="-78"/>
              </a:rPr>
              <a:t>پارسا</a:t>
            </a:r>
            <a:r>
              <a:rPr lang="fa-IR" sz="1200" dirty="0">
                <a:latin typeface="Lalezar" pitchFamily="2" charset="-78"/>
                <a:cs typeface="Lalezar" pitchFamily="2" charset="-78"/>
              </a:rPr>
              <a:t> بنی </a:t>
            </a:r>
            <a:r>
              <a:rPr lang="fa-IR" sz="1200" dirty="0" err="1">
                <a:latin typeface="Lalezar" pitchFamily="2" charset="-78"/>
                <a:cs typeface="Lalezar" pitchFamily="2" charset="-78"/>
              </a:rPr>
              <a:t>طباء</a:t>
            </a:r>
            <a:endParaRPr lang="en-US" sz="12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F47E4F-06B1-6D48-9F68-35FB21631BB2}"/>
              </a:ext>
            </a:extLst>
          </p:cNvPr>
          <p:cNvSpPr txBox="1"/>
          <p:nvPr/>
        </p:nvSpPr>
        <p:spPr>
          <a:xfrm>
            <a:off x="3924132" y="3762261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Lalezar" pitchFamily="2" charset="-78"/>
                <a:cs typeface="Lalezar" pitchFamily="2" charset="-78"/>
              </a:rPr>
              <a:t>استاد حسن نجات</a:t>
            </a:r>
            <a:endParaRPr lang="en-US" sz="1200" dirty="0">
              <a:solidFill>
                <a:schemeClr val="tx1">
                  <a:lumMod val="60000"/>
                  <a:lumOff val="40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821527-715B-A14F-B9C1-15C5DFEDA203}"/>
              </a:ext>
            </a:extLst>
          </p:cNvPr>
          <p:cNvSpPr txBox="1"/>
          <p:nvPr/>
        </p:nvSpPr>
        <p:spPr>
          <a:xfrm>
            <a:off x="3062252" y="2382604"/>
            <a:ext cx="2922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en-US" b="1" dirty="0">
                <a:solidFill>
                  <a:srgbClr val="5D616A"/>
                </a:solidFill>
                <a:latin typeface="IranYekanX"/>
              </a:rPr>
              <a:t>D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IranYekanX"/>
              </a:rPr>
              <a:t>ynamic </a:t>
            </a: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H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IranYekanX"/>
              </a:rPr>
              <a:t>ost </a:t>
            </a: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C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IranYekanX"/>
              </a:rPr>
              <a:t>onfiguration </a:t>
            </a: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P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IranYekanX"/>
              </a:rPr>
              <a:t>rotocol </a:t>
            </a:r>
            <a:endParaRPr lang="en-US" dirty="0"/>
          </a:p>
        </p:txBody>
      </p:sp>
      <p:sp>
        <p:nvSpPr>
          <p:cNvPr id="19" name="Google Shape;3023;p88">
            <a:extLst>
              <a:ext uri="{FF2B5EF4-FFF2-40B4-BE49-F238E27FC236}">
                <a16:creationId xmlns:a16="http://schemas.microsoft.com/office/drawing/2014/main" id="{582FB452-4382-FF41-9D01-54D8D90F2B15}"/>
              </a:ext>
            </a:extLst>
          </p:cNvPr>
          <p:cNvSpPr/>
          <p:nvPr/>
        </p:nvSpPr>
        <p:spPr>
          <a:xfrm rot="3341785">
            <a:off x="-964587" y="4087459"/>
            <a:ext cx="1726586" cy="1671653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127DEA-2356-5943-B165-EBD192F40E80}"/>
              </a:ext>
            </a:extLst>
          </p:cNvPr>
          <p:cNvSpPr txBox="1"/>
          <p:nvPr/>
        </p:nvSpPr>
        <p:spPr>
          <a:xfrm>
            <a:off x="3788524" y="1245367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latin typeface="Lalezar" pitchFamily="2" charset="-78"/>
                <a:cs typeface="Lalezar" pitchFamily="2" charset="-78"/>
              </a:rPr>
              <a:t>آشنایی ابتدایی با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" grpId="0"/>
      <p:bldP spid="6" grpId="0"/>
      <p:bldP spid="17" grpId="0"/>
      <p:bldP spid="7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8"/>
          <p:cNvSpPr/>
          <p:nvPr/>
        </p:nvSpPr>
        <p:spPr>
          <a:xfrm>
            <a:off x="4379924" y="248165"/>
            <a:ext cx="96900" cy="96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8">
            <a:hlinkClick r:id="" action="ppaction://hlinkshowjump?jump=nextslide"/>
          </p:cNvPr>
          <p:cNvSpPr/>
          <p:nvPr/>
        </p:nvSpPr>
        <p:spPr>
          <a:xfrm>
            <a:off x="467947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40;p37">
            <a:extLst>
              <a:ext uri="{FF2B5EF4-FFF2-40B4-BE49-F238E27FC236}">
                <a16:creationId xmlns:a16="http://schemas.microsoft.com/office/drawing/2014/main" id="{D9D4B431-A1A8-8B4A-B81F-C38C86E3EA7B}"/>
              </a:ext>
            </a:extLst>
          </p:cNvPr>
          <p:cNvSpPr/>
          <p:nvPr/>
        </p:nvSpPr>
        <p:spPr>
          <a:xfrm>
            <a:off x="4532328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42;p3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AE8E8CC-A68F-7544-AF4F-639365FBA765}"/>
              </a:ext>
            </a:extLst>
          </p:cNvPr>
          <p:cNvSpPr/>
          <p:nvPr/>
        </p:nvSpPr>
        <p:spPr>
          <a:xfrm>
            <a:off x="467947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40;p37">
            <a:extLst>
              <a:ext uri="{FF2B5EF4-FFF2-40B4-BE49-F238E27FC236}">
                <a16:creationId xmlns:a16="http://schemas.microsoft.com/office/drawing/2014/main" id="{5F5BBF3B-698A-B34C-9286-4DABCE6AA470}"/>
              </a:ext>
            </a:extLst>
          </p:cNvPr>
          <p:cNvSpPr/>
          <p:nvPr/>
        </p:nvSpPr>
        <p:spPr>
          <a:xfrm>
            <a:off x="4228678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023;p88">
            <a:extLst>
              <a:ext uri="{FF2B5EF4-FFF2-40B4-BE49-F238E27FC236}">
                <a16:creationId xmlns:a16="http://schemas.microsoft.com/office/drawing/2014/main" id="{EAF58C30-8342-A94E-8286-0BF3C32D9799}"/>
              </a:ext>
            </a:extLst>
          </p:cNvPr>
          <p:cNvSpPr/>
          <p:nvPr/>
        </p:nvSpPr>
        <p:spPr>
          <a:xfrm rot="2705693">
            <a:off x="-143293" y="4334663"/>
            <a:ext cx="1726586" cy="1671653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022;p88">
            <a:extLst>
              <a:ext uri="{FF2B5EF4-FFF2-40B4-BE49-F238E27FC236}">
                <a16:creationId xmlns:a16="http://schemas.microsoft.com/office/drawing/2014/main" id="{ADC90CDC-C129-0D4F-817C-FA59E151E1AB}"/>
              </a:ext>
            </a:extLst>
          </p:cNvPr>
          <p:cNvSpPr/>
          <p:nvPr/>
        </p:nvSpPr>
        <p:spPr>
          <a:xfrm rot="16200000">
            <a:off x="-350550" y="-381685"/>
            <a:ext cx="701100" cy="196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F400F0-0746-6F45-BB40-DF7627A094CF}"/>
              </a:ext>
            </a:extLst>
          </p:cNvPr>
          <p:cNvSpPr txBox="1"/>
          <p:nvPr/>
        </p:nvSpPr>
        <p:spPr>
          <a:xfrm>
            <a:off x="3116425" y="817424"/>
            <a:ext cx="55387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/>
            <a:br>
              <a:rPr lang="fa-IR" sz="1800" dirty="0">
                <a:latin typeface="Lalezar" pitchFamily="2" charset="-78"/>
                <a:cs typeface="Lalezar" pitchFamily="2" charset="-78"/>
              </a:rPr>
            </a:br>
            <a:r>
              <a:rPr lang="fa-IR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پروتکل </a:t>
            </a:r>
            <a:r>
              <a:rPr lang="en-US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مخفف </a:t>
            </a:r>
            <a:r>
              <a:rPr lang="en-US" sz="180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Dynamic Host Configuration Protocol </a:t>
            </a:r>
          </a:p>
          <a:p>
            <a:pPr algn="r" rtl="1"/>
            <a:r>
              <a:rPr lang="en-US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نوعی پروتکل برای </a:t>
            </a:r>
            <a:r>
              <a:rPr lang="fa-IR" sz="180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پیکربندی</a:t>
            </a:r>
            <a:r>
              <a:rPr lang="fa-IR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sz="180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هاست</a:t>
            </a:r>
            <a:r>
              <a:rPr lang="fa-IR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sz="180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به‌طور</a:t>
            </a:r>
            <a:r>
              <a:rPr lang="fa-IR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پویا است که به هر دستگاه موجود در شبکه </a:t>
            </a:r>
            <a:r>
              <a:rPr lang="fa-IR" sz="180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به‌صورت</a:t>
            </a:r>
            <a:r>
              <a:rPr lang="fa-IR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خودکار یک آدرس </a:t>
            </a:r>
            <a:r>
              <a:rPr lang="en-US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 اختصاص </a:t>
            </a:r>
            <a:r>
              <a:rPr lang="fa-IR" sz="180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می‌دهد</a:t>
            </a:r>
            <a:r>
              <a:rPr lang="fa-IR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. </a:t>
            </a:r>
            <a:r>
              <a:rPr lang="fa-IR" sz="180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درواقع</a:t>
            </a:r>
            <a:r>
              <a:rPr lang="fa-IR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هر دستگاه برای اتصال به اینترنت نیازمند آدرس </a:t>
            </a:r>
            <a:r>
              <a:rPr lang="en-US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 است که </a:t>
            </a:r>
            <a:r>
              <a:rPr lang="fa-IR" sz="180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ازطریق</a:t>
            </a:r>
            <a:r>
              <a:rPr lang="fa-IR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sz="180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روتری</a:t>
            </a:r>
            <a:r>
              <a:rPr lang="fa-IR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مجهز به سرویس </a:t>
            </a:r>
            <a:r>
              <a:rPr lang="en-US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 اختصاص داده </a:t>
            </a:r>
            <a:r>
              <a:rPr lang="fa-IR" sz="180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می‌شود</a:t>
            </a:r>
            <a:r>
              <a:rPr lang="fa-IR" sz="180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.</a:t>
            </a:r>
            <a:endParaRPr lang="en-US" sz="18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39B128-B170-174F-BE5B-659812713689}"/>
              </a:ext>
            </a:extLst>
          </p:cNvPr>
          <p:cNvSpPr txBox="1"/>
          <p:nvPr/>
        </p:nvSpPr>
        <p:spPr>
          <a:xfrm>
            <a:off x="980400" y="2822558"/>
            <a:ext cx="534177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fa-IR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در </a:t>
            </a:r>
            <a:r>
              <a:rPr lang="fa-IR" sz="2000" b="0" i="0" u="none" strike="noStrike" dirty="0" err="1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شبکه‌های</a:t>
            </a:r>
            <a:r>
              <a:rPr lang="fa-IR" sz="2000" b="0" i="0" u="none" strike="noStrike" dirty="0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 خیلی بزرگ </a:t>
            </a:r>
            <a:r>
              <a:rPr lang="fa-IR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یک </a:t>
            </a:r>
            <a:r>
              <a:rPr lang="fa-IR" sz="20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روتر</a:t>
            </a:r>
            <a:r>
              <a:rPr lang="fa-IR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sz="20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به‌تنهایی</a:t>
            </a:r>
            <a:r>
              <a:rPr lang="fa-IR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sz="20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نمی‌تواند</a:t>
            </a:r>
            <a:r>
              <a:rPr lang="fa-IR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تمام </a:t>
            </a:r>
            <a:r>
              <a:rPr lang="fa-IR" sz="20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دستگاه‌های</a:t>
            </a:r>
            <a:r>
              <a:rPr lang="fa-IR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متصل را مدیریت کند.</a:t>
            </a:r>
          </a:p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fa-IR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در چنین مواقعی، سرور اختصاصی </a:t>
            </a:r>
            <a:r>
              <a:rPr lang="fa-IR" sz="20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جداگانه‌ای</a:t>
            </a:r>
            <a:r>
              <a:rPr lang="fa-IR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فقط برای اختصاص آدرس </a:t>
            </a:r>
            <a:r>
              <a:rPr lang="en-US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به </a:t>
            </a:r>
            <a:r>
              <a:rPr lang="fa-IR" sz="20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دستگاه‌ها</a:t>
            </a:r>
            <a:r>
              <a:rPr lang="fa-IR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در شبکه قرار داده و پروتکل 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Lalezar" pitchFamily="2" charset="-78"/>
                <a:cs typeface="Lalezar" pitchFamily="2" charset="-78"/>
              </a:rPr>
              <a:t>DHCP</a:t>
            </a:r>
            <a:r>
              <a:rPr lang="en-US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sz="20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به‌جای</a:t>
            </a:r>
            <a:r>
              <a:rPr lang="fa-IR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sz="2000" b="0" i="0" u="none" strike="noStrike" dirty="0" err="1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روتر</a:t>
            </a:r>
            <a:r>
              <a:rPr lang="fa-IR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، روی سرور اجرا </a:t>
            </a:r>
            <a:r>
              <a:rPr lang="fa-IR" sz="20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می‌شود</a:t>
            </a:r>
            <a:r>
              <a:rPr lang="fa-IR" sz="20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.</a:t>
            </a:r>
            <a:endParaRPr lang="en-US" sz="2000" dirty="0"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1D8F84-7DD7-1B47-BACD-7E6F36791A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688" t="32210" r="38969" b="33474"/>
          <a:stretch/>
        </p:blipFill>
        <p:spPr>
          <a:xfrm>
            <a:off x="6565157" y="2694830"/>
            <a:ext cx="2090057" cy="188667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4D556B4-DE26-2F44-8588-43CB3B4FF738}"/>
              </a:ext>
            </a:extLst>
          </p:cNvPr>
          <p:cNvSpPr txBox="1"/>
          <p:nvPr/>
        </p:nvSpPr>
        <p:spPr>
          <a:xfrm>
            <a:off x="-2646128" y="4613076"/>
            <a:ext cx="107244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2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sz="12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همچنین مدیریت </a:t>
            </a:r>
            <a:r>
              <a:rPr lang="fa-IR" sz="12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پیکربندی</a:t>
            </a:r>
            <a:r>
              <a:rPr lang="fa-IR" sz="12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شبکه برای </a:t>
            </a:r>
            <a:r>
              <a:rPr lang="en-US" sz="12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subnet mask </a:t>
            </a:r>
            <a:r>
              <a:rPr lang="fa-IR" sz="1200" dirty="0">
                <a:solidFill>
                  <a:srgbClr val="383E43"/>
                </a:solidFill>
                <a:latin typeface="Lalezar" pitchFamily="2" charset="-78"/>
                <a:cs typeface="Lalezar" pitchFamily="2" charset="-78"/>
              </a:rPr>
              <a:t> </a:t>
            </a:r>
            <a:r>
              <a:rPr lang="fa-IR" sz="12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و </a:t>
            </a:r>
            <a:r>
              <a:rPr lang="en-US" sz="12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default Gateway </a:t>
            </a:r>
            <a:r>
              <a:rPr lang="fa-IR" sz="12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و سرویس </a:t>
            </a:r>
            <a:r>
              <a:rPr lang="en-US" sz="12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DNS </a:t>
            </a:r>
            <a:r>
              <a:rPr lang="fa-IR" sz="12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را نیز برعهده‌ دارد.</a:t>
            </a:r>
            <a:endParaRPr lang="en-US" sz="1200" dirty="0">
              <a:latin typeface="Lalezar" pitchFamily="2" charset="-78"/>
              <a:cs typeface="Lalezar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3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54;p38">
            <a:extLst>
              <a:ext uri="{FF2B5EF4-FFF2-40B4-BE49-F238E27FC236}">
                <a16:creationId xmlns:a16="http://schemas.microsoft.com/office/drawing/2014/main" id="{2D9AA284-3AF3-8A48-86A4-5E92853BA702}"/>
              </a:ext>
            </a:extLst>
          </p:cNvPr>
          <p:cNvSpPr/>
          <p:nvPr/>
        </p:nvSpPr>
        <p:spPr>
          <a:xfrm>
            <a:off x="4522340" y="249601"/>
            <a:ext cx="96900" cy="96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355;p3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3753017-29F8-2B49-A53A-ED9546A721B4}"/>
              </a:ext>
            </a:extLst>
          </p:cNvPr>
          <p:cNvSpPr/>
          <p:nvPr/>
        </p:nvSpPr>
        <p:spPr>
          <a:xfrm>
            <a:off x="467947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340;p37">
            <a:extLst>
              <a:ext uri="{FF2B5EF4-FFF2-40B4-BE49-F238E27FC236}">
                <a16:creationId xmlns:a16="http://schemas.microsoft.com/office/drawing/2014/main" id="{0C30CF67-70FB-4948-AA60-9AB6BA56089E}"/>
              </a:ext>
            </a:extLst>
          </p:cNvPr>
          <p:cNvSpPr/>
          <p:nvPr/>
        </p:nvSpPr>
        <p:spPr>
          <a:xfrm>
            <a:off x="4375509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342;p3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D5393C0-A5C3-9F48-97B3-366D2048201D}"/>
              </a:ext>
            </a:extLst>
          </p:cNvPr>
          <p:cNvSpPr/>
          <p:nvPr/>
        </p:nvSpPr>
        <p:spPr>
          <a:xfrm>
            <a:off x="467947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40;p37">
            <a:extLst>
              <a:ext uri="{FF2B5EF4-FFF2-40B4-BE49-F238E27FC236}">
                <a16:creationId xmlns:a16="http://schemas.microsoft.com/office/drawing/2014/main" id="{D6064D42-C74E-6E4E-B88A-DD96A922788C}"/>
              </a:ext>
            </a:extLst>
          </p:cNvPr>
          <p:cNvSpPr/>
          <p:nvPr/>
        </p:nvSpPr>
        <p:spPr>
          <a:xfrm>
            <a:off x="4228678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022;p88">
            <a:extLst>
              <a:ext uri="{FF2B5EF4-FFF2-40B4-BE49-F238E27FC236}">
                <a16:creationId xmlns:a16="http://schemas.microsoft.com/office/drawing/2014/main" id="{DD48EBDA-9FA5-AD4E-8CAA-4C47195B463A}"/>
              </a:ext>
            </a:extLst>
          </p:cNvPr>
          <p:cNvSpPr/>
          <p:nvPr/>
        </p:nvSpPr>
        <p:spPr>
          <a:xfrm rot="16200000">
            <a:off x="-198150" y="2576952"/>
            <a:ext cx="701100" cy="196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023;p88">
            <a:extLst>
              <a:ext uri="{FF2B5EF4-FFF2-40B4-BE49-F238E27FC236}">
                <a16:creationId xmlns:a16="http://schemas.microsoft.com/office/drawing/2014/main" id="{D3E1BBF2-F206-C747-AFE9-1A1F618880AA}"/>
              </a:ext>
            </a:extLst>
          </p:cNvPr>
          <p:cNvSpPr/>
          <p:nvPr/>
        </p:nvSpPr>
        <p:spPr>
          <a:xfrm rot="2705693">
            <a:off x="-489868" y="4669313"/>
            <a:ext cx="1726586" cy="1671653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372C5F-50CA-5145-AF3D-909783CC4A8D}"/>
              </a:ext>
            </a:extLst>
          </p:cNvPr>
          <p:cNvSpPr txBox="1"/>
          <p:nvPr/>
        </p:nvSpPr>
        <p:spPr>
          <a:xfrm>
            <a:off x="930842" y="735177"/>
            <a:ext cx="708313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سرور 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یک رنج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در اختیار دارد که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می‌تواند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از بین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آن‌ها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اقدام به تخصیص آدرس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به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کلاینت‌های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موجود در شبکه کند، به عنوان مثال رنج آدرس 1 تا 25 در اختیار 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قرار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می‌گیرد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(این اعداد کاملا فرضی بوده و آدرس </a:t>
            </a:r>
            <a:r>
              <a:rPr lang="fa-IR" b="0" i="0" u="none" strike="noStrike" dirty="0" err="1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b="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نیستند)</a:t>
            </a:r>
          </a:p>
          <a:p>
            <a:pPr algn="r" rtl="1"/>
            <a:endParaRPr lang="fa-IR" b="0" i="0" u="none" strike="noStrike" dirty="0">
              <a:solidFill>
                <a:schemeClr val="tx1">
                  <a:lumMod val="60000"/>
                  <a:lumOff val="40000"/>
                </a:schemeClr>
              </a:solidFill>
              <a:effectLst/>
              <a:latin typeface="Lalezar" pitchFamily="2" charset="-78"/>
              <a:cs typeface="Lalezar" pitchFamily="2" charset="-78"/>
            </a:endParaRPr>
          </a:p>
          <a:p>
            <a:pPr algn="r" rtl="1"/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حال دستگاهی در شبکه روشن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می‌شود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که به یک آدرس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احتیاج دارد، این دستگاه از وجود سرور 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در این شبکه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بی‌خبر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است، به همین علت یک بسته تحت عنوان 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(</a:t>
            </a:r>
            <a:r>
              <a:rPr lang="en-US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Discovery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 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را به صورت 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Broadcast 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روی شبکه ارسال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می‌کند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(یعنی این بسته را برای تمام </a:t>
            </a:r>
            <a:r>
              <a:rPr lang="fa-IR" b="0" i="0" u="none" strike="noStrike" dirty="0" err="1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میزبان‌های</a:t>
            </a:r>
            <a:r>
              <a:rPr lang="fa-IR" b="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موجود در شبکه </a:t>
            </a:r>
            <a:r>
              <a:rPr lang="fa-IR" b="0" i="0" u="none" strike="noStrike" dirty="0" err="1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می‌فرستد</a:t>
            </a:r>
            <a:r>
              <a:rPr lang="fa-IR" b="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)</a:t>
            </a:r>
          </a:p>
          <a:p>
            <a:pPr algn="r" rtl="1"/>
            <a:endParaRPr lang="fa-IR" b="0" i="0" u="none" strike="noStrike" dirty="0">
              <a:solidFill>
                <a:schemeClr val="tx1">
                  <a:lumMod val="60000"/>
                  <a:lumOff val="40000"/>
                </a:schemeClr>
              </a:solidFill>
              <a:effectLst/>
              <a:latin typeface="Lalezar" pitchFamily="2" charset="-78"/>
              <a:cs typeface="Lalezar" pitchFamily="2" charset="-78"/>
            </a:endParaRPr>
          </a:p>
          <a:p>
            <a:pPr algn="r" rtl="1"/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در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مرحله‌ی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بعد سرور 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به عنوان پاسخ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بسته‌ی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 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(</a:t>
            </a:r>
            <a:r>
              <a:rPr lang="en-US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Offer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را ارسال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می‌کند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، این بسته شامل 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و 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Default Gateway 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خواهد بود و به دست ماشین اول (دستگاهی که 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درخواست کرده بود)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می‌رسد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.</a:t>
            </a:r>
          </a:p>
          <a:p>
            <a:pPr algn="r" rtl="1"/>
            <a:endParaRPr lang="fa-IR" b="0" i="0" u="none" strike="noStrike" dirty="0">
              <a:solidFill>
                <a:srgbClr val="5D616A"/>
              </a:solidFill>
              <a:effectLst/>
              <a:latin typeface="Lalezar" pitchFamily="2" charset="-78"/>
              <a:cs typeface="Lalezar" pitchFamily="2" charset="-78"/>
            </a:endParaRPr>
          </a:p>
          <a:p>
            <a:pPr algn="r" rtl="1"/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سپس ماشین اول با دریافت این بسته اقدام به بررسی آن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می‌کند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و درصورتی که امکان استفاده از آن 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را داشت یک بسته تحت عنوان 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(</a:t>
            </a:r>
            <a:r>
              <a:rPr lang="en-US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Request</a:t>
            </a:r>
            <a:r>
              <a:rPr lang="en-US" b="1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)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 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برای سرور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دی‌اچ‌سی‌پی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ارسال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می‌کند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و در نهایت سرور نیز با ارسال یک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تاییدیه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 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(</a:t>
            </a:r>
            <a:r>
              <a:rPr lang="en-US" b="1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ACK)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 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به ماشین اول این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را به آن تخصیص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می‌دهد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.))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allAtOnce" rev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54;p38">
            <a:extLst>
              <a:ext uri="{FF2B5EF4-FFF2-40B4-BE49-F238E27FC236}">
                <a16:creationId xmlns:a16="http://schemas.microsoft.com/office/drawing/2014/main" id="{2D9AA284-3AF3-8A48-86A4-5E92853BA702}"/>
              </a:ext>
            </a:extLst>
          </p:cNvPr>
          <p:cNvSpPr/>
          <p:nvPr/>
        </p:nvSpPr>
        <p:spPr>
          <a:xfrm>
            <a:off x="4522340" y="249601"/>
            <a:ext cx="96900" cy="96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355;p3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3753017-29F8-2B49-A53A-ED9546A721B4}"/>
              </a:ext>
            </a:extLst>
          </p:cNvPr>
          <p:cNvSpPr/>
          <p:nvPr/>
        </p:nvSpPr>
        <p:spPr>
          <a:xfrm>
            <a:off x="467947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340;p37">
            <a:extLst>
              <a:ext uri="{FF2B5EF4-FFF2-40B4-BE49-F238E27FC236}">
                <a16:creationId xmlns:a16="http://schemas.microsoft.com/office/drawing/2014/main" id="{0C30CF67-70FB-4948-AA60-9AB6BA56089E}"/>
              </a:ext>
            </a:extLst>
          </p:cNvPr>
          <p:cNvSpPr/>
          <p:nvPr/>
        </p:nvSpPr>
        <p:spPr>
          <a:xfrm>
            <a:off x="4375509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342;p3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D5393C0-A5C3-9F48-97B3-366D2048201D}"/>
              </a:ext>
            </a:extLst>
          </p:cNvPr>
          <p:cNvSpPr/>
          <p:nvPr/>
        </p:nvSpPr>
        <p:spPr>
          <a:xfrm>
            <a:off x="467947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340;p37">
            <a:extLst>
              <a:ext uri="{FF2B5EF4-FFF2-40B4-BE49-F238E27FC236}">
                <a16:creationId xmlns:a16="http://schemas.microsoft.com/office/drawing/2014/main" id="{D6064D42-C74E-6E4E-B88A-DD96A922788C}"/>
              </a:ext>
            </a:extLst>
          </p:cNvPr>
          <p:cNvSpPr/>
          <p:nvPr/>
        </p:nvSpPr>
        <p:spPr>
          <a:xfrm>
            <a:off x="4228678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022;p88">
            <a:extLst>
              <a:ext uri="{FF2B5EF4-FFF2-40B4-BE49-F238E27FC236}">
                <a16:creationId xmlns:a16="http://schemas.microsoft.com/office/drawing/2014/main" id="{DD48EBDA-9FA5-AD4E-8CAA-4C47195B463A}"/>
              </a:ext>
            </a:extLst>
          </p:cNvPr>
          <p:cNvSpPr/>
          <p:nvPr/>
        </p:nvSpPr>
        <p:spPr>
          <a:xfrm rot="16200000">
            <a:off x="-350550" y="3212843"/>
            <a:ext cx="701100" cy="196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023;p88">
            <a:extLst>
              <a:ext uri="{FF2B5EF4-FFF2-40B4-BE49-F238E27FC236}">
                <a16:creationId xmlns:a16="http://schemas.microsoft.com/office/drawing/2014/main" id="{D3E1BBF2-F206-C747-AFE9-1A1F618880AA}"/>
              </a:ext>
            </a:extLst>
          </p:cNvPr>
          <p:cNvSpPr/>
          <p:nvPr/>
        </p:nvSpPr>
        <p:spPr>
          <a:xfrm rot="2705693">
            <a:off x="-489868" y="4669313"/>
            <a:ext cx="1726586" cy="1671653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E9083B-F07F-134D-BBF4-4A32B8F79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32" y="1569770"/>
            <a:ext cx="4036277" cy="20039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F6FD3C-DF4C-EC47-AAA7-D14ED05F7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375" y="1063102"/>
            <a:ext cx="33782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225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40;p37">
            <a:extLst>
              <a:ext uri="{FF2B5EF4-FFF2-40B4-BE49-F238E27FC236}">
                <a16:creationId xmlns:a16="http://schemas.microsoft.com/office/drawing/2014/main" id="{8584F2B2-8396-C248-8AE7-BB1E4B8D08D9}"/>
              </a:ext>
            </a:extLst>
          </p:cNvPr>
          <p:cNvSpPr/>
          <p:nvPr/>
        </p:nvSpPr>
        <p:spPr>
          <a:xfrm>
            <a:off x="4544835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42;p3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5909917-8E88-ED45-B0FC-F98DA8B85FCA}"/>
              </a:ext>
            </a:extLst>
          </p:cNvPr>
          <p:cNvSpPr/>
          <p:nvPr/>
        </p:nvSpPr>
        <p:spPr>
          <a:xfrm>
            <a:off x="4382815" y="24523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40;p37">
            <a:extLst>
              <a:ext uri="{FF2B5EF4-FFF2-40B4-BE49-F238E27FC236}">
                <a16:creationId xmlns:a16="http://schemas.microsoft.com/office/drawing/2014/main" id="{21D1DE40-2DA9-5746-ACB4-FA348EE00CCF}"/>
              </a:ext>
            </a:extLst>
          </p:cNvPr>
          <p:cNvSpPr/>
          <p:nvPr/>
        </p:nvSpPr>
        <p:spPr>
          <a:xfrm>
            <a:off x="4236561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54;p38">
            <a:extLst>
              <a:ext uri="{FF2B5EF4-FFF2-40B4-BE49-F238E27FC236}">
                <a16:creationId xmlns:a16="http://schemas.microsoft.com/office/drawing/2014/main" id="{192C8059-207F-CC40-BE0E-70098B9C37BB}"/>
              </a:ext>
            </a:extLst>
          </p:cNvPr>
          <p:cNvSpPr/>
          <p:nvPr/>
        </p:nvSpPr>
        <p:spPr>
          <a:xfrm>
            <a:off x="4685622" y="248165"/>
            <a:ext cx="96900" cy="96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022;p88">
            <a:extLst>
              <a:ext uri="{FF2B5EF4-FFF2-40B4-BE49-F238E27FC236}">
                <a16:creationId xmlns:a16="http://schemas.microsoft.com/office/drawing/2014/main" id="{D4C720D0-667E-804A-88AF-F9961D8995FF}"/>
              </a:ext>
            </a:extLst>
          </p:cNvPr>
          <p:cNvSpPr/>
          <p:nvPr/>
        </p:nvSpPr>
        <p:spPr>
          <a:xfrm rot="16200000">
            <a:off x="1532678" y="4163100"/>
            <a:ext cx="701100" cy="196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023;p88">
            <a:extLst>
              <a:ext uri="{FF2B5EF4-FFF2-40B4-BE49-F238E27FC236}">
                <a16:creationId xmlns:a16="http://schemas.microsoft.com/office/drawing/2014/main" id="{1E03072F-EF60-DC43-A9CF-76D0958D97CA}"/>
              </a:ext>
            </a:extLst>
          </p:cNvPr>
          <p:cNvSpPr/>
          <p:nvPr/>
        </p:nvSpPr>
        <p:spPr>
          <a:xfrm rot="2705693">
            <a:off x="-1404269" y="1588656"/>
            <a:ext cx="1726586" cy="1671653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3029;p88">
            <a:extLst>
              <a:ext uri="{FF2B5EF4-FFF2-40B4-BE49-F238E27FC236}">
                <a16:creationId xmlns:a16="http://schemas.microsoft.com/office/drawing/2014/main" id="{478B528A-BFD6-C54A-96A8-CE4CE49DBE11}"/>
              </a:ext>
            </a:extLst>
          </p:cNvPr>
          <p:cNvSpPr/>
          <p:nvPr/>
        </p:nvSpPr>
        <p:spPr>
          <a:xfrm>
            <a:off x="-113291" y="-153474"/>
            <a:ext cx="1016118" cy="797418"/>
          </a:xfrm>
          <a:prstGeom prst="flowChartDocument">
            <a:avLst/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A0A868-5007-C14F-AB81-2FF120741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519">
            <a:off x="2557485" y="908593"/>
            <a:ext cx="3974700" cy="628800"/>
          </a:xfrm>
        </p:spPr>
        <p:txBody>
          <a:bodyPr/>
          <a:lstStyle/>
          <a:p>
            <a:pPr rtl="1"/>
            <a:r>
              <a:rPr lang="fa-IR" sz="4000" i="0" u="none" strike="noStrike" dirty="0">
                <a:effectLst/>
                <a:latin typeface="Lalezar" pitchFamily="2" charset="-78"/>
                <a:cs typeface="Lalezar" pitchFamily="2" charset="-78"/>
              </a:rPr>
              <a:t>معماری </a:t>
            </a:r>
            <a:r>
              <a:rPr lang="en-US" sz="4000" i="0" u="none" strike="noStrike" dirty="0">
                <a:effectLst/>
                <a:latin typeface="Lalezar" pitchFamily="2" charset="-78"/>
                <a:cs typeface="Lalezar" pitchFamily="2" charset="-78"/>
              </a:rPr>
              <a:t>DHCP</a:t>
            </a:r>
            <a:br>
              <a:rPr lang="en-US" sz="4000" i="0" u="none" strike="noStrike" dirty="0">
                <a:effectLst/>
                <a:latin typeface="Lalezar" pitchFamily="2" charset="-78"/>
                <a:cs typeface="Lalezar" pitchFamily="2" charset="-78"/>
              </a:rPr>
            </a:br>
            <a:endParaRPr lang="en-US" sz="40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06853C-585D-CF44-B192-9460569C68C3}"/>
              </a:ext>
            </a:extLst>
          </p:cNvPr>
          <p:cNvSpPr txBox="1"/>
          <p:nvPr/>
        </p:nvSpPr>
        <p:spPr>
          <a:xfrm>
            <a:off x="1264054" y="1595063"/>
            <a:ext cx="675536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b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</a:b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در معماری 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سه بخش اصلی وجود دارد: </a:t>
            </a:r>
            <a:r>
              <a:rPr lang="fa-IR" b="1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مشتری</a:t>
            </a:r>
            <a:r>
              <a:rPr lang="fa-IR" b="1" i="0" u="none" strike="noStrike" dirty="0">
                <a:effectLst/>
                <a:latin typeface="Lalezar" pitchFamily="2" charset="-78"/>
                <a:cs typeface="Lalezar" pitchFamily="2" charset="-78"/>
              </a:rPr>
              <a:t> 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و </a:t>
            </a:r>
            <a:r>
              <a:rPr lang="fa-IR" b="1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سرور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 و </a:t>
            </a:r>
            <a:r>
              <a:rPr lang="fa-IR" b="1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عامل </a:t>
            </a:r>
            <a:r>
              <a:rPr lang="fa-IR" b="1" i="0" u="none" strike="noStrike" dirty="0" err="1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رله</a:t>
            </a:r>
            <a:endParaRPr lang="fa-IR" b="0" i="0" u="none" strike="noStrike" dirty="0">
              <a:solidFill>
                <a:srgbClr val="8C4FFF"/>
              </a:solidFill>
              <a:effectLst/>
              <a:latin typeface="Lalezar" pitchFamily="2" charset="-78"/>
              <a:cs typeface="Lalezar" pitchFamily="2" charset="-78"/>
            </a:endParaRPr>
          </a:p>
          <a:p>
            <a:pPr algn="just" rtl="1"/>
            <a:endParaRPr lang="fa-IR" b="0" i="0" u="none" strike="noStrike" dirty="0">
              <a:effectLst/>
              <a:latin typeface="Lalezar" pitchFamily="2" charset="-78"/>
              <a:cs typeface="Lalezar" pitchFamily="2" charset="-78"/>
            </a:endParaRPr>
          </a:p>
          <a:p>
            <a:pPr algn="just" rtl="1"/>
            <a:r>
              <a:rPr lang="fa-IR" b="1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مشتری یا </a:t>
            </a:r>
            <a:r>
              <a:rPr lang="fa-IR" b="1" i="0" u="none" strike="noStrike" dirty="0" err="1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کلاینت</a:t>
            </a:r>
            <a:r>
              <a:rPr lang="fa-IR" b="1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en-US" b="1" i="0" u="none" strike="noStrike" dirty="0">
                <a:effectLst/>
                <a:latin typeface="Lalezar" pitchFamily="2" charset="-78"/>
                <a:cs typeface="Lalezar" pitchFamily="2" charset="-78"/>
              </a:rPr>
              <a:t>client )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 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هر دستگاهی است که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می‌تواند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به اینترنت وصل شود و با سرور پروتکل 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ارتباط برقرار کند.)</a:t>
            </a:r>
          </a:p>
          <a:p>
            <a:pPr algn="just" rtl="1"/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علاوه‌بر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تلفن‌ها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و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سیستم‌های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کامپیوتری،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پرینترها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و سرورهای داخل شبکه نیز مشتری 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محسوب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می‌شوند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.</a:t>
            </a:r>
          </a:p>
          <a:p>
            <a:pPr algn="just" rtl="1"/>
            <a:endParaRPr lang="fa-IR" b="0" i="0" u="none" strike="noStrike" dirty="0">
              <a:effectLst/>
              <a:latin typeface="Lalezar" pitchFamily="2" charset="-78"/>
              <a:cs typeface="Lalezar" pitchFamily="2" charset="-78"/>
            </a:endParaRPr>
          </a:p>
          <a:p>
            <a:pPr algn="just" rtl="1"/>
            <a:r>
              <a:rPr lang="fa-IR" b="1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سرور </a:t>
            </a:r>
            <a:r>
              <a:rPr lang="en-US" b="1" i="0" u="none" strike="noStrike" dirty="0">
                <a:effectLst/>
                <a:latin typeface="Lalezar" pitchFamily="2" charset="-78"/>
                <a:cs typeface="Lalezar" pitchFamily="2" charset="-78"/>
              </a:rPr>
              <a:t>server)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 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سیستمی کامپیوتری است که کار اختصاص 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را در پروتکل 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DHCP‌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انجام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می‌دهد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.)</a:t>
            </a:r>
          </a:p>
          <a:p>
            <a:pPr algn="just" rtl="1"/>
            <a:endParaRPr lang="fa-IR" b="0" i="0" u="none" strike="noStrike" dirty="0">
              <a:effectLst/>
              <a:latin typeface="Lalezar" pitchFamily="2" charset="-78"/>
              <a:cs typeface="Lalezar" pitchFamily="2" charset="-78"/>
            </a:endParaRPr>
          </a:p>
          <a:p>
            <a:pPr algn="just" rtl="1"/>
            <a:r>
              <a:rPr lang="fa-IR" b="1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عامل </a:t>
            </a:r>
            <a:r>
              <a:rPr lang="fa-IR" b="1" i="0" u="none" strike="noStrike" dirty="0" err="1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رله</a:t>
            </a:r>
            <a:r>
              <a:rPr lang="fa-IR" b="1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en-US" b="1" i="0" u="none" strike="noStrike" dirty="0">
                <a:effectLst/>
                <a:latin typeface="Lalezar" pitchFamily="2" charset="-78"/>
                <a:cs typeface="Lalezar" pitchFamily="2" charset="-78"/>
              </a:rPr>
              <a:t>Relay Agent)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 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وظیفه‌ی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ارسال سیگنال تقاضا بین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کلاینت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و سرور را در پروتکل 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انجام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می‌دهد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. وجود این عامل در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شبکه‌های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کوچک ضروری نیست؛ اما برای فعالیت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شبکه‌های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عظیم حضور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آن‌ها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لازم است.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1"/>
          <p:cNvSpPr txBox="1">
            <a:spLocks noGrp="1"/>
          </p:cNvSpPr>
          <p:nvPr>
            <p:ph type="subTitle" idx="1"/>
          </p:nvPr>
        </p:nvSpPr>
        <p:spPr>
          <a:xfrm rot="264">
            <a:off x="2723474" y="714861"/>
            <a:ext cx="39120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1"/>
            <a:r>
              <a:rPr lang="fa-IR" sz="2800" b="1" i="0" u="none" strike="noStrike" dirty="0">
                <a:effectLst/>
                <a:latin typeface="Lalezar" pitchFamily="2" charset="-78"/>
                <a:cs typeface="Lalezar" pitchFamily="2" charset="-78"/>
              </a:rPr>
              <a:t>تخصیص </a:t>
            </a:r>
            <a:r>
              <a:rPr lang="en-US" sz="2800" b="1" i="0" u="none" strike="noStrike" dirty="0">
                <a:effectLst/>
                <a:latin typeface="Lalezar" pitchFamily="2" charset="-78"/>
                <a:cs typeface="Lalezar" pitchFamily="2" charset="-78"/>
              </a:rPr>
              <a:t>DHCP</a:t>
            </a:r>
          </a:p>
        </p:txBody>
      </p:sp>
      <p:sp>
        <p:nvSpPr>
          <p:cNvPr id="10" name="Google Shape;354;p38">
            <a:extLst>
              <a:ext uri="{FF2B5EF4-FFF2-40B4-BE49-F238E27FC236}">
                <a16:creationId xmlns:a16="http://schemas.microsoft.com/office/drawing/2014/main" id="{D5A45A3E-0DF4-BF44-A876-21B825A8ABE3}"/>
              </a:ext>
            </a:extLst>
          </p:cNvPr>
          <p:cNvSpPr/>
          <p:nvPr/>
        </p:nvSpPr>
        <p:spPr>
          <a:xfrm>
            <a:off x="4528229" y="248165"/>
            <a:ext cx="96900" cy="96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55;p3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6B9D1BF-5643-6E4B-91F0-8B05089A18E4}"/>
              </a:ext>
            </a:extLst>
          </p:cNvPr>
          <p:cNvSpPr/>
          <p:nvPr/>
        </p:nvSpPr>
        <p:spPr>
          <a:xfrm>
            <a:off x="467947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40;p37">
            <a:extLst>
              <a:ext uri="{FF2B5EF4-FFF2-40B4-BE49-F238E27FC236}">
                <a16:creationId xmlns:a16="http://schemas.microsoft.com/office/drawing/2014/main" id="{8D8204CE-7453-A944-8850-56F7911280FB}"/>
              </a:ext>
            </a:extLst>
          </p:cNvPr>
          <p:cNvSpPr/>
          <p:nvPr/>
        </p:nvSpPr>
        <p:spPr>
          <a:xfrm>
            <a:off x="4378453" y="250811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40;p37">
            <a:extLst>
              <a:ext uri="{FF2B5EF4-FFF2-40B4-BE49-F238E27FC236}">
                <a16:creationId xmlns:a16="http://schemas.microsoft.com/office/drawing/2014/main" id="{CD567F22-71F6-B043-8021-C63252AC5272}"/>
              </a:ext>
            </a:extLst>
          </p:cNvPr>
          <p:cNvSpPr/>
          <p:nvPr/>
        </p:nvSpPr>
        <p:spPr>
          <a:xfrm>
            <a:off x="4228678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023;p88">
            <a:extLst>
              <a:ext uri="{FF2B5EF4-FFF2-40B4-BE49-F238E27FC236}">
                <a16:creationId xmlns:a16="http://schemas.microsoft.com/office/drawing/2014/main" id="{81C66472-129C-6846-A2ED-CF535AD7F73A}"/>
              </a:ext>
            </a:extLst>
          </p:cNvPr>
          <p:cNvSpPr/>
          <p:nvPr/>
        </p:nvSpPr>
        <p:spPr>
          <a:xfrm rot="2705693">
            <a:off x="-1534896" y="710728"/>
            <a:ext cx="1726586" cy="1671653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022;p88">
            <a:extLst>
              <a:ext uri="{FF2B5EF4-FFF2-40B4-BE49-F238E27FC236}">
                <a16:creationId xmlns:a16="http://schemas.microsoft.com/office/drawing/2014/main" id="{21AB6DD5-2983-284B-9A19-8B40932A53CA}"/>
              </a:ext>
            </a:extLst>
          </p:cNvPr>
          <p:cNvSpPr/>
          <p:nvPr/>
        </p:nvSpPr>
        <p:spPr>
          <a:xfrm rot="16200000">
            <a:off x="803335" y="4337272"/>
            <a:ext cx="701100" cy="196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029;p88">
            <a:extLst>
              <a:ext uri="{FF2B5EF4-FFF2-40B4-BE49-F238E27FC236}">
                <a16:creationId xmlns:a16="http://schemas.microsoft.com/office/drawing/2014/main" id="{BF4A75BA-F7BB-7743-9453-866E73FE5831}"/>
              </a:ext>
            </a:extLst>
          </p:cNvPr>
          <p:cNvSpPr/>
          <p:nvPr/>
        </p:nvSpPr>
        <p:spPr>
          <a:xfrm>
            <a:off x="-132398" y="-257418"/>
            <a:ext cx="1016118" cy="797418"/>
          </a:xfrm>
          <a:prstGeom prst="flowChartDocument">
            <a:avLst/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424077-C866-2C49-ADB9-0C143CA032A4}"/>
              </a:ext>
            </a:extLst>
          </p:cNvPr>
          <p:cNvSpPr txBox="1"/>
          <p:nvPr/>
        </p:nvSpPr>
        <p:spPr>
          <a:xfrm>
            <a:off x="1729668" y="1845620"/>
            <a:ext cx="63821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آدرس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از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زمانی‌که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به دستگاهی اختصاص داده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می‌شود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، دوره عمر محدودی دارد. </a:t>
            </a:r>
          </a:p>
          <a:p>
            <a:pPr algn="just" rtl="1"/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که امروز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به‌واسطه‌ی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پروتکل </a:t>
            </a:r>
            <a:r>
              <a:rPr lang="en-US" b="0" i="0" u="none" strike="noStrike" dirty="0">
                <a:solidFill>
                  <a:schemeClr val="bg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DHCP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به سیستمی اختصاص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می‌یابد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، ممکن است با 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IP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فردا متفاوت باشد.</a:t>
            </a:r>
          </a:p>
          <a:p>
            <a:pPr algn="just" rtl="1"/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البته اگر سیستم در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دوره‌ی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عمرI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P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و پیش از اینکه مدت ‌زمان تخصیص از بین برود به شبکه برگردد یا در همان مدت در شبکه بماند،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آی‌پیِ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آن تغییر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نمی‌کند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؛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در‌غیر‌این‌صورت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IP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جدیدی به دستگاه اختصاص داده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می‌شود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.</a:t>
            </a:r>
          </a:p>
          <a:p>
            <a:pPr algn="just" rtl="1"/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علاوه‌بر‌این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، هر دستگاه در شبکه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می‌تواند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از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درخواست تجدید تخصیص </a:t>
            </a:r>
            <a:r>
              <a:rPr lang="en-US" b="0" i="0" u="none" strike="noStrike" dirty="0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IP</a:t>
            </a:r>
            <a:r>
              <a:rPr lang="fa-IR" b="0" i="0" u="none" strike="noStrike" dirty="0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کند.</a:t>
            </a:r>
            <a:endParaRPr lang="en-US" b="0" i="0" u="none" strike="noStrike" dirty="0">
              <a:effectLst/>
              <a:latin typeface="Lalezar" pitchFamily="2" charset="-78"/>
              <a:cs typeface="Lalezar" pitchFamily="2" charset="-78"/>
            </a:endParaRPr>
          </a:p>
          <a:p>
            <a:pPr algn="just" rtl="1"/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1248F8-C847-6748-BAD9-5FE8E303C5CD}"/>
              </a:ext>
            </a:extLst>
          </p:cNvPr>
          <p:cNvSpPr txBox="1"/>
          <p:nvPr/>
        </p:nvSpPr>
        <p:spPr>
          <a:xfrm>
            <a:off x="1468718" y="4540625"/>
            <a:ext cx="6655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latin typeface="Lalezar" pitchFamily="2" charset="-78"/>
                <a:cs typeface="Lalezar" pitchFamily="2" charset="-78"/>
              </a:rPr>
              <a:t>ادامه&gt;&gt;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54;p38">
            <a:extLst>
              <a:ext uri="{FF2B5EF4-FFF2-40B4-BE49-F238E27FC236}">
                <a16:creationId xmlns:a16="http://schemas.microsoft.com/office/drawing/2014/main" id="{2FB8F46E-C153-CA45-975C-966CF3B9022F}"/>
              </a:ext>
            </a:extLst>
          </p:cNvPr>
          <p:cNvSpPr/>
          <p:nvPr/>
        </p:nvSpPr>
        <p:spPr>
          <a:xfrm>
            <a:off x="4379924" y="248165"/>
            <a:ext cx="96900" cy="96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55;p3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99C989A-0C4D-9B43-B3AB-0F8DF6C440FA}"/>
              </a:ext>
            </a:extLst>
          </p:cNvPr>
          <p:cNvSpPr/>
          <p:nvPr/>
        </p:nvSpPr>
        <p:spPr>
          <a:xfrm>
            <a:off x="467947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40;p37">
            <a:extLst>
              <a:ext uri="{FF2B5EF4-FFF2-40B4-BE49-F238E27FC236}">
                <a16:creationId xmlns:a16="http://schemas.microsoft.com/office/drawing/2014/main" id="{01E576A3-C299-2546-84E0-FA0E2A8513C2}"/>
              </a:ext>
            </a:extLst>
          </p:cNvPr>
          <p:cNvSpPr/>
          <p:nvPr/>
        </p:nvSpPr>
        <p:spPr>
          <a:xfrm>
            <a:off x="4532328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40;p37">
            <a:extLst>
              <a:ext uri="{FF2B5EF4-FFF2-40B4-BE49-F238E27FC236}">
                <a16:creationId xmlns:a16="http://schemas.microsoft.com/office/drawing/2014/main" id="{808CB140-156D-DE4A-9359-3BFAF1FAD5EF}"/>
              </a:ext>
            </a:extLst>
          </p:cNvPr>
          <p:cNvSpPr/>
          <p:nvPr/>
        </p:nvSpPr>
        <p:spPr>
          <a:xfrm>
            <a:off x="4228678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029;p88">
            <a:extLst>
              <a:ext uri="{FF2B5EF4-FFF2-40B4-BE49-F238E27FC236}">
                <a16:creationId xmlns:a16="http://schemas.microsoft.com/office/drawing/2014/main" id="{27BDCBCC-CF2E-8E43-9284-59E225D52319}"/>
              </a:ext>
            </a:extLst>
          </p:cNvPr>
          <p:cNvSpPr/>
          <p:nvPr/>
        </p:nvSpPr>
        <p:spPr>
          <a:xfrm>
            <a:off x="-179854" y="0"/>
            <a:ext cx="1016118" cy="797418"/>
          </a:xfrm>
          <a:prstGeom prst="flowChartDocument">
            <a:avLst/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022;p88">
            <a:extLst>
              <a:ext uri="{FF2B5EF4-FFF2-40B4-BE49-F238E27FC236}">
                <a16:creationId xmlns:a16="http://schemas.microsoft.com/office/drawing/2014/main" id="{64C5F48D-89CF-9A4A-BE11-DE9679CA6175}"/>
              </a:ext>
            </a:extLst>
          </p:cNvPr>
          <p:cNvSpPr/>
          <p:nvPr/>
        </p:nvSpPr>
        <p:spPr>
          <a:xfrm rot="16200000">
            <a:off x="803335" y="4337272"/>
            <a:ext cx="701100" cy="196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15" name="Google Shape;3023;p88">
            <a:extLst>
              <a:ext uri="{FF2B5EF4-FFF2-40B4-BE49-F238E27FC236}">
                <a16:creationId xmlns:a16="http://schemas.microsoft.com/office/drawing/2014/main" id="{0FC374D6-C726-C248-ACED-01AC62E2DC7F}"/>
              </a:ext>
            </a:extLst>
          </p:cNvPr>
          <p:cNvSpPr/>
          <p:nvPr/>
        </p:nvSpPr>
        <p:spPr>
          <a:xfrm rot="2705693">
            <a:off x="-1498400" y="481485"/>
            <a:ext cx="1726586" cy="1671653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8B62A-B429-8249-9D8A-9F1F5EA4790D}"/>
              </a:ext>
            </a:extLst>
          </p:cNvPr>
          <p:cNvSpPr txBox="1"/>
          <p:nvPr/>
        </p:nvSpPr>
        <p:spPr>
          <a:xfrm>
            <a:off x="692916" y="883125"/>
            <a:ext cx="863904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2960" algn="just" rtl="1">
              <a:spcBef>
                <a:spcPts val="600"/>
              </a:spcBef>
            </a:pP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با ثبت این درخواست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به‌کمک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تنظیمات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شبکه روی </a:t>
            </a:r>
            <a:r>
              <a:rPr lang="fa-IR" b="0" i="0" u="none" strike="noStrike" dirty="0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کامپیوترها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یا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تنظیمات</a:t>
            </a:r>
            <a:r>
              <a:rPr lang="en-US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Wifi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روی </a:t>
            </a:r>
            <a:r>
              <a:rPr lang="fa-IR" b="0" i="0" u="none" strike="noStrike" dirty="0" err="1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گوشی‌های</a:t>
            </a:r>
            <a:r>
              <a:rPr lang="fa-IR" b="0" i="0" u="none" strike="noStrike" dirty="0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 هوشمند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، 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آدرس جدیدی برای دستگاه ایجاد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می‌شود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.</a:t>
            </a:r>
          </a:p>
          <a:p>
            <a:pPr marL="822960" algn="just" rtl="1">
              <a:spcBef>
                <a:spcPts val="600"/>
              </a:spcBef>
            </a:pP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در شرایطی که دستگاه جدیدی به شبکه اضافه شود، برای داشتن 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b="0" i="0" u="none" strike="noStrike" dirty="0">
                <a:solidFill>
                  <a:schemeClr val="bg1"/>
                </a:solidFill>
                <a:effectLst/>
                <a:latin typeface="Lalezar" pitchFamily="2" charset="-78"/>
                <a:cs typeface="Lalezar" pitchFamily="2" charset="-78"/>
              </a:rPr>
              <a:t> یکتا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درخواستی برای شبکه ارسال و سرور 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پس از دریافت این درخواست در پاسخ به آن، اطلاعاتی مانند آدرس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پیشنهادی و آدرس سرور را برای دستگاه جدید ارسال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می‌کند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.</a:t>
            </a:r>
          </a:p>
          <a:p>
            <a:pPr marL="822960" algn="just" rtl="1">
              <a:spcBef>
                <a:spcPts val="600"/>
              </a:spcBef>
            </a:pPr>
            <a:endParaRPr lang="fa-IR" b="0" i="0" u="none" strike="noStrike" dirty="0">
              <a:effectLst/>
              <a:latin typeface="Lalezar" pitchFamily="2" charset="-78"/>
              <a:cs typeface="Lalezar" pitchFamily="2" charset="-78"/>
            </a:endParaRPr>
          </a:p>
          <a:p>
            <a:pPr marL="822960" algn="just" rtl="1">
              <a:spcBef>
                <a:spcPts val="600"/>
              </a:spcBef>
            </a:pP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پس از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پذیرفته‌شدن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en-US" b="0" i="0" u="none" strike="noStrike" dirty="0">
                <a:effectLst/>
                <a:latin typeface="Lalezar" pitchFamily="2" charset="-78"/>
                <a:cs typeface="Lalezar" pitchFamily="2" charset="-78"/>
              </a:rPr>
              <a:t>IP،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سرور پیام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تأییدی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می‌فرستد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. در این پیام، اطلاعات بیشتری شامل اطلاعاتی درخواستی دستگاه وجود دارد.</a:t>
            </a:r>
          </a:p>
          <a:p>
            <a:pPr marL="822960" algn="just" rtl="1">
              <a:spcBef>
                <a:spcPts val="600"/>
              </a:spcBef>
            </a:pPr>
            <a:r>
              <a:rPr lang="fa-IR" dirty="0">
                <a:latin typeface="Lalezar" pitchFamily="2" charset="-78"/>
                <a:cs typeface="Lalezar" pitchFamily="2" charset="-78"/>
              </a:rPr>
              <a:t>این روند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، </a:t>
            </a:r>
            <a:r>
              <a:rPr lang="fa-IR" b="0" i="0" u="none" strike="noStrike" dirty="0">
                <a:solidFill>
                  <a:srgbClr val="FFC000"/>
                </a:solidFill>
                <a:effectLst/>
                <a:latin typeface="Lalezar" pitchFamily="2" charset="-78"/>
                <a:cs typeface="Lalezar" pitchFamily="2" charset="-78"/>
              </a:rPr>
              <a:t>برای </a:t>
            </a:r>
            <a:r>
              <a:rPr lang="fa-IR" b="0" i="0" u="none" strike="noStrike" dirty="0" err="1">
                <a:solidFill>
                  <a:srgbClr val="FFC000"/>
                </a:solidFill>
                <a:effectLst/>
                <a:latin typeface="Lalezar" pitchFamily="2" charset="-78"/>
                <a:cs typeface="Lalezar" pitchFamily="2" charset="-78"/>
              </a:rPr>
              <a:t>شبکه‌های</a:t>
            </a:r>
            <a:r>
              <a:rPr lang="fa-IR" b="0" i="0" u="none" strike="noStrike" dirty="0">
                <a:solidFill>
                  <a:srgbClr val="FFC000"/>
                </a:solidFill>
                <a:effectLst/>
                <a:latin typeface="Lalezar" pitchFamily="2" charset="-78"/>
                <a:cs typeface="Lalezar" pitchFamily="2" charset="-78"/>
              </a:rPr>
              <a:t> کوچک 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صدق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می‌کند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؛ زیرا </a:t>
            </a:r>
            <a:r>
              <a:rPr lang="fa-IR" b="0" i="0" u="none" strike="noStrike" dirty="0">
                <a:solidFill>
                  <a:srgbClr val="FFC000"/>
                </a:solidFill>
                <a:effectLst/>
                <a:latin typeface="Lalezar" pitchFamily="2" charset="-78"/>
                <a:cs typeface="Lalezar" pitchFamily="2" charset="-78"/>
              </a:rPr>
              <a:t>در </a:t>
            </a:r>
            <a:r>
              <a:rPr lang="fa-IR" b="0" i="0" u="none" strike="noStrike" dirty="0" err="1">
                <a:solidFill>
                  <a:srgbClr val="FFC000"/>
                </a:solidFill>
                <a:effectLst/>
                <a:latin typeface="Lalezar" pitchFamily="2" charset="-78"/>
                <a:cs typeface="Lalezar" pitchFamily="2" charset="-78"/>
              </a:rPr>
              <a:t>شبکه‌های</a:t>
            </a:r>
            <a:r>
              <a:rPr lang="fa-IR" b="0" i="0" u="none" strike="noStrike" dirty="0">
                <a:solidFill>
                  <a:srgbClr val="FFC000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 err="1">
                <a:solidFill>
                  <a:srgbClr val="FFC000"/>
                </a:solidFill>
                <a:effectLst/>
                <a:latin typeface="Lalezar" pitchFamily="2" charset="-78"/>
                <a:cs typeface="Lalezar" pitchFamily="2" charset="-78"/>
              </a:rPr>
              <a:t>بزرگ‌تر</a:t>
            </a:r>
            <a:r>
              <a:rPr lang="fa-IR" b="0" i="0" u="none" strike="noStrike" dirty="0">
                <a:solidFill>
                  <a:srgbClr val="FFC000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درخواست‌های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بیشتری به سرور ارسال </a:t>
            </a:r>
            <a:r>
              <a:rPr lang="fa-IR" b="0" i="0" u="none" strike="noStrike" dirty="0" err="1">
                <a:effectLst/>
                <a:latin typeface="Lalezar" pitchFamily="2" charset="-78"/>
                <a:cs typeface="Lalezar" pitchFamily="2" charset="-78"/>
              </a:rPr>
              <a:t>می‌شود</a:t>
            </a: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و باید روندی برای تشخیص هر درخواست وجود داشته باشد.</a:t>
            </a:r>
          </a:p>
          <a:p>
            <a:pPr marL="822960" algn="just" rtl="1">
              <a:spcBef>
                <a:spcPts val="600"/>
              </a:spcBef>
            </a:pPr>
            <a:r>
              <a:rPr lang="fa-IR" b="0" i="0" u="none" strike="noStrike" dirty="0">
                <a:effectLst/>
                <a:latin typeface="Lalezar" pitchFamily="2" charset="-78"/>
                <a:cs typeface="Lalezar" pitchFamily="2" charset="-78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8F02A-74C5-6845-B82D-F81630CAC12B}"/>
              </a:ext>
            </a:extLst>
          </p:cNvPr>
          <p:cNvSpPr txBox="1"/>
          <p:nvPr/>
        </p:nvSpPr>
        <p:spPr>
          <a:xfrm>
            <a:off x="173485" y="3494254"/>
            <a:ext cx="5908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fa-IR" b="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همچنین، هر </a:t>
            </a:r>
            <a:r>
              <a:rPr lang="fa-IR" b="0" i="0" u="none" strike="noStrike" dirty="0" err="1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دستگا‌ه</a:t>
            </a:r>
            <a:r>
              <a:rPr lang="fa-IR" b="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پس از ارسال درخواست خود، ممکن است از چند سرور مختلف پاسخ دریافت کند. در چنین شرایطی، </a:t>
            </a:r>
            <a:r>
              <a:rPr lang="en-US" b="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Relay Agent</a:t>
            </a:r>
            <a:r>
              <a:rPr lang="fa-IR" b="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ها یا عوامل </a:t>
            </a:r>
            <a:r>
              <a:rPr lang="fa-IR" b="0" i="0" u="none" strike="noStrike" dirty="0" err="1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رله</a:t>
            </a:r>
            <a:r>
              <a:rPr lang="fa-IR" b="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درخواست‌ هر دستگاه را بررسی و آن را برای سرور اصلی ارسال </a:t>
            </a:r>
            <a:r>
              <a:rPr lang="fa-IR" b="0" i="0" u="none" strike="noStrike" dirty="0" err="1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می‌کنند</a:t>
            </a:r>
            <a:r>
              <a:rPr lang="fa-IR" b="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. این عوامل دوباره پس از دریافت پاسخ از سرور، آن را به دستگاه ارسال </a:t>
            </a:r>
            <a:r>
              <a:rPr lang="fa-IR" b="0" i="0" u="none" strike="noStrike" dirty="0" err="1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می‌کنند</a:t>
            </a:r>
            <a:r>
              <a:rPr lang="fa-IR" b="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.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354;p38">
            <a:extLst>
              <a:ext uri="{FF2B5EF4-FFF2-40B4-BE49-F238E27FC236}">
                <a16:creationId xmlns:a16="http://schemas.microsoft.com/office/drawing/2014/main" id="{5DBF1A32-C459-9D40-99FE-305562396519}"/>
              </a:ext>
            </a:extLst>
          </p:cNvPr>
          <p:cNvSpPr/>
          <p:nvPr/>
        </p:nvSpPr>
        <p:spPr>
          <a:xfrm>
            <a:off x="4230474" y="248165"/>
            <a:ext cx="96900" cy="96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55;p3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F35BC9F-AE7D-8941-88B2-D938FA5A6720}"/>
              </a:ext>
            </a:extLst>
          </p:cNvPr>
          <p:cNvSpPr/>
          <p:nvPr/>
        </p:nvSpPr>
        <p:spPr>
          <a:xfrm>
            <a:off x="467947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40;p37">
            <a:extLst>
              <a:ext uri="{FF2B5EF4-FFF2-40B4-BE49-F238E27FC236}">
                <a16:creationId xmlns:a16="http://schemas.microsoft.com/office/drawing/2014/main" id="{A4AA4A4B-F27B-2F41-9512-66F5CD2FC50C}"/>
              </a:ext>
            </a:extLst>
          </p:cNvPr>
          <p:cNvSpPr/>
          <p:nvPr/>
        </p:nvSpPr>
        <p:spPr>
          <a:xfrm>
            <a:off x="4532328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40;p37">
            <a:extLst>
              <a:ext uri="{FF2B5EF4-FFF2-40B4-BE49-F238E27FC236}">
                <a16:creationId xmlns:a16="http://schemas.microsoft.com/office/drawing/2014/main" id="{DBADBD60-3E27-794E-8900-2D2ED5B8EEE8}"/>
              </a:ext>
            </a:extLst>
          </p:cNvPr>
          <p:cNvSpPr/>
          <p:nvPr/>
        </p:nvSpPr>
        <p:spPr>
          <a:xfrm>
            <a:off x="4385181" y="248726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3022;p88">
            <a:extLst>
              <a:ext uri="{FF2B5EF4-FFF2-40B4-BE49-F238E27FC236}">
                <a16:creationId xmlns:a16="http://schemas.microsoft.com/office/drawing/2014/main" id="{CAD7AE5A-D69A-9B46-9500-C4E75FA3FD8C}"/>
              </a:ext>
            </a:extLst>
          </p:cNvPr>
          <p:cNvSpPr/>
          <p:nvPr/>
        </p:nvSpPr>
        <p:spPr>
          <a:xfrm rot="16200000">
            <a:off x="-248343" y="3973640"/>
            <a:ext cx="701100" cy="196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3023;p88">
            <a:extLst>
              <a:ext uri="{FF2B5EF4-FFF2-40B4-BE49-F238E27FC236}">
                <a16:creationId xmlns:a16="http://schemas.microsoft.com/office/drawing/2014/main" id="{C5B8002A-ECC5-734F-A19F-41F397390E51}"/>
              </a:ext>
            </a:extLst>
          </p:cNvPr>
          <p:cNvSpPr/>
          <p:nvPr/>
        </p:nvSpPr>
        <p:spPr>
          <a:xfrm rot="2705693">
            <a:off x="-1633993" y="2386051"/>
            <a:ext cx="1726586" cy="1671653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24" name="Google Shape;3023;p88">
            <a:extLst>
              <a:ext uri="{FF2B5EF4-FFF2-40B4-BE49-F238E27FC236}">
                <a16:creationId xmlns:a16="http://schemas.microsoft.com/office/drawing/2014/main" id="{EB7F84A1-5422-B149-ABBC-FF5655E12185}"/>
              </a:ext>
            </a:extLst>
          </p:cNvPr>
          <p:cNvSpPr/>
          <p:nvPr/>
        </p:nvSpPr>
        <p:spPr>
          <a:xfrm rot="15815503">
            <a:off x="7954507" y="3960851"/>
            <a:ext cx="1726586" cy="1671653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ACF61-BB1F-B249-87EC-F0F7668EE6EC}"/>
              </a:ext>
            </a:extLst>
          </p:cNvPr>
          <p:cNvSpPr txBox="1"/>
          <p:nvPr/>
        </p:nvSpPr>
        <p:spPr>
          <a:xfrm>
            <a:off x="-1134208" y="720133"/>
            <a:ext cx="6629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fa-IR" sz="3200" b="1" i="0" u="none" strike="noStrike" dirty="0">
                <a:effectLst/>
                <a:latin typeface="Lalezar" pitchFamily="2" charset="-78"/>
                <a:cs typeface="Lalezar" pitchFamily="2" charset="-78"/>
              </a:rPr>
              <a:t>هدف </a:t>
            </a:r>
            <a:r>
              <a:rPr lang="en-US" sz="3200" b="1" i="0" u="none" strike="noStrike" dirty="0">
                <a:effectLst/>
                <a:latin typeface="Lalezar" pitchFamily="2" charset="-78"/>
                <a:cs typeface="Lalezar" pitchFamily="2" charset="-78"/>
              </a:rPr>
              <a:t>DHCP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EC62B8-68A0-0D43-8E28-52990DD3AD02}"/>
              </a:ext>
            </a:extLst>
          </p:cNvPr>
          <p:cNvSpPr txBox="1"/>
          <p:nvPr/>
        </p:nvSpPr>
        <p:spPr>
          <a:xfrm>
            <a:off x="791622" y="1242979"/>
            <a:ext cx="74814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وجود </a:t>
            </a:r>
            <a:r>
              <a:rPr lang="en-US" sz="1600" b="0" i="0" u="none" strike="noStrike" dirty="0">
                <a:solidFill>
                  <a:schemeClr val="bg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DHCP</a:t>
            </a:r>
            <a:r>
              <a:rPr lang="en-US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در شبکه برای تشخیص تعداد </a:t>
            </a:r>
            <a:r>
              <a:rPr lang="fa-IR" sz="16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دستگاه‌هایی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که </a:t>
            </a:r>
            <a:r>
              <a:rPr lang="fa-IR" sz="16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می‌تواند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به شبکه متصل باشد، ضروری است.</a:t>
            </a:r>
          </a:p>
          <a:p>
            <a:pPr algn="r" rtl="1"/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با ورود هر دستگاه به شبکه، لازم است </a:t>
            </a:r>
            <a:r>
              <a:rPr lang="fa-IR" sz="16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فوراً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یک آدرس </a:t>
            </a:r>
            <a:r>
              <a:rPr lang="en-US" sz="1600" b="0" i="0" u="none" strike="noStrike" dirty="0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IP</a:t>
            </a:r>
            <a:r>
              <a:rPr lang="en-US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به آن اختصاص یابد؛ </a:t>
            </a:r>
            <a:r>
              <a:rPr lang="fa-IR" sz="16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به‌طوری‌که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با سایر </a:t>
            </a:r>
            <a:r>
              <a:rPr lang="en-US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IP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های موجود در شبکه </a:t>
            </a:r>
            <a:r>
              <a:rPr lang="fa-IR" sz="1600" b="0" i="0" u="none" strike="noStrike" dirty="0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تداخل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نداشته باشد. </a:t>
            </a:r>
          </a:p>
          <a:p>
            <a:pPr algn="r" rtl="1"/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فقدان </a:t>
            </a:r>
            <a:r>
              <a:rPr lang="en-US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به تداخل </a:t>
            </a:r>
            <a:r>
              <a:rPr lang="en-US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و در نتیجه مانع از اتصال دستگاه به شبکه به‌ سادگی و سرعت منجر </a:t>
            </a:r>
            <a:r>
              <a:rPr lang="fa-IR" sz="16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می‌شود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. </a:t>
            </a:r>
          </a:p>
          <a:p>
            <a:pPr algn="r" rtl="1"/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این مسئله یکی از مشکلات مدیریت شبکه است. اختصاص </a:t>
            </a:r>
            <a:r>
              <a:rPr lang="en-US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sz="16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به‌صورت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دستی و رفع مشکل تداخل حتی در </a:t>
            </a:r>
            <a:r>
              <a:rPr lang="fa-IR" sz="16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شبکه‌های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کوچک، کاری </a:t>
            </a:r>
            <a:r>
              <a:rPr lang="fa-IR" sz="16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ملال‌آور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و </a:t>
            </a:r>
            <a:r>
              <a:rPr lang="fa-IR" sz="16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زمان‌بر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است. در </a:t>
            </a:r>
            <a:r>
              <a:rPr lang="fa-IR" sz="1600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شبکه‌های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بزرگ چنین کاری تقریباً </a:t>
            </a:r>
            <a:r>
              <a:rPr lang="fa-IR" sz="1600" b="0" i="0" u="none" strike="noStrike" dirty="0" err="1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ناممکن</a:t>
            </a:r>
            <a:r>
              <a:rPr lang="fa-IR" sz="1600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است.</a:t>
            </a:r>
            <a:endParaRPr lang="en-US" sz="1600" dirty="0">
              <a:latin typeface="Lalezar" pitchFamily="2" charset="-78"/>
              <a:cs typeface="Lalezar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9DE0A-3CEB-AB4D-937F-F4EEAC9B4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22" y="2859889"/>
            <a:ext cx="2542478" cy="1662897"/>
          </a:xfrm>
          <a:prstGeom prst="ellipse">
            <a:avLst/>
          </a:prstGeom>
          <a:ln>
            <a:solidFill>
              <a:schemeClr val="bg1"/>
            </a:solidFill>
          </a:ln>
          <a:effectLst>
            <a:softEdge rad="112500"/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FF73CF5-80F7-6547-9B14-032D73865EBD}"/>
              </a:ext>
            </a:extLst>
          </p:cNvPr>
          <p:cNvSpPr txBox="1"/>
          <p:nvPr/>
        </p:nvSpPr>
        <p:spPr>
          <a:xfrm>
            <a:off x="3334100" y="3106561"/>
            <a:ext cx="42392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fa-IR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خدمت مهم </a:t>
            </a:r>
            <a:r>
              <a:rPr lang="en-US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DHCP</a:t>
            </a:r>
            <a:r>
              <a:rPr lang="en-US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به مدیران شبکه، اختصاص </a:t>
            </a:r>
            <a:r>
              <a:rPr lang="en-US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به‌طورخودکار</a:t>
            </a:r>
            <a:r>
              <a:rPr lang="fa-IR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به تمام </a:t>
            </a:r>
            <a:r>
              <a:rPr lang="fa-IR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دستگاه‌های</a:t>
            </a:r>
            <a:r>
              <a:rPr lang="fa-IR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موجود </a:t>
            </a:r>
            <a:r>
              <a:rPr lang="fa-IR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درشبکه</a:t>
            </a:r>
            <a:r>
              <a:rPr lang="fa-IR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است. </a:t>
            </a:r>
          </a:p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fa-IR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همچنین </a:t>
            </a:r>
            <a:r>
              <a:rPr lang="fa-IR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به‌دلیل</a:t>
            </a:r>
            <a:r>
              <a:rPr lang="fa-IR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 err="1">
                <a:solidFill>
                  <a:schemeClr val="bg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داینامیک</a:t>
            </a:r>
            <a:r>
              <a:rPr lang="fa-IR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‌بودن آدرس‌ </a:t>
            </a:r>
            <a:r>
              <a:rPr lang="fa-IR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آی‌پی‌ها</a:t>
            </a:r>
            <a:r>
              <a:rPr lang="fa-IR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، در </a:t>
            </a:r>
            <a:r>
              <a:rPr lang="fa-IR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دسترس‌نبودن</a:t>
            </a:r>
            <a:r>
              <a:rPr lang="fa-IR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en-US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برای سیستم کامپیوتری به ‌ندرت اتفاق </a:t>
            </a:r>
            <a:r>
              <a:rPr lang="fa-IR" b="0" i="0" u="none" strike="noStrike" dirty="0" err="1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می‌افتد</a:t>
            </a:r>
            <a:r>
              <a:rPr lang="fa-IR" b="0" i="0" u="none" strike="noStrike" dirty="0">
                <a:solidFill>
                  <a:srgbClr val="383E43"/>
                </a:solidFill>
                <a:effectLst/>
                <a:latin typeface="Lalezar" pitchFamily="2" charset="-78"/>
                <a:cs typeface="Lalezar" pitchFamily="2" charset="-78"/>
              </a:rPr>
              <a:t>. </a:t>
            </a:r>
          </a:p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fa-IR" b="0" i="0" u="none" strike="noStrike" dirty="0">
                <a:solidFill>
                  <a:srgbClr val="FF0000"/>
                </a:solidFill>
                <a:effectLst/>
                <a:latin typeface="Lalezar" pitchFamily="2" charset="-78"/>
                <a:cs typeface="Lalezar" pitchFamily="2" charset="-78"/>
              </a:rPr>
              <a:t>در چنین </a:t>
            </a:r>
            <a:r>
              <a:rPr lang="fa-IR" b="0" i="0" u="none" strike="noStrike" dirty="0" err="1">
                <a:solidFill>
                  <a:srgbClr val="FF0000"/>
                </a:solidFill>
                <a:effectLst/>
                <a:latin typeface="Lalezar" pitchFamily="2" charset="-78"/>
                <a:cs typeface="Lalezar" pitchFamily="2" charset="-78"/>
              </a:rPr>
              <a:t>شبکه‌ای</a:t>
            </a:r>
            <a:r>
              <a:rPr lang="fa-IR" b="0" i="0" u="none" strike="noStrike" dirty="0">
                <a:solidFill>
                  <a:srgbClr val="FF0000"/>
                </a:solidFill>
                <a:effectLst/>
                <a:latin typeface="Lalezar" pitchFamily="2" charset="-78"/>
                <a:cs typeface="Lalezar" pitchFamily="2" charset="-78"/>
              </a:rPr>
              <a:t>، امکان اتصال </a:t>
            </a:r>
            <a:r>
              <a:rPr lang="fa-IR" b="0" i="0" u="none" strike="noStrike" dirty="0" err="1">
                <a:solidFill>
                  <a:srgbClr val="FF0000"/>
                </a:solidFill>
                <a:effectLst/>
                <a:latin typeface="Lalezar" pitchFamily="2" charset="-78"/>
                <a:cs typeface="Lalezar" pitchFamily="2" charset="-78"/>
              </a:rPr>
              <a:t>بی‌نهایت</a:t>
            </a:r>
            <a:r>
              <a:rPr lang="fa-IR" b="0" i="0" u="none" strike="noStrike" dirty="0">
                <a:solidFill>
                  <a:srgbClr val="FF0000"/>
                </a:solidFill>
                <a:effectLst/>
                <a:latin typeface="Lalezar" pitchFamily="2" charset="-78"/>
                <a:cs typeface="Lalezar" pitchFamily="2" charset="-78"/>
              </a:rPr>
              <a:t> دستگاه نیز </a:t>
            </a:r>
            <a:r>
              <a:rPr lang="fa-IR" b="0" i="0" u="none" strike="noStrike" dirty="0" err="1">
                <a:solidFill>
                  <a:srgbClr val="FF0000"/>
                </a:solidFill>
                <a:effectLst/>
                <a:latin typeface="Lalezar" pitchFamily="2" charset="-78"/>
                <a:cs typeface="Lalezar" pitchFamily="2" charset="-78"/>
              </a:rPr>
              <a:t>امکان‌پذیر</a:t>
            </a:r>
            <a:r>
              <a:rPr lang="fa-IR" b="0" i="0" u="none" strike="noStrike" dirty="0">
                <a:solidFill>
                  <a:srgbClr val="FF0000"/>
                </a:solidFill>
                <a:effectLst/>
                <a:latin typeface="Lalezar" pitchFamily="2" charset="-78"/>
                <a:cs typeface="Lalezar" pitchFamily="2" charset="-78"/>
              </a:rPr>
              <a:t> خواهد بود.</a:t>
            </a:r>
            <a:endParaRPr lang="en-US" dirty="0">
              <a:solidFill>
                <a:srgbClr val="FF0000"/>
              </a:solidFill>
              <a:latin typeface="Lalezar" pitchFamily="2" charset="-78"/>
              <a:cs typeface="Lalezar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354;p38">
            <a:extLst>
              <a:ext uri="{FF2B5EF4-FFF2-40B4-BE49-F238E27FC236}">
                <a16:creationId xmlns:a16="http://schemas.microsoft.com/office/drawing/2014/main" id="{4D216421-4936-4543-9BFA-CF27E59FFF0C}"/>
              </a:ext>
            </a:extLst>
          </p:cNvPr>
          <p:cNvSpPr/>
          <p:nvPr/>
        </p:nvSpPr>
        <p:spPr>
          <a:xfrm>
            <a:off x="4379924" y="248165"/>
            <a:ext cx="96900" cy="96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355;p3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9116A98-0FAB-EB47-BEF3-90CD9F87E2D1}"/>
              </a:ext>
            </a:extLst>
          </p:cNvPr>
          <p:cNvSpPr/>
          <p:nvPr/>
        </p:nvSpPr>
        <p:spPr>
          <a:xfrm>
            <a:off x="467947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340;p37">
            <a:extLst>
              <a:ext uri="{FF2B5EF4-FFF2-40B4-BE49-F238E27FC236}">
                <a16:creationId xmlns:a16="http://schemas.microsoft.com/office/drawing/2014/main" id="{3A4232AB-40E0-6E42-A123-4663A64AB928}"/>
              </a:ext>
            </a:extLst>
          </p:cNvPr>
          <p:cNvSpPr/>
          <p:nvPr/>
        </p:nvSpPr>
        <p:spPr>
          <a:xfrm>
            <a:off x="4532328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342;p3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C2303A4-E824-5E4E-8B13-B67BEC218BE5}"/>
              </a:ext>
            </a:extLst>
          </p:cNvPr>
          <p:cNvSpPr/>
          <p:nvPr/>
        </p:nvSpPr>
        <p:spPr>
          <a:xfrm>
            <a:off x="467947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340;p37">
            <a:extLst>
              <a:ext uri="{FF2B5EF4-FFF2-40B4-BE49-F238E27FC236}">
                <a16:creationId xmlns:a16="http://schemas.microsoft.com/office/drawing/2014/main" id="{0D40AE91-65F0-814E-90CC-6176BDA9E51B}"/>
              </a:ext>
            </a:extLst>
          </p:cNvPr>
          <p:cNvSpPr/>
          <p:nvPr/>
        </p:nvSpPr>
        <p:spPr>
          <a:xfrm>
            <a:off x="4228678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3022;p88">
            <a:extLst>
              <a:ext uri="{FF2B5EF4-FFF2-40B4-BE49-F238E27FC236}">
                <a16:creationId xmlns:a16="http://schemas.microsoft.com/office/drawing/2014/main" id="{3A6AB860-FD20-A54B-8B02-EB7854A1B753}"/>
              </a:ext>
            </a:extLst>
          </p:cNvPr>
          <p:cNvSpPr/>
          <p:nvPr/>
        </p:nvSpPr>
        <p:spPr>
          <a:xfrm rot="16200000">
            <a:off x="-248211" y="-683785"/>
            <a:ext cx="701100" cy="196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AB8BC2-3D49-9243-BB51-168857BB4F28}"/>
              </a:ext>
            </a:extLst>
          </p:cNvPr>
          <p:cNvSpPr txBox="1"/>
          <p:nvPr/>
        </p:nvSpPr>
        <p:spPr>
          <a:xfrm>
            <a:off x="-437686" y="565750"/>
            <a:ext cx="7599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80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ساختار و معماری </a:t>
            </a:r>
            <a:r>
              <a:rPr lang="fa-IR" sz="280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پیام‌های</a:t>
            </a:r>
            <a:r>
              <a:rPr lang="fa-IR" sz="280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پروتکل </a:t>
            </a:r>
            <a:r>
              <a:rPr lang="en-US" sz="280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DHCP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58B5E-EFB3-6E4E-9540-1A87B6C06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829" y="2043077"/>
            <a:ext cx="4055698" cy="2874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21B3E1-B7C2-C24D-97E4-2E09A061A1D1}"/>
              </a:ext>
            </a:extLst>
          </p:cNvPr>
          <p:cNvSpPr txBox="1"/>
          <p:nvPr/>
        </p:nvSpPr>
        <p:spPr>
          <a:xfrm>
            <a:off x="233060" y="1088970"/>
            <a:ext cx="77623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به دلیل نیاز به سرعت بالا،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پیام‌های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این سرویس در قالب </a:t>
            </a:r>
            <a:r>
              <a:rPr lang="fa-IR" b="0" i="0" u="none" strike="noStrike" dirty="0" err="1">
                <a:solidFill>
                  <a:schemeClr val="bg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دیتاگرام‌های</a:t>
            </a:r>
            <a:r>
              <a:rPr lang="fa-IR" b="0" i="0" u="none" strike="noStrike" dirty="0">
                <a:solidFill>
                  <a:schemeClr val="bg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en-US" b="0" i="0" u="none" strike="noStrike" dirty="0">
                <a:solidFill>
                  <a:schemeClr val="bg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UDP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حمل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می‌شوند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، </a:t>
            </a:r>
            <a:r>
              <a:rPr lang="fa-IR" b="0" i="0" u="none" strike="noStrike" dirty="0">
                <a:solidFill>
                  <a:schemeClr val="tx2">
                    <a:lumMod val="2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سرور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از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پورت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67 و </a:t>
            </a:r>
            <a:r>
              <a:rPr lang="fa-IR" b="0" i="0" u="none" strike="noStrike" dirty="0" err="1">
                <a:solidFill>
                  <a:schemeClr val="tx2">
                    <a:lumMod val="2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کلاینت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از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پورت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68 </a:t>
            </a:r>
            <a:r>
              <a:rPr lang="fa-IR" b="0" i="0" u="none" strike="noStrike" dirty="0">
                <a:solidFill>
                  <a:schemeClr val="bg1"/>
                </a:solidFill>
                <a:effectLst/>
                <a:latin typeface="Lalezar" pitchFamily="2" charset="-78"/>
                <a:cs typeface="Lalezar" pitchFamily="2" charset="-78"/>
              </a:rPr>
              <a:t>برای ارسال و دریافت </a:t>
            </a:r>
            <a:r>
              <a:rPr lang="fa-IR" b="0" i="0" u="none" strike="noStrike" dirty="0" err="1">
                <a:solidFill>
                  <a:schemeClr val="bg1"/>
                </a:solidFill>
                <a:effectLst/>
                <a:latin typeface="Lalezar" pitchFamily="2" charset="-78"/>
                <a:cs typeface="Lalezar" pitchFamily="2" charset="-78"/>
              </a:rPr>
              <a:t>پیام‌ها</a:t>
            </a:r>
            <a:r>
              <a:rPr lang="fa-IR" b="0" i="0" u="none" strike="noStrike" dirty="0">
                <a:solidFill>
                  <a:schemeClr val="bg1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استفاده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می‌کنند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، در حقیقت این پروتکل جایگزینی برای پروتکل قدیمی </a:t>
            </a:r>
            <a:r>
              <a:rPr lang="en-US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BOOTP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بود، 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پروتکل </a:t>
            </a:r>
            <a:r>
              <a:rPr lang="en-US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BOOTP 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امکان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جمع‌آوری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آدرس </a:t>
            </a:r>
            <a:r>
              <a:rPr lang="fa-IR" b="0" i="0" u="none" strike="noStrike" dirty="0" err="1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آی‌پی‌های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تخصیص داده شده را نداشت و به همین دلیل بعدها 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جایگزین آن شد، </a:t>
            </a:r>
            <a:r>
              <a:rPr lang="fa-IR" b="0" i="0" u="none" strike="noStrike" dirty="0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شما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 err="1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می‌توانید</a:t>
            </a:r>
            <a:r>
              <a:rPr lang="fa-IR" b="0" i="0" u="none" strike="noStrike" dirty="0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 ساختار </a:t>
            </a:r>
            <a:r>
              <a:rPr lang="fa-IR" b="0" i="0" u="none" strike="noStrike" dirty="0" err="1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بسته‌های</a:t>
            </a:r>
            <a:r>
              <a:rPr lang="fa-IR" b="0" i="0" u="none" strike="noStrike" dirty="0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en-US" b="0" i="0" u="none" strike="noStrike" dirty="0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b="0" i="0" u="none" strike="noStrike" dirty="0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را در تصویر زیر به خوبی مشاهده کنید.</a:t>
            </a:r>
            <a:endParaRPr lang="en-US" dirty="0">
              <a:solidFill>
                <a:srgbClr val="C00000"/>
              </a:solidFill>
              <a:latin typeface="Lalezar" pitchFamily="2" charset="-78"/>
              <a:cs typeface="Lalezar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54;p38">
            <a:extLst>
              <a:ext uri="{FF2B5EF4-FFF2-40B4-BE49-F238E27FC236}">
                <a16:creationId xmlns:a16="http://schemas.microsoft.com/office/drawing/2014/main" id="{6EF7A3F7-FEB6-2442-BFE2-EBC49C818BBB}"/>
              </a:ext>
            </a:extLst>
          </p:cNvPr>
          <p:cNvSpPr/>
          <p:nvPr/>
        </p:nvSpPr>
        <p:spPr>
          <a:xfrm>
            <a:off x="4528229" y="248165"/>
            <a:ext cx="96900" cy="96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55;p3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53B9EA9-3779-FE4C-8C41-BF703328946A}"/>
              </a:ext>
            </a:extLst>
          </p:cNvPr>
          <p:cNvSpPr/>
          <p:nvPr/>
        </p:nvSpPr>
        <p:spPr>
          <a:xfrm>
            <a:off x="467947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40;p37">
            <a:extLst>
              <a:ext uri="{FF2B5EF4-FFF2-40B4-BE49-F238E27FC236}">
                <a16:creationId xmlns:a16="http://schemas.microsoft.com/office/drawing/2014/main" id="{CF28E9DB-15F4-EF42-BC9B-29191220FE74}"/>
              </a:ext>
            </a:extLst>
          </p:cNvPr>
          <p:cNvSpPr/>
          <p:nvPr/>
        </p:nvSpPr>
        <p:spPr>
          <a:xfrm>
            <a:off x="4378453" y="250811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40;p37">
            <a:extLst>
              <a:ext uri="{FF2B5EF4-FFF2-40B4-BE49-F238E27FC236}">
                <a16:creationId xmlns:a16="http://schemas.microsoft.com/office/drawing/2014/main" id="{05BD5DDE-920B-3942-9135-C64D1D632055}"/>
              </a:ext>
            </a:extLst>
          </p:cNvPr>
          <p:cNvSpPr/>
          <p:nvPr/>
        </p:nvSpPr>
        <p:spPr>
          <a:xfrm>
            <a:off x="4228678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022;p88">
            <a:extLst>
              <a:ext uri="{FF2B5EF4-FFF2-40B4-BE49-F238E27FC236}">
                <a16:creationId xmlns:a16="http://schemas.microsoft.com/office/drawing/2014/main" id="{46285FD9-5BCE-5E48-8CD2-64399BA53AE8}"/>
              </a:ext>
            </a:extLst>
          </p:cNvPr>
          <p:cNvSpPr/>
          <p:nvPr/>
        </p:nvSpPr>
        <p:spPr>
          <a:xfrm rot="16200000">
            <a:off x="-246529" y="130640"/>
            <a:ext cx="701100" cy="196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CED1E2-43FB-AE4A-9D2E-8FCA53365932}"/>
              </a:ext>
            </a:extLst>
          </p:cNvPr>
          <p:cNvSpPr txBox="1"/>
          <p:nvPr/>
        </p:nvSpPr>
        <p:spPr>
          <a:xfrm>
            <a:off x="1048214" y="925309"/>
            <a:ext cx="6779941" cy="3713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fontAlgn="base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600" b="1" i="0" u="none" strike="noStrike" dirty="0" err="1">
                <a:solidFill>
                  <a:srgbClr val="5D616A"/>
                </a:solidFill>
                <a:effectLst/>
                <a:latin typeface="IranYekanX"/>
              </a:rPr>
              <a:t>OpCode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IranYekanX"/>
              </a:rPr>
              <a:t>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نشان‌دهنده‌ی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نوع پیام است (درخواست یا پاسخ)</a:t>
            </a:r>
          </a:p>
          <a:p>
            <a:pPr algn="r" rtl="1" fontAlgn="base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Hardware Type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IranYekanX"/>
              </a:rPr>
              <a:t> 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نوع آدرس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سخت‌افزاری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موجود در </a:t>
            </a:r>
            <a:r>
              <a:rPr lang="en-US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Client Hardware Address 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را مشخص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می‌کند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.</a:t>
            </a:r>
          </a:p>
          <a:p>
            <a:pPr algn="r" rtl="1" fontAlgn="base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Hardware Length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IranYekanX"/>
              </a:rPr>
              <a:t> 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طول آدرس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سخت‌افزاری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موجود در </a:t>
            </a:r>
            <a:r>
              <a:rPr lang="en-US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Client Hardware Address 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را مشخص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می‌کند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.</a:t>
            </a:r>
          </a:p>
          <a:p>
            <a:pPr algn="r" rtl="1" fontAlgn="base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Hops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IranYekanX"/>
              </a:rPr>
              <a:t> 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IranYekanX"/>
              </a:rPr>
              <a:t> 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تعداد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روترهای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میان سرور و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کلاینت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را مشخص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می‌کند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.</a:t>
            </a:r>
          </a:p>
          <a:p>
            <a:pPr algn="r" rtl="1" fontAlgn="base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Transaction ID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IranYekanX"/>
              </a:rPr>
              <a:t>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نشان‌دهنده‌ی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شناسه‌ی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یکتای فرایند است.</a:t>
            </a:r>
          </a:p>
          <a:p>
            <a:pPr algn="r" rtl="1" fontAlgn="base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Seconds Elapsed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IranYekanX"/>
              </a:rPr>
              <a:t> 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IranYekanX"/>
              </a:rPr>
              <a:t> 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مدت زمان گذشته از شروع تخصیص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را نشان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می‌دهد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.</a:t>
            </a:r>
          </a:p>
          <a:p>
            <a:pPr algn="r" rtl="1" fontAlgn="base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Flags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IranYekanX"/>
              </a:rPr>
              <a:t> 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IranYekanX"/>
              </a:rPr>
              <a:t> 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فلگ‌های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بسته هستند.</a:t>
            </a:r>
          </a:p>
          <a:p>
            <a:pPr algn="r" rtl="1" fontAlgn="base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Client IP Address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IranYekanX"/>
              </a:rPr>
              <a:t> </a:t>
            </a:r>
            <a:r>
              <a:rPr lang="en-US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 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آدرس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کلاینت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را مشخص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می‌کند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(زمان دریافت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مجدد)</a:t>
            </a:r>
          </a:p>
          <a:p>
            <a:pPr algn="r" rtl="1" fontAlgn="base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Your IP Address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IranYekanX"/>
              </a:rPr>
              <a:t> </a:t>
            </a:r>
            <a:r>
              <a:rPr lang="en-US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 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فعلی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کلاینت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شما را نشان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می‌دهد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(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واگذار شده به شما)</a:t>
            </a:r>
          </a:p>
          <a:p>
            <a:pPr algn="r" rtl="1" fontAlgn="base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Server IP Address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IranYekanX"/>
              </a:rPr>
              <a:t> 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IranYekanX"/>
              </a:rPr>
              <a:t> 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آدرس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سرور بعدی را تعیین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می‌کند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.</a:t>
            </a:r>
          </a:p>
          <a:p>
            <a:pPr algn="r" rtl="1" fontAlgn="base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Gateway IP Address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IranYekanX"/>
              </a:rPr>
              <a:t> 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IranYekanX"/>
              </a:rPr>
              <a:t> 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دربردارنده‌ی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آدرس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واسطه‌هاست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(در صورت نیاز)</a:t>
            </a:r>
          </a:p>
          <a:p>
            <a:pPr algn="r" rtl="1" fontAlgn="base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Client Hardware Address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IranYekanX"/>
              </a:rPr>
              <a:t> </a:t>
            </a:r>
            <a:r>
              <a:rPr lang="en-US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 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حاوی آدرس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سخت‌افزاری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کلاینت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است.</a:t>
            </a:r>
          </a:p>
          <a:p>
            <a:pPr algn="r" rtl="1" fontAlgn="base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Server Host Name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IranYekanX"/>
              </a:rPr>
              <a:t> </a:t>
            </a:r>
            <a:r>
              <a:rPr lang="en-US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 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شامل نام سرور </a:t>
            </a:r>
            <a:r>
              <a:rPr lang="en-US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DHCP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 است.</a:t>
            </a:r>
          </a:p>
          <a:p>
            <a:pPr algn="r" rtl="1" fontAlgn="base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Boot File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IranYekanX"/>
              </a:rPr>
              <a:t> </a:t>
            </a:r>
            <a:r>
              <a:rPr lang="en-US" b="0" i="0" u="none" strike="noStrike" dirty="0">
                <a:solidFill>
                  <a:srgbClr val="5D616A"/>
                </a:solidFill>
                <a:effectLst/>
                <a:latin typeface="IranYekanX"/>
              </a:rPr>
              <a:t> 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دربردارنده‌ی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فایل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راه‌انداز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برای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کلاینت‌های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بدون دیسک.</a:t>
            </a:r>
          </a:p>
          <a:p>
            <a:pPr algn="r" rtl="1" fontAlgn="base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5D616A"/>
                </a:solidFill>
                <a:effectLst/>
                <a:latin typeface="IranYekanX"/>
              </a:rPr>
              <a:t>Option</a:t>
            </a:r>
            <a:r>
              <a:rPr lang="fa-IR" b="1" i="0" u="none" strike="noStrike" dirty="0">
                <a:solidFill>
                  <a:srgbClr val="5D616A"/>
                </a:solidFill>
                <a:effectLst/>
                <a:latin typeface="IranYekanX"/>
              </a:rPr>
              <a:t> </a:t>
            </a:r>
            <a:r>
              <a:rPr lang="en-US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 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نیز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فیلدی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است که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می‌تواند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دربردارنده‌ی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گزینه‌های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اختیاری برای </a:t>
            </a:r>
            <a:r>
              <a:rPr lang="fa-IR" b="0" i="0" u="none" strike="noStrike" dirty="0" err="1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بسته‌ی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en-US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باشد</a:t>
            </a:r>
            <a:r>
              <a:rPr lang="fa-IR" b="0" i="0" u="none" strike="noStrike" dirty="0">
                <a:solidFill>
                  <a:srgbClr val="5D616A"/>
                </a:solidFill>
                <a:effectLst/>
                <a:latin typeface="IranYekanX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A0CE5E-059D-CF4D-A51A-746BFFB077CE}"/>
              </a:ext>
            </a:extLst>
          </p:cNvPr>
          <p:cNvSpPr txBox="1"/>
          <p:nvPr/>
        </p:nvSpPr>
        <p:spPr>
          <a:xfrm>
            <a:off x="3023233" y="427401"/>
            <a:ext cx="28825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2400" b="0" i="0" u="none" strike="noStrike" dirty="0">
                <a:solidFill>
                  <a:schemeClr val="tx2">
                    <a:lumMod val="2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ساختار یک </a:t>
            </a:r>
            <a:r>
              <a:rPr lang="fa-IR" sz="2400" b="0" i="0" u="none" strike="noStrike" dirty="0" err="1">
                <a:solidFill>
                  <a:schemeClr val="tx2">
                    <a:lumMod val="2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بسته‌ی</a:t>
            </a:r>
            <a:r>
              <a:rPr lang="fa-IR" sz="2400" b="0" i="0" u="none" strike="noStrike" dirty="0">
                <a:solidFill>
                  <a:schemeClr val="tx2">
                    <a:lumMod val="2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en-US" sz="2400" b="0" i="0" u="none" strike="noStrike" dirty="0">
                <a:solidFill>
                  <a:schemeClr val="tx2">
                    <a:lumMod val="2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DHCP</a:t>
            </a:r>
          </a:p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US" sz="2400" dirty="0">
              <a:solidFill>
                <a:schemeClr val="tx2">
                  <a:lumMod val="2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340;p37">
            <a:extLst>
              <a:ext uri="{FF2B5EF4-FFF2-40B4-BE49-F238E27FC236}">
                <a16:creationId xmlns:a16="http://schemas.microsoft.com/office/drawing/2014/main" id="{23CBFA0C-E0EE-7D42-A630-58D6999CA0FF}"/>
              </a:ext>
            </a:extLst>
          </p:cNvPr>
          <p:cNvSpPr/>
          <p:nvPr/>
        </p:nvSpPr>
        <p:spPr>
          <a:xfrm>
            <a:off x="4544835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342;p3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7FB61DF-0DD0-C647-AB08-83C2A2FD09D3}"/>
              </a:ext>
            </a:extLst>
          </p:cNvPr>
          <p:cNvSpPr/>
          <p:nvPr/>
        </p:nvSpPr>
        <p:spPr>
          <a:xfrm>
            <a:off x="4382815" y="24523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340;p37">
            <a:extLst>
              <a:ext uri="{FF2B5EF4-FFF2-40B4-BE49-F238E27FC236}">
                <a16:creationId xmlns:a16="http://schemas.microsoft.com/office/drawing/2014/main" id="{7AA2A942-39E6-384B-A3B6-EC15BA80D704}"/>
              </a:ext>
            </a:extLst>
          </p:cNvPr>
          <p:cNvSpPr/>
          <p:nvPr/>
        </p:nvSpPr>
        <p:spPr>
          <a:xfrm>
            <a:off x="4236561" y="24816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354;p38">
            <a:extLst>
              <a:ext uri="{FF2B5EF4-FFF2-40B4-BE49-F238E27FC236}">
                <a16:creationId xmlns:a16="http://schemas.microsoft.com/office/drawing/2014/main" id="{FA95E323-5E42-704E-9E4F-CA7E91A7158E}"/>
              </a:ext>
            </a:extLst>
          </p:cNvPr>
          <p:cNvSpPr/>
          <p:nvPr/>
        </p:nvSpPr>
        <p:spPr>
          <a:xfrm>
            <a:off x="4685622" y="248165"/>
            <a:ext cx="96900" cy="96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3022;p88">
            <a:extLst>
              <a:ext uri="{FF2B5EF4-FFF2-40B4-BE49-F238E27FC236}">
                <a16:creationId xmlns:a16="http://schemas.microsoft.com/office/drawing/2014/main" id="{4730F91B-932B-034B-9440-E1D0B228D978}"/>
              </a:ext>
            </a:extLst>
          </p:cNvPr>
          <p:cNvSpPr/>
          <p:nvPr/>
        </p:nvSpPr>
        <p:spPr>
          <a:xfrm>
            <a:off x="-365501" y="821913"/>
            <a:ext cx="701100" cy="196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" dist="57150" dir="9000000" algn="bl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F7F463-9ECF-154B-AB8A-0409E5230A32}"/>
              </a:ext>
            </a:extLst>
          </p:cNvPr>
          <p:cNvSpPr txBox="1"/>
          <p:nvPr/>
        </p:nvSpPr>
        <p:spPr>
          <a:xfrm>
            <a:off x="-1575109" y="648999"/>
            <a:ext cx="7755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3600" b="1" i="0" u="none" strike="noStrike" dirty="0">
                <a:effectLst/>
                <a:latin typeface="Lalezar" pitchFamily="2" charset="-78"/>
                <a:cs typeface="Lalezar" pitchFamily="2" charset="-78"/>
              </a:rPr>
              <a:t>تداخل</a:t>
            </a:r>
            <a:r>
              <a:rPr lang="en-US" sz="3600" b="1" dirty="0">
                <a:latin typeface="Lalezar" pitchFamily="2" charset="-78"/>
                <a:cs typeface="Lalezar" pitchFamily="2" charset="-78"/>
              </a:rPr>
              <a:t> IP </a:t>
            </a:r>
            <a:r>
              <a:rPr lang="fa-IR" sz="3600" b="1" i="0" u="none" strike="noStrike" dirty="0">
                <a:effectLst/>
                <a:latin typeface="Lalezar" pitchFamily="2" charset="-78"/>
                <a:cs typeface="Lalezar" pitchFamily="2" charset="-78"/>
              </a:rPr>
              <a:t> با </a:t>
            </a:r>
            <a:r>
              <a:rPr lang="en-US" sz="3600" b="1" i="0" u="none" strike="noStrike" dirty="0">
                <a:effectLst/>
                <a:latin typeface="Lalezar" pitchFamily="2" charset="-78"/>
                <a:cs typeface="Lalezar" pitchFamily="2" charset="-78"/>
              </a:rPr>
              <a:t>DHCP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54FD6D-87F3-5E43-B40F-E9D6123C5520}"/>
              </a:ext>
            </a:extLst>
          </p:cNvPr>
          <p:cNvSpPr txBox="1"/>
          <p:nvPr/>
        </p:nvSpPr>
        <p:spPr>
          <a:xfrm>
            <a:off x="1151139" y="1767050"/>
            <a:ext cx="72627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با اینکه </a:t>
            </a:r>
            <a:r>
              <a:rPr lang="en-US" sz="1800" b="0" i="0" u="none" strike="noStrike" dirty="0">
                <a:solidFill>
                  <a:schemeClr val="bg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DHCP</a:t>
            </a:r>
            <a:r>
              <a:rPr lang="en-US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مسئول اختصاص </a:t>
            </a:r>
            <a:r>
              <a:rPr lang="en-US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است، گاهی </a:t>
            </a:r>
            <a:r>
              <a:rPr lang="fa-IR" sz="1800" b="0" i="0" u="none" strike="noStrike" dirty="0" err="1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می‌تواند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خود عامل تداخل </a:t>
            </a:r>
            <a:r>
              <a:rPr lang="fa-IR" sz="1800" b="0" i="0" u="none" strike="noStrike" dirty="0" err="1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نیز باشد. وجود خطا در </a:t>
            </a:r>
            <a:r>
              <a:rPr lang="fa-IR" sz="1800" b="0" i="0" u="none" strike="noStrike" dirty="0" err="1">
                <a:solidFill>
                  <a:schemeClr val="bg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دی‌اچ‌سی‌پی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باعث ایجاد این مشکل </a:t>
            </a:r>
            <a:r>
              <a:rPr lang="fa-IR" sz="1800" b="0" i="0" u="none" strike="noStrike" dirty="0" err="1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می‌شود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؛ اما خود این پروتکل </a:t>
            </a:r>
            <a:r>
              <a:rPr lang="fa-IR" sz="1800" b="0" i="0" u="none" strike="noStrike" dirty="0" err="1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می‌تواند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حین کار مشکل را برطرف کند.</a:t>
            </a:r>
          </a:p>
          <a:p>
            <a:pPr algn="r" rtl="1"/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اغلب اوقات </a:t>
            </a:r>
            <a:r>
              <a:rPr lang="fa-IR" sz="1800" b="0" i="0" u="none" strike="noStrike" dirty="0" err="1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زمانی‌که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خطای </a:t>
            </a:r>
            <a:r>
              <a:rPr lang="fa-IR" sz="1800" b="0" i="0" u="none" strike="noStrike" dirty="0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تداخل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en-US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را روی سیستم خود </a:t>
            </a:r>
            <a:r>
              <a:rPr lang="fa-IR" sz="1800" b="0" i="0" u="none" strike="noStrike" dirty="0" err="1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می‌بینید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، تنها کافی است آن‌ را نادیده بگیرید تا مشکل </a:t>
            </a:r>
            <a:r>
              <a:rPr lang="fa-IR" sz="1800" b="0" i="0" u="none" strike="noStrike" dirty="0" err="1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خودبه‌خود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برطرف شود. </a:t>
            </a:r>
          </a:p>
          <a:p>
            <a:pPr algn="r" rtl="1"/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اگر مشکل باقی بماند، باید </a:t>
            </a:r>
            <a:r>
              <a:rPr lang="fa-IR" sz="1800" b="0" i="0" u="none" strike="noStrike" dirty="0" err="1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روتر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را </a:t>
            </a:r>
            <a:r>
              <a:rPr lang="fa-IR" sz="1800" b="0" i="0" u="none" strike="noStrike" dirty="0" err="1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ریستارت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کنید. بازهم اگر مشکل تداخل برطرف نشود، احتمالاً با </a:t>
            </a:r>
            <a:r>
              <a:rPr lang="fa-IR" sz="1800" b="0" i="0" u="none" strike="noStrike" dirty="0" err="1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مسئله‌ی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sz="1800" b="0" i="0" u="none" strike="noStrike" dirty="0" err="1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بزرگ‌تری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در شبکه </a:t>
            </a:r>
            <a:r>
              <a:rPr lang="fa-IR" sz="1800" b="0" i="0" u="none" strike="noStrike" dirty="0" err="1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روبه‌رو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هستید که </a:t>
            </a:r>
            <a:r>
              <a:rPr lang="fa-IR" sz="1800" b="0" i="0" u="none" strike="noStrike" dirty="0" err="1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روتر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و </a:t>
            </a:r>
            <a:r>
              <a:rPr lang="en-US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با آن </a:t>
            </a:r>
            <a:r>
              <a:rPr lang="fa-IR" sz="1800" b="0" i="0" u="none" strike="noStrike" dirty="0" err="1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دست‌به‌گریبان</a:t>
            </a:r>
            <a:r>
              <a:rPr lang="fa-IR" sz="1800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هستند.</a:t>
            </a:r>
            <a:endParaRPr lang="en-US" sz="1800" dirty="0">
              <a:solidFill>
                <a:schemeClr val="tx1">
                  <a:lumMod val="7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8">
            <a:hlinkClick r:id="" action="ppaction://hlinkshowjump?jump=previousslide"/>
          </p:cNvPr>
          <p:cNvSpPr/>
          <p:nvPr/>
        </p:nvSpPr>
        <p:spPr>
          <a:xfrm>
            <a:off x="437582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48"/>
          <p:cNvSpPr/>
          <p:nvPr/>
        </p:nvSpPr>
        <p:spPr>
          <a:xfrm>
            <a:off x="4527650" y="253425"/>
            <a:ext cx="96900" cy="96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671" name="Google Shape;671;p48">
            <a:hlinkClick r:id="" action="ppaction://hlinkshowjump?jump=nextslide"/>
          </p:cNvPr>
          <p:cNvSpPr/>
          <p:nvPr/>
        </p:nvSpPr>
        <p:spPr>
          <a:xfrm>
            <a:off x="4679475" y="253425"/>
            <a:ext cx="96900" cy="96900"/>
          </a:xfrm>
          <a:prstGeom prst="ellipse">
            <a:avLst/>
          </a:prstGeom>
          <a:solidFill>
            <a:srgbClr val="B0B0B0">
              <a:alpha val="63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3" name="Google Shape;673;p48"/>
          <p:cNvGrpSpPr/>
          <p:nvPr/>
        </p:nvGrpSpPr>
        <p:grpSpPr>
          <a:xfrm>
            <a:off x="7076964" y="2301506"/>
            <a:ext cx="407762" cy="343800"/>
            <a:chOff x="3160527" y="2132122"/>
            <a:chExt cx="332270" cy="280150"/>
          </a:xfrm>
        </p:grpSpPr>
        <p:sp>
          <p:nvSpPr>
            <p:cNvPr id="674" name="Google Shape;674;p48"/>
            <p:cNvSpPr/>
            <p:nvPr/>
          </p:nvSpPr>
          <p:spPr>
            <a:xfrm>
              <a:off x="3178795" y="2183111"/>
              <a:ext cx="73255" cy="9790"/>
            </a:xfrm>
            <a:custGeom>
              <a:avLst/>
              <a:gdLst/>
              <a:ahLst/>
              <a:cxnLst/>
              <a:rect l="l" t="t" r="r" b="b"/>
              <a:pathLst>
                <a:path w="2402" h="321" extrusionOk="0">
                  <a:moveTo>
                    <a:pt x="159" y="1"/>
                  </a:moveTo>
                  <a:cubicBezTo>
                    <a:pt x="72" y="1"/>
                    <a:pt x="0" y="74"/>
                    <a:pt x="0" y="161"/>
                  </a:cubicBezTo>
                  <a:cubicBezTo>
                    <a:pt x="0" y="247"/>
                    <a:pt x="72" y="321"/>
                    <a:pt x="159" y="321"/>
                  </a:cubicBezTo>
                  <a:lnTo>
                    <a:pt x="2241" y="321"/>
                  </a:lnTo>
                  <a:cubicBezTo>
                    <a:pt x="2328" y="321"/>
                    <a:pt x="2401" y="247"/>
                    <a:pt x="2401" y="161"/>
                  </a:cubicBezTo>
                  <a:cubicBezTo>
                    <a:pt x="2401" y="74"/>
                    <a:pt x="2328" y="1"/>
                    <a:pt x="22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8"/>
            <p:cNvSpPr/>
            <p:nvPr/>
          </p:nvSpPr>
          <p:spPr>
            <a:xfrm>
              <a:off x="3202307" y="2202019"/>
              <a:ext cx="49741" cy="9729"/>
            </a:xfrm>
            <a:custGeom>
              <a:avLst/>
              <a:gdLst/>
              <a:ahLst/>
              <a:cxnLst/>
              <a:rect l="l" t="t" r="r" b="b"/>
              <a:pathLst>
                <a:path w="1631" h="319" extrusionOk="0">
                  <a:moveTo>
                    <a:pt x="160" y="0"/>
                  </a:moveTo>
                  <a:cubicBezTo>
                    <a:pt x="73" y="0"/>
                    <a:pt x="0" y="72"/>
                    <a:pt x="0" y="160"/>
                  </a:cubicBezTo>
                  <a:cubicBezTo>
                    <a:pt x="0" y="247"/>
                    <a:pt x="73" y="318"/>
                    <a:pt x="160" y="318"/>
                  </a:cubicBezTo>
                  <a:lnTo>
                    <a:pt x="1470" y="318"/>
                  </a:lnTo>
                  <a:cubicBezTo>
                    <a:pt x="1557" y="318"/>
                    <a:pt x="1630" y="247"/>
                    <a:pt x="1630" y="160"/>
                  </a:cubicBezTo>
                  <a:cubicBezTo>
                    <a:pt x="1630" y="72"/>
                    <a:pt x="1560" y="0"/>
                    <a:pt x="1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8"/>
            <p:cNvSpPr/>
            <p:nvPr/>
          </p:nvSpPr>
          <p:spPr>
            <a:xfrm>
              <a:off x="3178795" y="2202019"/>
              <a:ext cx="19274" cy="9729"/>
            </a:xfrm>
            <a:custGeom>
              <a:avLst/>
              <a:gdLst/>
              <a:ahLst/>
              <a:cxnLst/>
              <a:rect l="l" t="t" r="r" b="b"/>
              <a:pathLst>
                <a:path w="632" h="319" extrusionOk="0">
                  <a:moveTo>
                    <a:pt x="159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248"/>
                    <a:pt x="72" y="318"/>
                    <a:pt x="159" y="318"/>
                  </a:cubicBezTo>
                  <a:lnTo>
                    <a:pt x="472" y="318"/>
                  </a:lnTo>
                  <a:cubicBezTo>
                    <a:pt x="559" y="318"/>
                    <a:pt x="632" y="247"/>
                    <a:pt x="632" y="160"/>
                  </a:cubicBezTo>
                  <a:cubicBezTo>
                    <a:pt x="632" y="72"/>
                    <a:pt x="559" y="0"/>
                    <a:pt x="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8"/>
            <p:cNvSpPr/>
            <p:nvPr/>
          </p:nvSpPr>
          <p:spPr>
            <a:xfrm>
              <a:off x="3178795" y="2220103"/>
              <a:ext cx="73255" cy="9729"/>
            </a:xfrm>
            <a:custGeom>
              <a:avLst/>
              <a:gdLst/>
              <a:ahLst/>
              <a:cxnLst/>
              <a:rect l="l" t="t" r="r" b="b"/>
              <a:pathLst>
                <a:path w="2402" h="319" extrusionOk="0">
                  <a:moveTo>
                    <a:pt x="159" y="1"/>
                  </a:moveTo>
                  <a:cubicBezTo>
                    <a:pt x="72" y="1"/>
                    <a:pt x="0" y="72"/>
                    <a:pt x="0" y="159"/>
                  </a:cubicBezTo>
                  <a:cubicBezTo>
                    <a:pt x="0" y="248"/>
                    <a:pt x="72" y="319"/>
                    <a:pt x="159" y="319"/>
                  </a:cubicBezTo>
                  <a:lnTo>
                    <a:pt x="2241" y="319"/>
                  </a:lnTo>
                  <a:cubicBezTo>
                    <a:pt x="2328" y="319"/>
                    <a:pt x="2401" y="248"/>
                    <a:pt x="2401" y="159"/>
                  </a:cubicBezTo>
                  <a:cubicBezTo>
                    <a:pt x="2401" y="72"/>
                    <a:pt x="2328" y="1"/>
                    <a:pt x="22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8"/>
            <p:cNvSpPr/>
            <p:nvPr/>
          </p:nvSpPr>
          <p:spPr>
            <a:xfrm>
              <a:off x="3202307" y="2238950"/>
              <a:ext cx="49741" cy="9790"/>
            </a:xfrm>
            <a:custGeom>
              <a:avLst/>
              <a:gdLst/>
              <a:ahLst/>
              <a:cxnLst/>
              <a:rect l="l" t="t" r="r" b="b"/>
              <a:pathLst>
                <a:path w="1631" h="321" extrusionOk="0">
                  <a:moveTo>
                    <a:pt x="160" y="0"/>
                  </a:moveTo>
                  <a:cubicBezTo>
                    <a:pt x="73" y="0"/>
                    <a:pt x="0" y="74"/>
                    <a:pt x="0" y="160"/>
                  </a:cubicBezTo>
                  <a:cubicBezTo>
                    <a:pt x="0" y="247"/>
                    <a:pt x="73" y="320"/>
                    <a:pt x="160" y="320"/>
                  </a:cubicBezTo>
                  <a:lnTo>
                    <a:pt x="1470" y="320"/>
                  </a:lnTo>
                  <a:cubicBezTo>
                    <a:pt x="1557" y="320"/>
                    <a:pt x="1630" y="247"/>
                    <a:pt x="1630" y="160"/>
                  </a:cubicBezTo>
                  <a:cubicBezTo>
                    <a:pt x="1630" y="74"/>
                    <a:pt x="1560" y="0"/>
                    <a:pt x="1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8"/>
            <p:cNvSpPr/>
            <p:nvPr/>
          </p:nvSpPr>
          <p:spPr>
            <a:xfrm>
              <a:off x="3178795" y="2238950"/>
              <a:ext cx="19274" cy="9790"/>
            </a:xfrm>
            <a:custGeom>
              <a:avLst/>
              <a:gdLst/>
              <a:ahLst/>
              <a:cxnLst/>
              <a:rect l="l" t="t" r="r" b="b"/>
              <a:pathLst>
                <a:path w="632" h="321" extrusionOk="0">
                  <a:moveTo>
                    <a:pt x="159" y="0"/>
                  </a:moveTo>
                  <a:cubicBezTo>
                    <a:pt x="72" y="0"/>
                    <a:pt x="0" y="74"/>
                    <a:pt x="0" y="160"/>
                  </a:cubicBezTo>
                  <a:cubicBezTo>
                    <a:pt x="0" y="247"/>
                    <a:pt x="72" y="320"/>
                    <a:pt x="159" y="320"/>
                  </a:cubicBezTo>
                  <a:lnTo>
                    <a:pt x="472" y="320"/>
                  </a:lnTo>
                  <a:cubicBezTo>
                    <a:pt x="559" y="320"/>
                    <a:pt x="632" y="247"/>
                    <a:pt x="632" y="160"/>
                  </a:cubicBezTo>
                  <a:cubicBezTo>
                    <a:pt x="632" y="74"/>
                    <a:pt x="559" y="0"/>
                    <a:pt x="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8"/>
            <p:cNvSpPr/>
            <p:nvPr/>
          </p:nvSpPr>
          <p:spPr>
            <a:xfrm>
              <a:off x="3178795" y="2257065"/>
              <a:ext cx="73255" cy="9790"/>
            </a:xfrm>
            <a:custGeom>
              <a:avLst/>
              <a:gdLst/>
              <a:ahLst/>
              <a:cxnLst/>
              <a:rect l="l" t="t" r="r" b="b"/>
              <a:pathLst>
                <a:path w="2402" h="321" extrusionOk="0">
                  <a:moveTo>
                    <a:pt x="159" y="0"/>
                  </a:moveTo>
                  <a:cubicBezTo>
                    <a:pt x="72" y="0"/>
                    <a:pt x="0" y="73"/>
                    <a:pt x="0" y="160"/>
                  </a:cubicBezTo>
                  <a:cubicBezTo>
                    <a:pt x="0" y="247"/>
                    <a:pt x="72" y="320"/>
                    <a:pt x="159" y="320"/>
                  </a:cubicBezTo>
                  <a:lnTo>
                    <a:pt x="2241" y="320"/>
                  </a:lnTo>
                  <a:cubicBezTo>
                    <a:pt x="2328" y="320"/>
                    <a:pt x="2401" y="247"/>
                    <a:pt x="2401" y="160"/>
                  </a:cubicBezTo>
                  <a:cubicBezTo>
                    <a:pt x="2401" y="73"/>
                    <a:pt x="2328" y="0"/>
                    <a:pt x="22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8"/>
            <p:cNvSpPr/>
            <p:nvPr/>
          </p:nvSpPr>
          <p:spPr>
            <a:xfrm>
              <a:off x="3202307" y="2275942"/>
              <a:ext cx="49741" cy="9729"/>
            </a:xfrm>
            <a:custGeom>
              <a:avLst/>
              <a:gdLst/>
              <a:ahLst/>
              <a:cxnLst/>
              <a:rect l="l" t="t" r="r" b="b"/>
              <a:pathLst>
                <a:path w="1631" h="319" extrusionOk="0">
                  <a:moveTo>
                    <a:pt x="160" y="0"/>
                  </a:moveTo>
                  <a:cubicBezTo>
                    <a:pt x="73" y="0"/>
                    <a:pt x="0" y="72"/>
                    <a:pt x="0" y="160"/>
                  </a:cubicBezTo>
                  <a:cubicBezTo>
                    <a:pt x="0" y="247"/>
                    <a:pt x="73" y="319"/>
                    <a:pt x="160" y="319"/>
                  </a:cubicBezTo>
                  <a:lnTo>
                    <a:pt x="1470" y="319"/>
                  </a:lnTo>
                  <a:cubicBezTo>
                    <a:pt x="1557" y="319"/>
                    <a:pt x="1630" y="247"/>
                    <a:pt x="1630" y="160"/>
                  </a:cubicBezTo>
                  <a:cubicBezTo>
                    <a:pt x="1630" y="72"/>
                    <a:pt x="1560" y="0"/>
                    <a:pt x="1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8"/>
            <p:cNvSpPr/>
            <p:nvPr/>
          </p:nvSpPr>
          <p:spPr>
            <a:xfrm>
              <a:off x="3178795" y="2275942"/>
              <a:ext cx="19274" cy="9729"/>
            </a:xfrm>
            <a:custGeom>
              <a:avLst/>
              <a:gdLst/>
              <a:ahLst/>
              <a:cxnLst/>
              <a:rect l="l" t="t" r="r" b="b"/>
              <a:pathLst>
                <a:path w="632" h="319" extrusionOk="0">
                  <a:moveTo>
                    <a:pt x="159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247"/>
                    <a:pt x="72" y="319"/>
                    <a:pt x="159" y="319"/>
                  </a:cubicBezTo>
                  <a:lnTo>
                    <a:pt x="472" y="319"/>
                  </a:lnTo>
                  <a:cubicBezTo>
                    <a:pt x="559" y="319"/>
                    <a:pt x="632" y="247"/>
                    <a:pt x="632" y="160"/>
                  </a:cubicBezTo>
                  <a:cubicBezTo>
                    <a:pt x="632" y="72"/>
                    <a:pt x="559" y="0"/>
                    <a:pt x="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8"/>
            <p:cNvSpPr/>
            <p:nvPr/>
          </p:nvSpPr>
          <p:spPr>
            <a:xfrm>
              <a:off x="3178795" y="2330256"/>
              <a:ext cx="19274" cy="9790"/>
            </a:xfrm>
            <a:custGeom>
              <a:avLst/>
              <a:gdLst/>
              <a:ahLst/>
              <a:cxnLst/>
              <a:rect l="l" t="t" r="r" b="b"/>
              <a:pathLst>
                <a:path w="632" h="321" extrusionOk="0">
                  <a:moveTo>
                    <a:pt x="159" y="1"/>
                  </a:moveTo>
                  <a:cubicBezTo>
                    <a:pt x="72" y="1"/>
                    <a:pt x="0" y="74"/>
                    <a:pt x="0" y="161"/>
                  </a:cubicBezTo>
                  <a:cubicBezTo>
                    <a:pt x="0" y="247"/>
                    <a:pt x="72" y="321"/>
                    <a:pt x="159" y="321"/>
                  </a:cubicBezTo>
                  <a:lnTo>
                    <a:pt x="472" y="321"/>
                  </a:lnTo>
                  <a:cubicBezTo>
                    <a:pt x="559" y="321"/>
                    <a:pt x="632" y="247"/>
                    <a:pt x="632" y="161"/>
                  </a:cubicBezTo>
                  <a:cubicBezTo>
                    <a:pt x="632" y="74"/>
                    <a:pt x="559" y="1"/>
                    <a:pt x="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8"/>
            <p:cNvSpPr/>
            <p:nvPr/>
          </p:nvSpPr>
          <p:spPr>
            <a:xfrm>
              <a:off x="3202307" y="2330256"/>
              <a:ext cx="49741" cy="9790"/>
            </a:xfrm>
            <a:custGeom>
              <a:avLst/>
              <a:gdLst/>
              <a:ahLst/>
              <a:cxnLst/>
              <a:rect l="l" t="t" r="r" b="b"/>
              <a:pathLst>
                <a:path w="1631" h="321" extrusionOk="0">
                  <a:moveTo>
                    <a:pt x="160" y="1"/>
                  </a:moveTo>
                  <a:cubicBezTo>
                    <a:pt x="73" y="1"/>
                    <a:pt x="0" y="74"/>
                    <a:pt x="0" y="161"/>
                  </a:cubicBezTo>
                  <a:cubicBezTo>
                    <a:pt x="0" y="247"/>
                    <a:pt x="73" y="321"/>
                    <a:pt x="160" y="321"/>
                  </a:cubicBezTo>
                  <a:lnTo>
                    <a:pt x="1470" y="321"/>
                  </a:lnTo>
                  <a:cubicBezTo>
                    <a:pt x="1557" y="321"/>
                    <a:pt x="1630" y="247"/>
                    <a:pt x="1630" y="161"/>
                  </a:cubicBezTo>
                  <a:cubicBezTo>
                    <a:pt x="1630" y="74"/>
                    <a:pt x="1560" y="1"/>
                    <a:pt x="14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8"/>
            <p:cNvSpPr/>
            <p:nvPr/>
          </p:nvSpPr>
          <p:spPr>
            <a:xfrm>
              <a:off x="3202307" y="2347029"/>
              <a:ext cx="49741" cy="9729"/>
            </a:xfrm>
            <a:custGeom>
              <a:avLst/>
              <a:gdLst/>
              <a:ahLst/>
              <a:cxnLst/>
              <a:rect l="l" t="t" r="r" b="b"/>
              <a:pathLst>
                <a:path w="1631" h="319" extrusionOk="0">
                  <a:moveTo>
                    <a:pt x="160" y="0"/>
                  </a:moveTo>
                  <a:cubicBezTo>
                    <a:pt x="73" y="0"/>
                    <a:pt x="0" y="72"/>
                    <a:pt x="0" y="160"/>
                  </a:cubicBezTo>
                  <a:cubicBezTo>
                    <a:pt x="0" y="247"/>
                    <a:pt x="73" y="318"/>
                    <a:pt x="160" y="318"/>
                  </a:cubicBezTo>
                  <a:lnTo>
                    <a:pt x="1470" y="318"/>
                  </a:lnTo>
                  <a:cubicBezTo>
                    <a:pt x="1557" y="318"/>
                    <a:pt x="1630" y="247"/>
                    <a:pt x="1630" y="160"/>
                  </a:cubicBezTo>
                  <a:cubicBezTo>
                    <a:pt x="1630" y="72"/>
                    <a:pt x="1560" y="0"/>
                    <a:pt x="1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8"/>
            <p:cNvSpPr/>
            <p:nvPr/>
          </p:nvSpPr>
          <p:spPr>
            <a:xfrm>
              <a:off x="3202307" y="2363741"/>
              <a:ext cx="49741" cy="9759"/>
            </a:xfrm>
            <a:custGeom>
              <a:avLst/>
              <a:gdLst/>
              <a:ahLst/>
              <a:cxnLst/>
              <a:rect l="l" t="t" r="r" b="b"/>
              <a:pathLst>
                <a:path w="1631" h="320" extrusionOk="0">
                  <a:moveTo>
                    <a:pt x="160" y="0"/>
                  </a:moveTo>
                  <a:cubicBezTo>
                    <a:pt x="73" y="0"/>
                    <a:pt x="0" y="73"/>
                    <a:pt x="0" y="160"/>
                  </a:cubicBezTo>
                  <a:cubicBezTo>
                    <a:pt x="0" y="247"/>
                    <a:pt x="73" y="320"/>
                    <a:pt x="160" y="320"/>
                  </a:cubicBezTo>
                  <a:lnTo>
                    <a:pt x="1470" y="320"/>
                  </a:lnTo>
                  <a:cubicBezTo>
                    <a:pt x="1557" y="320"/>
                    <a:pt x="1630" y="247"/>
                    <a:pt x="1630" y="160"/>
                  </a:cubicBezTo>
                  <a:cubicBezTo>
                    <a:pt x="1630" y="73"/>
                    <a:pt x="1560" y="0"/>
                    <a:pt x="1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8"/>
            <p:cNvSpPr/>
            <p:nvPr/>
          </p:nvSpPr>
          <p:spPr>
            <a:xfrm>
              <a:off x="3202307" y="2380483"/>
              <a:ext cx="49741" cy="9729"/>
            </a:xfrm>
            <a:custGeom>
              <a:avLst/>
              <a:gdLst/>
              <a:ahLst/>
              <a:cxnLst/>
              <a:rect l="l" t="t" r="r" b="b"/>
              <a:pathLst>
                <a:path w="1631" h="319" extrusionOk="0">
                  <a:moveTo>
                    <a:pt x="160" y="1"/>
                  </a:moveTo>
                  <a:cubicBezTo>
                    <a:pt x="73" y="1"/>
                    <a:pt x="0" y="72"/>
                    <a:pt x="0" y="159"/>
                  </a:cubicBezTo>
                  <a:cubicBezTo>
                    <a:pt x="0" y="247"/>
                    <a:pt x="73" y="319"/>
                    <a:pt x="160" y="319"/>
                  </a:cubicBezTo>
                  <a:lnTo>
                    <a:pt x="1470" y="319"/>
                  </a:lnTo>
                  <a:cubicBezTo>
                    <a:pt x="1557" y="319"/>
                    <a:pt x="1630" y="247"/>
                    <a:pt x="1630" y="159"/>
                  </a:cubicBezTo>
                  <a:cubicBezTo>
                    <a:pt x="1630" y="72"/>
                    <a:pt x="1560" y="1"/>
                    <a:pt x="14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8"/>
            <p:cNvSpPr/>
            <p:nvPr/>
          </p:nvSpPr>
          <p:spPr>
            <a:xfrm>
              <a:off x="3285532" y="2170882"/>
              <a:ext cx="49162" cy="49162"/>
            </a:xfrm>
            <a:custGeom>
              <a:avLst/>
              <a:gdLst/>
              <a:ahLst/>
              <a:cxnLst/>
              <a:rect l="l" t="t" r="r" b="b"/>
              <a:pathLst>
                <a:path w="1612" h="1612" extrusionOk="0">
                  <a:moveTo>
                    <a:pt x="803" y="318"/>
                  </a:moveTo>
                  <a:cubicBezTo>
                    <a:pt x="1072" y="318"/>
                    <a:pt x="1291" y="538"/>
                    <a:pt x="1291" y="807"/>
                  </a:cubicBezTo>
                  <a:cubicBezTo>
                    <a:pt x="1291" y="1074"/>
                    <a:pt x="1072" y="1293"/>
                    <a:pt x="803" y="1293"/>
                  </a:cubicBezTo>
                  <a:cubicBezTo>
                    <a:pt x="536" y="1293"/>
                    <a:pt x="317" y="1074"/>
                    <a:pt x="317" y="807"/>
                  </a:cubicBezTo>
                  <a:cubicBezTo>
                    <a:pt x="317" y="538"/>
                    <a:pt x="536" y="318"/>
                    <a:pt x="803" y="318"/>
                  </a:cubicBezTo>
                  <a:close/>
                  <a:moveTo>
                    <a:pt x="807" y="0"/>
                  </a:moveTo>
                  <a:cubicBezTo>
                    <a:pt x="363" y="0"/>
                    <a:pt x="0" y="361"/>
                    <a:pt x="0" y="807"/>
                  </a:cubicBezTo>
                  <a:cubicBezTo>
                    <a:pt x="0" y="1251"/>
                    <a:pt x="363" y="1611"/>
                    <a:pt x="807" y="1611"/>
                  </a:cubicBezTo>
                  <a:cubicBezTo>
                    <a:pt x="1251" y="1611"/>
                    <a:pt x="1611" y="1251"/>
                    <a:pt x="1611" y="807"/>
                  </a:cubicBezTo>
                  <a:cubicBezTo>
                    <a:pt x="1611" y="361"/>
                    <a:pt x="1251" y="0"/>
                    <a:pt x="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8"/>
            <p:cNvSpPr/>
            <p:nvPr/>
          </p:nvSpPr>
          <p:spPr>
            <a:xfrm>
              <a:off x="3275346" y="2234650"/>
              <a:ext cx="19122" cy="9729"/>
            </a:xfrm>
            <a:custGeom>
              <a:avLst/>
              <a:gdLst/>
              <a:ahLst/>
              <a:cxnLst/>
              <a:rect l="l" t="t" r="r" b="b"/>
              <a:pathLst>
                <a:path w="627" h="319" extrusionOk="0">
                  <a:moveTo>
                    <a:pt x="159" y="0"/>
                  </a:moveTo>
                  <a:cubicBezTo>
                    <a:pt x="72" y="0"/>
                    <a:pt x="1" y="72"/>
                    <a:pt x="1" y="158"/>
                  </a:cubicBezTo>
                  <a:cubicBezTo>
                    <a:pt x="1" y="247"/>
                    <a:pt x="72" y="318"/>
                    <a:pt x="159" y="318"/>
                  </a:cubicBezTo>
                  <a:lnTo>
                    <a:pt x="469" y="318"/>
                  </a:lnTo>
                  <a:cubicBezTo>
                    <a:pt x="555" y="318"/>
                    <a:pt x="627" y="247"/>
                    <a:pt x="627" y="158"/>
                  </a:cubicBezTo>
                  <a:cubicBezTo>
                    <a:pt x="627" y="72"/>
                    <a:pt x="555" y="0"/>
                    <a:pt x="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8"/>
            <p:cNvSpPr/>
            <p:nvPr/>
          </p:nvSpPr>
          <p:spPr>
            <a:xfrm>
              <a:off x="3299804" y="2234650"/>
              <a:ext cx="45045" cy="9729"/>
            </a:xfrm>
            <a:custGeom>
              <a:avLst/>
              <a:gdLst/>
              <a:ahLst/>
              <a:cxnLst/>
              <a:rect l="l" t="t" r="r" b="b"/>
              <a:pathLst>
                <a:path w="1477" h="319" extrusionOk="0">
                  <a:moveTo>
                    <a:pt x="160" y="0"/>
                  </a:moveTo>
                  <a:cubicBezTo>
                    <a:pt x="73" y="0"/>
                    <a:pt x="0" y="72"/>
                    <a:pt x="0" y="158"/>
                  </a:cubicBezTo>
                  <a:cubicBezTo>
                    <a:pt x="0" y="247"/>
                    <a:pt x="73" y="318"/>
                    <a:pt x="160" y="318"/>
                  </a:cubicBezTo>
                  <a:lnTo>
                    <a:pt x="1317" y="318"/>
                  </a:lnTo>
                  <a:cubicBezTo>
                    <a:pt x="1404" y="318"/>
                    <a:pt x="1477" y="247"/>
                    <a:pt x="1477" y="158"/>
                  </a:cubicBezTo>
                  <a:cubicBezTo>
                    <a:pt x="1477" y="72"/>
                    <a:pt x="1404" y="0"/>
                    <a:pt x="1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8"/>
            <p:cNvSpPr/>
            <p:nvPr/>
          </p:nvSpPr>
          <p:spPr>
            <a:xfrm>
              <a:off x="3275346" y="2252643"/>
              <a:ext cx="19122" cy="9790"/>
            </a:xfrm>
            <a:custGeom>
              <a:avLst/>
              <a:gdLst/>
              <a:ahLst/>
              <a:cxnLst/>
              <a:rect l="l" t="t" r="r" b="b"/>
              <a:pathLst>
                <a:path w="627" h="321" extrusionOk="0">
                  <a:moveTo>
                    <a:pt x="159" y="1"/>
                  </a:moveTo>
                  <a:cubicBezTo>
                    <a:pt x="72" y="1"/>
                    <a:pt x="1" y="74"/>
                    <a:pt x="1" y="161"/>
                  </a:cubicBezTo>
                  <a:cubicBezTo>
                    <a:pt x="1" y="247"/>
                    <a:pt x="72" y="320"/>
                    <a:pt x="159" y="320"/>
                  </a:cubicBezTo>
                  <a:lnTo>
                    <a:pt x="469" y="320"/>
                  </a:lnTo>
                  <a:cubicBezTo>
                    <a:pt x="555" y="320"/>
                    <a:pt x="627" y="247"/>
                    <a:pt x="627" y="161"/>
                  </a:cubicBezTo>
                  <a:cubicBezTo>
                    <a:pt x="627" y="74"/>
                    <a:pt x="555" y="1"/>
                    <a:pt x="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8"/>
            <p:cNvSpPr/>
            <p:nvPr/>
          </p:nvSpPr>
          <p:spPr>
            <a:xfrm>
              <a:off x="3299804" y="2252643"/>
              <a:ext cx="45045" cy="9790"/>
            </a:xfrm>
            <a:custGeom>
              <a:avLst/>
              <a:gdLst/>
              <a:ahLst/>
              <a:cxnLst/>
              <a:rect l="l" t="t" r="r" b="b"/>
              <a:pathLst>
                <a:path w="1477" h="321" extrusionOk="0">
                  <a:moveTo>
                    <a:pt x="160" y="1"/>
                  </a:moveTo>
                  <a:cubicBezTo>
                    <a:pt x="73" y="1"/>
                    <a:pt x="0" y="74"/>
                    <a:pt x="0" y="161"/>
                  </a:cubicBezTo>
                  <a:cubicBezTo>
                    <a:pt x="0" y="247"/>
                    <a:pt x="73" y="320"/>
                    <a:pt x="160" y="320"/>
                  </a:cubicBezTo>
                  <a:lnTo>
                    <a:pt x="1317" y="320"/>
                  </a:lnTo>
                  <a:cubicBezTo>
                    <a:pt x="1404" y="320"/>
                    <a:pt x="1477" y="247"/>
                    <a:pt x="1477" y="161"/>
                  </a:cubicBezTo>
                  <a:cubicBezTo>
                    <a:pt x="1477" y="74"/>
                    <a:pt x="1404" y="1"/>
                    <a:pt x="1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8"/>
            <p:cNvSpPr/>
            <p:nvPr/>
          </p:nvSpPr>
          <p:spPr>
            <a:xfrm>
              <a:off x="3275346" y="2270758"/>
              <a:ext cx="19122" cy="9729"/>
            </a:xfrm>
            <a:custGeom>
              <a:avLst/>
              <a:gdLst/>
              <a:ahLst/>
              <a:cxnLst/>
              <a:rect l="l" t="t" r="r" b="b"/>
              <a:pathLst>
                <a:path w="627" h="319" extrusionOk="0">
                  <a:moveTo>
                    <a:pt x="159" y="0"/>
                  </a:moveTo>
                  <a:cubicBezTo>
                    <a:pt x="72" y="0"/>
                    <a:pt x="1" y="72"/>
                    <a:pt x="1" y="160"/>
                  </a:cubicBezTo>
                  <a:cubicBezTo>
                    <a:pt x="1" y="247"/>
                    <a:pt x="72" y="318"/>
                    <a:pt x="159" y="318"/>
                  </a:cubicBezTo>
                  <a:lnTo>
                    <a:pt x="469" y="318"/>
                  </a:lnTo>
                  <a:cubicBezTo>
                    <a:pt x="555" y="318"/>
                    <a:pt x="627" y="247"/>
                    <a:pt x="627" y="160"/>
                  </a:cubicBezTo>
                  <a:cubicBezTo>
                    <a:pt x="627" y="72"/>
                    <a:pt x="555" y="0"/>
                    <a:pt x="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8"/>
            <p:cNvSpPr/>
            <p:nvPr/>
          </p:nvSpPr>
          <p:spPr>
            <a:xfrm>
              <a:off x="3299804" y="2270758"/>
              <a:ext cx="45045" cy="9729"/>
            </a:xfrm>
            <a:custGeom>
              <a:avLst/>
              <a:gdLst/>
              <a:ahLst/>
              <a:cxnLst/>
              <a:rect l="l" t="t" r="r" b="b"/>
              <a:pathLst>
                <a:path w="1477" h="319" extrusionOk="0">
                  <a:moveTo>
                    <a:pt x="160" y="0"/>
                  </a:moveTo>
                  <a:cubicBezTo>
                    <a:pt x="73" y="0"/>
                    <a:pt x="0" y="72"/>
                    <a:pt x="0" y="160"/>
                  </a:cubicBezTo>
                  <a:cubicBezTo>
                    <a:pt x="0" y="247"/>
                    <a:pt x="73" y="318"/>
                    <a:pt x="160" y="318"/>
                  </a:cubicBezTo>
                  <a:lnTo>
                    <a:pt x="1317" y="318"/>
                  </a:lnTo>
                  <a:cubicBezTo>
                    <a:pt x="1404" y="318"/>
                    <a:pt x="1477" y="247"/>
                    <a:pt x="1477" y="160"/>
                  </a:cubicBezTo>
                  <a:cubicBezTo>
                    <a:pt x="1477" y="72"/>
                    <a:pt x="1404" y="0"/>
                    <a:pt x="1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8"/>
            <p:cNvSpPr/>
            <p:nvPr/>
          </p:nvSpPr>
          <p:spPr>
            <a:xfrm>
              <a:off x="3275346" y="2288872"/>
              <a:ext cx="19122" cy="9729"/>
            </a:xfrm>
            <a:custGeom>
              <a:avLst/>
              <a:gdLst/>
              <a:ahLst/>
              <a:cxnLst/>
              <a:rect l="l" t="t" r="r" b="b"/>
              <a:pathLst>
                <a:path w="627" h="319" extrusionOk="0">
                  <a:moveTo>
                    <a:pt x="159" y="0"/>
                  </a:moveTo>
                  <a:cubicBezTo>
                    <a:pt x="72" y="0"/>
                    <a:pt x="1" y="72"/>
                    <a:pt x="1" y="158"/>
                  </a:cubicBezTo>
                  <a:cubicBezTo>
                    <a:pt x="1" y="247"/>
                    <a:pt x="72" y="318"/>
                    <a:pt x="159" y="318"/>
                  </a:cubicBezTo>
                  <a:lnTo>
                    <a:pt x="469" y="318"/>
                  </a:lnTo>
                  <a:cubicBezTo>
                    <a:pt x="555" y="318"/>
                    <a:pt x="627" y="247"/>
                    <a:pt x="627" y="158"/>
                  </a:cubicBezTo>
                  <a:cubicBezTo>
                    <a:pt x="627" y="70"/>
                    <a:pt x="555" y="0"/>
                    <a:pt x="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8"/>
            <p:cNvSpPr/>
            <p:nvPr/>
          </p:nvSpPr>
          <p:spPr>
            <a:xfrm>
              <a:off x="3299804" y="2288872"/>
              <a:ext cx="45045" cy="9729"/>
            </a:xfrm>
            <a:custGeom>
              <a:avLst/>
              <a:gdLst/>
              <a:ahLst/>
              <a:cxnLst/>
              <a:rect l="l" t="t" r="r" b="b"/>
              <a:pathLst>
                <a:path w="1477" h="319" extrusionOk="0">
                  <a:moveTo>
                    <a:pt x="160" y="0"/>
                  </a:moveTo>
                  <a:cubicBezTo>
                    <a:pt x="73" y="0"/>
                    <a:pt x="0" y="72"/>
                    <a:pt x="0" y="158"/>
                  </a:cubicBezTo>
                  <a:cubicBezTo>
                    <a:pt x="0" y="247"/>
                    <a:pt x="73" y="318"/>
                    <a:pt x="160" y="318"/>
                  </a:cubicBezTo>
                  <a:lnTo>
                    <a:pt x="1317" y="318"/>
                  </a:lnTo>
                  <a:cubicBezTo>
                    <a:pt x="1404" y="318"/>
                    <a:pt x="1477" y="247"/>
                    <a:pt x="1477" y="158"/>
                  </a:cubicBezTo>
                  <a:cubicBezTo>
                    <a:pt x="1477" y="70"/>
                    <a:pt x="1404" y="0"/>
                    <a:pt x="1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8"/>
            <p:cNvSpPr/>
            <p:nvPr/>
          </p:nvSpPr>
          <p:spPr>
            <a:xfrm>
              <a:off x="3275346" y="2306926"/>
              <a:ext cx="19122" cy="9790"/>
            </a:xfrm>
            <a:custGeom>
              <a:avLst/>
              <a:gdLst/>
              <a:ahLst/>
              <a:cxnLst/>
              <a:rect l="l" t="t" r="r" b="b"/>
              <a:pathLst>
                <a:path w="627" h="321" extrusionOk="0">
                  <a:moveTo>
                    <a:pt x="159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59" y="320"/>
                  </a:cubicBezTo>
                  <a:lnTo>
                    <a:pt x="469" y="320"/>
                  </a:lnTo>
                  <a:cubicBezTo>
                    <a:pt x="555" y="320"/>
                    <a:pt x="627" y="247"/>
                    <a:pt x="627" y="160"/>
                  </a:cubicBezTo>
                  <a:cubicBezTo>
                    <a:pt x="627" y="73"/>
                    <a:pt x="555" y="0"/>
                    <a:pt x="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8"/>
            <p:cNvSpPr/>
            <p:nvPr/>
          </p:nvSpPr>
          <p:spPr>
            <a:xfrm>
              <a:off x="3299804" y="2306926"/>
              <a:ext cx="45045" cy="9790"/>
            </a:xfrm>
            <a:custGeom>
              <a:avLst/>
              <a:gdLst/>
              <a:ahLst/>
              <a:cxnLst/>
              <a:rect l="l" t="t" r="r" b="b"/>
              <a:pathLst>
                <a:path w="1477" h="321" extrusionOk="0">
                  <a:moveTo>
                    <a:pt x="160" y="0"/>
                  </a:moveTo>
                  <a:cubicBezTo>
                    <a:pt x="73" y="0"/>
                    <a:pt x="0" y="73"/>
                    <a:pt x="0" y="160"/>
                  </a:cubicBezTo>
                  <a:cubicBezTo>
                    <a:pt x="0" y="247"/>
                    <a:pt x="73" y="320"/>
                    <a:pt x="160" y="320"/>
                  </a:cubicBezTo>
                  <a:lnTo>
                    <a:pt x="1317" y="320"/>
                  </a:lnTo>
                  <a:cubicBezTo>
                    <a:pt x="1404" y="320"/>
                    <a:pt x="1477" y="247"/>
                    <a:pt x="1477" y="160"/>
                  </a:cubicBezTo>
                  <a:cubicBezTo>
                    <a:pt x="1477" y="73"/>
                    <a:pt x="1404" y="0"/>
                    <a:pt x="1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8"/>
            <p:cNvSpPr/>
            <p:nvPr/>
          </p:nvSpPr>
          <p:spPr>
            <a:xfrm>
              <a:off x="3275346" y="2324980"/>
              <a:ext cx="19122" cy="9729"/>
            </a:xfrm>
            <a:custGeom>
              <a:avLst/>
              <a:gdLst/>
              <a:ahLst/>
              <a:cxnLst/>
              <a:rect l="l" t="t" r="r" b="b"/>
              <a:pathLst>
                <a:path w="627" h="319" extrusionOk="0">
                  <a:moveTo>
                    <a:pt x="159" y="0"/>
                  </a:moveTo>
                  <a:cubicBezTo>
                    <a:pt x="72" y="0"/>
                    <a:pt x="1" y="72"/>
                    <a:pt x="1" y="160"/>
                  </a:cubicBezTo>
                  <a:cubicBezTo>
                    <a:pt x="1" y="247"/>
                    <a:pt x="72" y="318"/>
                    <a:pt x="159" y="318"/>
                  </a:cubicBezTo>
                  <a:lnTo>
                    <a:pt x="469" y="318"/>
                  </a:lnTo>
                  <a:cubicBezTo>
                    <a:pt x="555" y="318"/>
                    <a:pt x="627" y="247"/>
                    <a:pt x="627" y="160"/>
                  </a:cubicBezTo>
                  <a:cubicBezTo>
                    <a:pt x="627" y="72"/>
                    <a:pt x="555" y="0"/>
                    <a:pt x="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8"/>
            <p:cNvSpPr/>
            <p:nvPr/>
          </p:nvSpPr>
          <p:spPr>
            <a:xfrm>
              <a:off x="3299804" y="2324980"/>
              <a:ext cx="45045" cy="9729"/>
            </a:xfrm>
            <a:custGeom>
              <a:avLst/>
              <a:gdLst/>
              <a:ahLst/>
              <a:cxnLst/>
              <a:rect l="l" t="t" r="r" b="b"/>
              <a:pathLst>
                <a:path w="1477" h="319" extrusionOk="0">
                  <a:moveTo>
                    <a:pt x="160" y="0"/>
                  </a:moveTo>
                  <a:cubicBezTo>
                    <a:pt x="73" y="0"/>
                    <a:pt x="0" y="72"/>
                    <a:pt x="0" y="160"/>
                  </a:cubicBezTo>
                  <a:cubicBezTo>
                    <a:pt x="0" y="247"/>
                    <a:pt x="73" y="318"/>
                    <a:pt x="160" y="318"/>
                  </a:cubicBezTo>
                  <a:lnTo>
                    <a:pt x="1317" y="318"/>
                  </a:lnTo>
                  <a:cubicBezTo>
                    <a:pt x="1404" y="318"/>
                    <a:pt x="1477" y="247"/>
                    <a:pt x="1477" y="160"/>
                  </a:cubicBezTo>
                  <a:cubicBezTo>
                    <a:pt x="1477" y="72"/>
                    <a:pt x="1404" y="0"/>
                    <a:pt x="1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8"/>
            <p:cNvSpPr/>
            <p:nvPr/>
          </p:nvSpPr>
          <p:spPr>
            <a:xfrm>
              <a:off x="3275346" y="2343064"/>
              <a:ext cx="19122" cy="9759"/>
            </a:xfrm>
            <a:custGeom>
              <a:avLst/>
              <a:gdLst/>
              <a:ahLst/>
              <a:cxnLst/>
              <a:rect l="l" t="t" r="r" b="b"/>
              <a:pathLst>
                <a:path w="627" h="320" extrusionOk="0">
                  <a:moveTo>
                    <a:pt x="159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8"/>
                    <a:pt x="72" y="319"/>
                    <a:pt x="159" y="319"/>
                  </a:cubicBezTo>
                  <a:lnTo>
                    <a:pt x="469" y="319"/>
                  </a:lnTo>
                  <a:cubicBezTo>
                    <a:pt x="555" y="319"/>
                    <a:pt x="627" y="248"/>
                    <a:pt x="627" y="159"/>
                  </a:cubicBezTo>
                  <a:cubicBezTo>
                    <a:pt x="627" y="72"/>
                    <a:pt x="555" y="1"/>
                    <a:pt x="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8"/>
            <p:cNvSpPr/>
            <p:nvPr/>
          </p:nvSpPr>
          <p:spPr>
            <a:xfrm>
              <a:off x="3299804" y="2343064"/>
              <a:ext cx="45045" cy="9759"/>
            </a:xfrm>
            <a:custGeom>
              <a:avLst/>
              <a:gdLst/>
              <a:ahLst/>
              <a:cxnLst/>
              <a:rect l="l" t="t" r="r" b="b"/>
              <a:pathLst>
                <a:path w="1477" h="320" extrusionOk="0">
                  <a:moveTo>
                    <a:pt x="160" y="1"/>
                  </a:moveTo>
                  <a:cubicBezTo>
                    <a:pt x="73" y="1"/>
                    <a:pt x="0" y="72"/>
                    <a:pt x="0" y="159"/>
                  </a:cubicBezTo>
                  <a:cubicBezTo>
                    <a:pt x="0" y="248"/>
                    <a:pt x="73" y="319"/>
                    <a:pt x="160" y="319"/>
                  </a:cubicBezTo>
                  <a:lnTo>
                    <a:pt x="1317" y="319"/>
                  </a:lnTo>
                  <a:cubicBezTo>
                    <a:pt x="1404" y="319"/>
                    <a:pt x="1477" y="248"/>
                    <a:pt x="1477" y="159"/>
                  </a:cubicBezTo>
                  <a:cubicBezTo>
                    <a:pt x="1477" y="72"/>
                    <a:pt x="1404" y="1"/>
                    <a:pt x="1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8"/>
            <p:cNvSpPr/>
            <p:nvPr/>
          </p:nvSpPr>
          <p:spPr>
            <a:xfrm>
              <a:off x="3275346" y="2361149"/>
              <a:ext cx="19122" cy="9759"/>
            </a:xfrm>
            <a:custGeom>
              <a:avLst/>
              <a:gdLst/>
              <a:ahLst/>
              <a:cxnLst/>
              <a:rect l="l" t="t" r="r" b="b"/>
              <a:pathLst>
                <a:path w="627" h="320" extrusionOk="0">
                  <a:moveTo>
                    <a:pt x="159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59" y="320"/>
                  </a:cubicBezTo>
                  <a:lnTo>
                    <a:pt x="469" y="320"/>
                  </a:lnTo>
                  <a:cubicBezTo>
                    <a:pt x="555" y="320"/>
                    <a:pt x="627" y="247"/>
                    <a:pt x="627" y="160"/>
                  </a:cubicBezTo>
                  <a:cubicBezTo>
                    <a:pt x="627" y="70"/>
                    <a:pt x="555" y="0"/>
                    <a:pt x="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8"/>
            <p:cNvSpPr/>
            <p:nvPr/>
          </p:nvSpPr>
          <p:spPr>
            <a:xfrm>
              <a:off x="3299804" y="2361149"/>
              <a:ext cx="45045" cy="9759"/>
            </a:xfrm>
            <a:custGeom>
              <a:avLst/>
              <a:gdLst/>
              <a:ahLst/>
              <a:cxnLst/>
              <a:rect l="l" t="t" r="r" b="b"/>
              <a:pathLst>
                <a:path w="1477" h="320" extrusionOk="0">
                  <a:moveTo>
                    <a:pt x="160" y="0"/>
                  </a:moveTo>
                  <a:cubicBezTo>
                    <a:pt x="73" y="0"/>
                    <a:pt x="0" y="73"/>
                    <a:pt x="0" y="160"/>
                  </a:cubicBezTo>
                  <a:cubicBezTo>
                    <a:pt x="0" y="247"/>
                    <a:pt x="73" y="320"/>
                    <a:pt x="160" y="320"/>
                  </a:cubicBezTo>
                  <a:lnTo>
                    <a:pt x="1317" y="320"/>
                  </a:lnTo>
                  <a:cubicBezTo>
                    <a:pt x="1404" y="320"/>
                    <a:pt x="1477" y="247"/>
                    <a:pt x="1477" y="160"/>
                  </a:cubicBezTo>
                  <a:cubicBezTo>
                    <a:pt x="1477" y="70"/>
                    <a:pt x="1404" y="0"/>
                    <a:pt x="1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8"/>
            <p:cNvSpPr/>
            <p:nvPr/>
          </p:nvSpPr>
          <p:spPr>
            <a:xfrm>
              <a:off x="3275346" y="2379202"/>
              <a:ext cx="19122" cy="9729"/>
            </a:xfrm>
            <a:custGeom>
              <a:avLst/>
              <a:gdLst/>
              <a:ahLst/>
              <a:cxnLst/>
              <a:rect l="l" t="t" r="r" b="b"/>
              <a:pathLst>
                <a:path w="627" h="319" extrusionOk="0">
                  <a:moveTo>
                    <a:pt x="159" y="0"/>
                  </a:moveTo>
                  <a:cubicBezTo>
                    <a:pt x="72" y="0"/>
                    <a:pt x="1" y="72"/>
                    <a:pt x="1" y="158"/>
                  </a:cubicBezTo>
                  <a:cubicBezTo>
                    <a:pt x="1" y="247"/>
                    <a:pt x="72" y="318"/>
                    <a:pt x="159" y="318"/>
                  </a:cubicBezTo>
                  <a:lnTo>
                    <a:pt x="469" y="318"/>
                  </a:lnTo>
                  <a:cubicBezTo>
                    <a:pt x="555" y="318"/>
                    <a:pt x="627" y="247"/>
                    <a:pt x="627" y="158"/>
                  </a:cubicBezTo>
                  <a:cubicBezTo>
                    <a:pt x="627" y="72"/>
                    <a:pt x="555" y="0"/>
                    <a:pt x="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8"/>
            <p:cNvSpPr/>
            <p:nvPr/>
          </p:nvSpPr>
          <p:spPr>
            <a:xfrm>
              <a:off x="3299804" y="2379202"/>
              <a:ext cx="45045" cy="9729"/>
            </a:xfrm>
            <a:custGeom>
              <a:avLst/>
              <a:gdLst/>
              <a:ahLst/>
              <a:cxnLst/>
              <a:rect l="l" t="t" r="r" b="b"/>
              <a:pathLst>
                <a:path w="1477" h="319" extrusionOk="0">
                  <a:moveTo>
                    <a:pt x="160" y="0"/>
                  </a:moveTo>
                  <a:cubicBezTo>
                    <a:pt x="73" y="0"/>
                    <a:pt x="0" y="72"/>
                    <a:pt x="0" y="158"/>
                  </a:cubicBezTo>
                  <a:cubicBezTo>
                    <a:pt x="0" y="247"/>
                    <a:pt x="73" y="318"/>
                    <a:pt x="160" y="318"/>
                  </a:cubicBezTo>
                  <a:lnTo>
                    <a:pt x="1317" y="318"/>
                  </a:lnTo>
                  <a:cubicBezTo>
                    <a:pt x="1404" y="318"/>
                    <a:pt x="1477" y="247"/>
                    <a:pt x="1477" y="158"/>
                  </a:cubicBezTo>
                  <a:cubicBezTo>
                    <a:pt x="1477" y="72"/>
                    <a:pt x="1404" y="0"/>
                    <a:pt x="1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8"/>
            <p:cNvSpPr/>
            <p:nvPr/>
          </p:nvSpPr>
          <p:spPr>
            <a:xfrm>
              <a:off x="3390012" y="2245598"/>
              <a:ext cx="62825" cy="71883"/>
            </a:xfrm>
            <a:custGeom>
              <a:avLst/>
              <a:gdLst/>
              <a:ahLst/>
              <a:cxnLst/>
              <a:rect l="l" t="t" r="r" b="b"/>
              <a:pathLst>
                <a:path w="2060" h="2357" extrusionOk="0">
                  <a:moveTo>
                    <a:pt x="642" y="800"/>
                  </a:moveTo>
                  <a:lnTo>
                    <a:pt x="642" y="1254"/>
                  </a:lnTo>
                  <a:cubicBezTo>
                    <a:pt x="642" y="1285"/>
                    <a:pt x="651" y="1312"/>
                    <a:pt x="666" y="1336"/>
                  </a:cubicBezTo>
                  <a:lnTo>
                    <a:pt x="901" y="1727"/>
                  </a:lnTo>
                  <a:cubicBezTo>
                    <a:pt x="868" y="1734"/>
                    <a:pt x="836" y="1737"/>
                    <a:pt x="804" y="1737"/>
                  </a:cubicBezTo>
                  <a:cubicBezTo>
                    <a:pt x="538" y="1737"/>
                    <a:pt x="322" y="1521"/>
                    <a:pt x="322" y="1254"/>
                  </a:cubicBezTo>
                  <a:cubicBezTo>
                    <a:pt x="319" y="1045"/>
                    <a:pt x="455" y="866"/>
                    <a:pt x="642" y="800"/>
                  </a:cubicBezTo>
                  <a:close/>
                  <a:moveTo>
                    <a:pt x="962" y="329"/>
                  </a:moveTo>
                  <a:cubicBezTo>
                    <a:pt x="1404" y="405"/>
                    <a:pt x="1739" y="791"/>
                    <a:pt x="1739" y="1254"/>
                  </a:cubicBezTo>
                  <a:cubicBezTo>
                    <a:pt x="1739" y="1530"/>
                    <a:pt x="1617" y="1790"/>
                    <a:pt x="1413" y="1967"/>
                  </a:cubicBezTo>
                  <a:lnTo>
                    <a:pt x="962" y="1212"/>
                  </a:lnTo>
                  <a:lnTo>
                    <a:pt x="962" y="329"/>
                  </a:lnTo>
                  <a:close/>
                  <a:moveTo>
                    <a:pt x="802" y="0"/>
                  </a:moveTo>
                  <a:cubicBezTo>
                    <a:pt x="715" y="0"/>
                    <a:pt x="642" y="72"/>
                    <a:pt x="642" y="158"/>
                  </a:cubicBezTo>
                  <a:lnTo>
                    <a:pt x="642" y="471"/>
                  </a:lnTo>
                  <a:cubicBezTo>
                    <a:pt x="276" y="545"/>
                    <a:pt x="1" y="868"/>
                    <a:pt x="1" y="1254"/>
                  </a:cubicBezTo>
                  <a:cubicBezTo>
                    <a:pt x="1" y="1696"/>
                    <a:pt x="360" y="2055"/>
                    <a:pt x="802" y="2055"/>
                  </a:cubicBezTo>
                  <a:cubicBezTo>
                    <a:pt x="894" y="2055"/>
                    <a:pt x="982" y="2042"/>
                    <a:pt x="1067" y="2011"/>
                  </a:cubicBezTo>
                  <a:lnTo>
                    <a:pt x="1227" y="2280"/>
                  </a:lnTo>
                  <a:cubicBezTo>
                    <a:pt x="1256" y="2330"/>
                    <a:pt x="1309" y="2357"/>
                    <a:pt x="1363" y="2357"/>
                  </a:cubicBezTo>
                  <a:cubicBezTo>
                    <a:pt x="1392" y="2357"/>
                    <a:pt x="1420" y="2350"/>
                    <a:pt x="1447" y="2334"/>
                  </a:cubicBezTo>
                  <a:cubicBezTo>
                    <a:pt x="1824" y="2110"/>
                    <a:pt x="2059" y="1695"/>
                    <a:pt x="2059" y="1256"/>
                  </a:cubicBezTo>
                  <a:cubicBezTo>
                    <a:pt x="2059" y="563"/>
                    <a:pt x="1496" y="0"/>
                    <a:pt x="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8"/>
            <p:cNvSpPr/>
            <p:nvPr/>
          </p:nvSpPr>
          <p:spPr>
            <a:xfrm>
              <a:off x="3372111" y="2330317"/>
              <a:ext cx="67796" cy="21867"/>
            </a:xfrm>
            <a:custGeom>
              <a:avLst/>
              <a:gdLst/>
              <a:ahLst/>
              <a:cxnLst/>
              <a:rect l="l" t="t" r="r" b="b"/>
              <a:pathLst>
                <a:path w="2223" h="717" extrusionOk="0">
                  <a:moveTo>
                    <a:pt x="2049" y="0"/>
                  </a:moveTo>
                  <a:cubicBezTo>
                    <a:pt x="2008" y="0"/>
                    <a:pt x="1967" y="16"/>
                    <a:pt x="1935" y="46"/>
                  </a:cubicBezTo>
                  <a:lnTo>
                    <a:pt x="1585" y="397"/>
                  </a:lnTo>
                  <a:lnTo>
                    <a:pt x="159" y="397"/>
                  </a:lnTo>
                  <a:cubicBezTo>
                    <a:pt x="72" y="397"/>
                    <a:pt x="1" y="470"/>
                    <a:pt x="1" y="557"/>
                  </a:cubicBezTo>
                  <a:cubicBezTo>
                    <a:pt x="1" y="644"/>
                    <a:pt x="72" y="717"/>
                    <a:pt x="159" y="717"/>
                  </a:cubicBezTo>
                  <a:lnTo>
                    <a:pt x="1651" y="717"/>
                  </a:lnTo>
                  <a:cubicBezTo>
                    <a:pt x="1694" y="717"/>
                    <a:pt x="1734" y="698"/>
                    <a:pt x="1763" y="669"/>
                  </a:cubicBezTo>
                  <a:lnTo>
                    <a:pt x="2161" y="271"/>
                  </a:lnTo>
                  <a:cubicBezTo>
                    <a:pt x="2223" y="210"/>
                    <a:pt x="2223" y="108"/>
                    <a:pt x="2161" y="46"/>
                  </a:cubicBezTo>
                  <a:cubicBezTo>
                    <a:pt x="2131" y="16"/>
                    <a:pt x="2090" y="0"/>
                    <a:pt x="20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8"/>
            <p:cNvSpPr/>
            <p:nvPr/>
          </p:nvSpPr>
          <p:spPr>
            <a:xfrm>
              <a:off x="3372172" y="2374933"/>
              <a:ext cx="15584" cy="9790"/>
            </a:xfrm>
            <a:custGeom>
              <a:avLst/>
              <a:gdLst/>
              <a:ahLst/>
              <a:cxnLst/>
              <a:rect l="l" t="t" r="r" b="b"/>
              <a:pathLst>
                <a:path w="511" h="321" extrusionOk="0">
                  <a:moveTo>
                    <a:pt x="160" y="1"/>
                  </a:moveTo>
                  <a:cubicBezTo>
                    <a:pt x="72" y="1"/>
                    <a:pt x="0" y="74"/>
                    <a:pt x="0" y="161"/>
                  </a:cubicBezTo>
                  <a:cubicBezTo>
                    <a:pt x="0" y="247"/>
                    <a:pt x="72" y="320"/>
                    <a:pt x="160" y="320"/>
                  </a:cubicBezTo>
                  <a:lnTo>
                    <a:pt x="351" y="320"/>
                  </a:lnTo>
                  <a:cubicBezTo>
                    <a:pt x="439" y="320"/>
                    <a:pt x="511" y="247"/>
                    <a:pt x="511" y="161"/>
                  </a:cubicBezTo>
                  <a:cubicBezTo>
                    <a:pt x="511" y="74"/>
                    <a:pt x="439" y="1"/>
                    <a:pt x="3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8"/>
            <p:cNvSpPr/>
            <p:nvPr/>
          </p:nvSpPr>
          <p:spPr>
            <a:xfrm>
              <a:off x="3391933" y="2374933"/>
              <a:ext cx="27539" cy="9790"/>
            </a:xfrm>
            <a:custGeom>
              <a:avLst/>
              <a:gdLst/>
              <a:ahLst/>
              <a:cxnLst/>
              <a:rect l="l" t="t" r="r" b="b"/>
              <a:pathLst>
                <a:path w="903" h="321" extrusionOk="0">
                  <a:moveTo>
                    <a:pt x="161" y="1"/>
                  </a:moveTo>
                  <a:cubicBezTo>
                    <a:pt x="74" y="1"/>
                    <a:pt x="1" y="74"/>
                    <a:pt x="1" y="161"/>
                  </a:cubicBezTo>
                  <a:cubicBezTo>
                    <a:pt x="1" y="247"/>
                    <a:pt x="74" y="320"/>
                    <a:pt x="161" y="320"/>
                  </a:cubicBezTo>
                  <a:lnTo>
                    <a:pt x="744" y="320"/>
                  </a:lnTo>
                  <a:cubicBezTo>
                    <a:pt x="831" y="320"/>
                    <a:pt x="902" y="247"/>
                    <a:pt x="902" y="161"/>
                  </a:cubicBezTo>
                  <a:cubicBezTo>
                    <a:pt x="902" y="74"/>
                    <a:pt x="831" y="1"/>
                    <a:pt x="7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8"/>
            <p:cNvSpPr/>
            <p:nvPr/>
          </p:nvSpPr>
          <p:spPr>
            <a:xfrm>
              <a:off x="3372172" y="2359258"/>
              <a:ext cx="15584" cy="9790"/>
            </a:xfrm>
            <a:custGeom>
              <a:avLst/>
              <a:gdLst/>
              <a:ahLst/>
              <a:cxnLst/>
              <a:rect l="l" t="t" r="r" b="b"/>
              <a:pathLst>
                <a:path w="511" h="321" extrusionOk="0">
                  <a:moveTo>
                    <a:pt x="160" y="1"/>
                  </a:moveTo>
                  <a:cubicBezTo>
                    <a:pt x="72" y="1"/>
                    <a:pt x="0" y="74"/>
                    <a:pt x="0" y="161"/>
                  </a:cubicBezTo>
                  <a:cubicBezTo>
                    <a:pt x="0" y="248"/>
                    <a:pt x="72" y="321"/>
                    <a:pt x="160" y="321"/>
                  </a:cubicBezTo>
                  <a:lnTo>
                    <a:pt x="351" y="321"/>
                  </a:lnTo>
                  <a:cubicBezTo>
                    <a:pt x="439" y="321"/>
                    <a:pt x="511" y="248"/>
                    <a:pt x="511" y="161"/>
                  </a:cubicBezTo>
                  <a:cubicBezTo>
                    <a:pt x="511" y="74"/>
                    <a:pt x="439" y="1"/>
                    <a:pt x="3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8"/>
            <p:cNvSpPr/>
            <p:nvPr/>
          </p:nvSpPr>
          <p:spPr>
            <a:xfrm>
              <a:off x="3391933" y="2359258"/>
              <a:ext cx="27539" cy="9790"/>
            </a:xfrm>
            <a:custGeom>
              <a:avLst/>
              <a:gdLst/>
              <a:ahLst/>
              <a:cxnLst/>
              <a:rect l="l" t="t" r="r" b="b"/>
              <a:pathLst>
                <a:path w="903" h="321" extrusionOk="0">
                  <a:moveTo>
                    <a:pt x="161" y="1"/>
                  </a:moveTo>
                  <a:cubicBezTo>
                    <a:pt x="74" y="1"/>
                    <a:pt x="1" y="74"/>
                    <a:pt x="1" y="161"/>
                  </a:cubicBezTo>
                  <a:cubicBezTo>
                    <a:pt x="1" y="248"/>
                    <a:pt x="74" y="321"/>
                    <a:pt x="161" y="321"/>
                  </a:cubicBezTo>
                  <a:lnTo>
                    <a:pt x="744" y="321"/>
                  </a:lnTo>
                  <a:cubicBezTo>
                    <a:pt x="831" y="321"/>
                    <a:pt x="902" y="248"/>
                    <a:pt x="902" y="161"/>
                  </a:cubicBezTo>
                  <a:cubicBezTo>
                    <a:pt x="902" y="74"/>
                    <a:pt x="831" y="1"/>
                    <a:pt x="7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8"/>
            <p:cNvSpPr/>
            <p:nvPr/>
          </p:nvSpPr>
          <p:spPr>
            <a:xfrm>
              <a:off x="3402943" y="2207966"/>
              <a:ext cx="67796" cy="21867"/>
            </a:xfrm>
            <a:custGeom>
              <a:avLst/>
              <a:gdLst/>
              <a:ahLst/>
              <a:cxnLst/>
              <a:rect l="l" t="t" r="r" b="b"/>
              <a:pathLst>
                <a:path w="2223" h="717" extrusionOk="0">
                  <a:moveTo>
                    <a:pt x="572" y="1"/>
                  </a:moveTo>
                  <a:cubicBezTo>
                    <a:pt x="529" y="1"/>
                    <a:pt x="489" y="18"/>
                    <a:pt x="460" y="47"/>
                  </a:cubicBezTo>
                  <a:lnTo>
                    <a:pt x="62" y="445"/>
                  </a:lnTo>
                  <a:cubicBezTo>
                    <a:pt x="0" y="506"/>
                    <a:pt x="0" y="608"/>
                    <a:pt x="62" y="669"/>
                  </a:cubicBezTo>
                  <a:cubicBezTo>
                    <a:pt x="94" y="702"/>
                    <a:pt x="133" y="717"/>
                    <a:pt x="174" y="717"/>
                  </a:cubicBezTo>
                  <a:cubicBezTo>
                    <a:pt x="215" y="717"/>
                    <a:pt x="255" y="702"/>
                    <a:pt x="286" y="669"/>
                  </a:cubicBezTo>
                  <a:lnTo>
                    <a:pt x="638" y="319"/>
                  </a:lnTo>
                  <a:lnTo>
                    <a:pt x="2062" y="319"/>
                  </a:lnTo>
                  <a:cubicBezTo>
                    <a:pt x="2149" y="319"/>
                    <a:pt x="2222" y="247"/>
                    <a:pt x="2222" y="159"/>
                  </a:cubicBezTo>
                  <a:cubicBezTo>
                    <a:pt x="2222" y="72"/>
                    <a:pt x="2149" y="1"/>
                    <a:pt x="20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8"/>
            <p:cNvSpPr/>
            <p:nvPr/>
          </p:nvSpPr>
          <p:spPr>
            <a:xfrm>
              <a:off x="3455122" y="2175396"/>
              <a:ext cx="15615" cy="9790"/>
            </a:xfrm>
            <a:custGeom>
              <a:avLst/>
              <a:gdLst/>
              <a:ahLst/>
              <a:cxnLst/>
              <a:rect l="l" t="t" r="r" b="b"/>
              <a:pathLst>
                <a:path w="512" h="321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1" y="320"/>
                    <a:pt x="161" y="320"/>
                  </a:cubicBezTo>
                  <a:lnTo>
                    <a:pt x="351" y="320"/>
                  </a:lnTo>
                  <a:cubicBezTo>
                    <a:pt x="438" y="320"/>
                    <a:pt x="511" y="247"/>
                    <a:pt x="511" y="160"/>
                  </a:cubicBezTo>
                  <a:cubicBezTo>
                    <a:pt x="511" y="73"/>
                    <a:pt x="438" y="0"/>
                    <a:pt x="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8"/>
            <p:cNvSpPr/>
            <p:nvPr/>
          </p:nvSpPr>
          <p:spPr>
            <a:xfrm>
              <a:off x="3423436" y="2175396"/>
              <a:ext cx="27539" cy="9790"/>
            </a:xfrm>
            <a:custGeom>
              <a:avLst/>
              <a:gdLst/>
              <a:ahLst/>
              <a:cxnLst/>
              <a:rect l="l" t="t" r="r" b="b"/>
              <a:pathLst>
                <a:path w="903" h="321" extrusionOk="0">
                  <a:moveTo>
                    <a:pt x="159" y="0"/>
                  </a:moveTo>
                  <a:cubicBezTo>
                    <a:pt x="72" y="0"/>
                    <a:pt x="0" y="73"/>
                    <a:pt x="0" y="160"/>
                  </a:cubicBezTo>
                  <a:cubicBezTo>
                    <a:pt x="0" y="247"/>
                    <a:pt x="70" y="320"/>
                    <a:pt x="159" y="320"/>
                  </a:cubicBezTo>
                  <a:lnTo>
                    <a:pt x="742" y="320"/>
                  </a:lnTo>
                  <a:cubicBezTo>
                    <a:pt x="829" y="320"/>
                    <a:pt x="902" y="247"/>
                    <a:pt x="902" y="160"/>
                  </a:cubicBezTo>
                  <a:cubicBezTo>
                    <a:pt x="902" y="73"/>
                    <a:pt x="829" y="0"/>
                    <a:pt x="7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8"/>
            <p:cNvSpPr/>
            <p:nvPr/>
          </p:nvSpPr>
          <p:spPr>
            <a:xfrm>
              <a:off x="3455122" y="2191101"/>
              <a:ext cx="15615" cy="9729"/>
            </a:xfrm>
            <a:custGeom>
              <a:avLst/>
              <a:gdLst/>
              <a:ahLst/>
              <a:cxnLst/>
              <a:rect l="l" t="t" r="r" b="b"/>
              <a:pathLst>
                <a:path w="512" h="319" extrusionOk="0">
                  <a:moveTo>
                    <a:pt x="161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9"/>
                    <a:pt x="71" y="319"/>
                    <a:pt x="161" y="319"/>
                  </a:cubicBezTo>
                  <a:lnTo>
                    <a:pt x="351" y="319"/>
                  </a:lnTo>
                  <a:cubicBezTo>
                    <a:pt x="438" y="319"/>
                    <a:pt x="511" y="247"/>
                    <a:pt x="511" y="159"/>
                  </a:cubicBezTo>
                  <a:cubicBezTo>
                    <a:pt x="511" y="72"/>
                    <a:pt x="438" y="1"/>
                    <a:pt x="3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8"/>
            <p:cNvSpPr/>
            <p:nvPr/>
          </p:nvSpPr>
          <p:spPr>
            <a:xfrm>
              <a:off x="3423436" y="2191101"/>
              <a:ext cx="27539" cy="9729"/>
            </a:xfrm>
            <a:custGeom>
              <a:avLst/>
              <a:gdLst/>
              <a:ahLst/>
              <a:cxnLst/>
              <a:rect l="l" t="t" r="r" b="b"/>
              <a:pathLst>
                <a:path w="903" h="319" extrusionOk="0">
                  <a:moveTo>
                    <a:pt x="159" y="1"/>
                  </a:moveTo>
                  <a:cubicBezTo>
                    <a:pt x="72" y="1"/>
                    <a:pt x="0" y="72"/>
                    <a:pt x="0" y="159"/>
                  </a:cubicBezTo>
                  <a:cubicBezTo>
                    <a:pt x="0" y="249"/>
                    <a:pt x="70" y="319"/>
                    <a:pt x="159" y="319"/>
                  </a:cubicBezTo>
                  <a:lnTo>
                    <a:pt x="742" y="319"/>
                  </a:lnTo>
                  <a:cubicBezTo>
                    <a:pt x="829" y="319"/>
                    <a:pt x="902" y="247"/>
                    <a:pt x="902" y="159"/>
                  </a:cubicBezTo>
                  <a:cubicBezTo>
                    <a:pt x="902" y="72"/>
                    <a:pt x="829" y="1"/>
                    <a:pt x="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8"/>
            <p:cNvSpPr/>
            <p:nvPr/>
          </p:nvSpPr>
          <p:spPr>
            <a:xfrm>
              <a:off x="3160527" y="2132122"/>
              <a:ext cx="332270" cy="280150"/>
            </a:xfrm>
            <a:custGeom>
              <a:avLst/>
              <a:gdLst/>
              <a:ahLst/>
              <a:cxnLst/>
              <a:rect l="l" t="t" r="r" b="b"/>
              <a:pathLst>
                <a:path w="10895" h="9186" extrusionOk="0">
                  <a:moveTo>
                    <a:pt x="3274" y="931"/>
                  </a:moveTo>
                  <a:lnTo>
                    <a:pt x="3274" y="5778"/>
                  </a:lnTo>
                  <a:lnTo>
                    <a:pt x="327" y="5778"/>
                  </a:lnTo>
                  <a:lnTo>
                    <a:pt x="327" y="931"/>
                  </a:lnTo>
                  <a:close/>
                  <a:moveTo>
                    <a:pt x="3272" y="6096"/>
                  </a:moveTo>
                  <a:lnTo>
                    <a:pt x="3272" y="8866"/>
                  </a:lnTo>
                  <a:lnTo>
                    <a:pt x="324" y="8866"/>
                  </a:lnTo>
                  <a:lnTo>
                    <a:pt x="324" y="6096"/>
                  </a:lnTo>
                  <a:close/>
                  <a:moveTo>
                    <a:pt x="928" y="0"/>
                  </a:moveTo>
                  <a:cubicBezTo>
                    <a:pt x="809" y="0"/>
                    <a:pt x="696" y="58"/>
                    <a:pt x="627" y="157"/>
                  </a:cubicBezTo>
                  <a:lnTo>
                    <a:pt x="305" y="611"/>
                  </a:lnTo>
                  <a:lnTo>
                    <a:pt x="161" y="611"/>
                  </a:lnTo>
                  <a:cubicBezTo>
                    <a:pt x="74" y="611"/>
                    <a:pt x="1" y="684"/>
                    <a:pt x="1" y="771"/>
                  </a:cubicBezTo>
                  <a:lnTo>
                    <a:pt x="1" y="9026"/>
                  </a:lnTo>
                  <a:cubicBezTo>
                    <a:pt x="1" y="9114"/>
                    <a:pt x="74" y="9186"/>
                    <a:pt x="161" y="9186"/>
                  </a:cubicBezTo>
                  <a:lnTo>
                    <a:pt x="8552" y="9186"/>
                  </a:lnTo>
                  <a:cubicBezTo>
                    <a:pt x="8640" y="9186"/>
                    <a:pt x="8711" y="9114"/>
                    <a:pt x="8711" y="9026"/>
                  </a:cubicBezTo>
                  <a:cubicBezTo>
                    <a:pt x="8711" y="8939"/>
                    <a:pt x="8640" y="8868"/>
                    <a:pt x="8552" y="8868"/>
                  </a:cubicBezTo>
                  <a:lnTo>
                    <a:pt x="6530" y="8868"/>
                  </a:lnTo>
                  <a:lnTo>
                    <a:pt x="6530" y="2415"/>
                  </a:lnTo>
                  <a:cubicBezTo>
                    <a:pt x="6530" y="2328"/>
                    <a:pt x="6457" y="2255"/>
                    <a:pt x="6370" y="2255"/>
                  </a:cubicBezTo>
                  <a:cubicBezTo>
                    <a:pt x="6284" y="2255"/>
                    <a:pt x="6211" y="2328"/>
                    <a:pt x="6211" y="2415"/>
                  </a:cubicBezTo>
                  <a:lnTo>
                    <a:pt x="6211" y="8868"/>
                  </a:lnTo>
                  <a:lnTo>
                    <a:pt x="3589" y="8868"/>
                  </a:lnTo>
                  <a:lnTo>
                    <a:pt x="3589" y="931"/>
                  </a:lnTo>
                  <a:lnTo>
                    <a:pt x="6211" y="931"/>
                  </a:lnTo>
                  <a:lnTo>
                    <a:pt x="6211" y="1777"/>
                  </a:lnTo>
                  <a:cubicBezTo>
                    <a:pt x="6211" y="1865"/>
                    <a:pt x="6284" y="1937"/>
                    <a:pt x="6370" y="1937"/>
                  </a:cubicBezTo>
                  <a:cubicBezTo>
                    <a:pt x="6457" y="1937"/>
                    <a:pt x="6530" y="1865"/>
                    <a:pt x="6530" y="1777"/>
                  </a:cubicBezTo>
                  <a:lnTo>
                    <a:pt x="6530" y="931"/>
                  </a:lnTo>
                  <a:lnTo>
                    <a:pt x="10571" y="931"/>
                  </a:lnTo>
                  <a:lnTo>
                    <a:pt x="10571" y="8868"/>
                  </a:lnTo>
                  <a:lnTo>
                    <a:pt x="9190" y="8868"/>
                  </a:lnTo>
                  <a:cubicBezTo>
                    <a:pt x="9103" y="8868"/>
                    <a:pt x="9031" y="8939"/>
                    <a:pt x="9031" y="9026"/>
                  </a:cubicBezTo>
                  <a:cubicBezTo>
                    <a:pt x="9031" y="9114"/>
                    <a:pt x="9103" y="9186"/>
                    <a:pt x="9190" y="9186"/>
                  </a:cubicBezTo>
                  <a:lnTo>
                    <a:pt x="10729" y="9186"/>
                  </a:lnTo>
                  <a:cubicBezTo>
                    <a:pt x="10818" y="9186"/>
                    <a:pt x="10889" y="9114"/>
                    <a:pt x="10889" y="9026"/>
                  </a:cubicBezTo>
                  <a:lnTo>
                    <a:pt x="10889" y="771"/>
                  </a:lnTo>
                  <a:cubicBezTo>
                    <a:pt x="10894" y="683"/>
                    <a:pt x="10825" y="611"/>
                    <a:pt x="10734" y="611"/>
                  </a:cubicBezTo>
                  <a:lnTo>
                    <a:pt x="10590" y="611"/>
                  </a:lnTo>
                  <a:lnTo>
                    <a:pt x="10268" y="157"/>
                  </a:lnTo>
                  <a:cubicBezTo>
                    <a:pt x="10200" y="58"/>
                    <a:pt x="10088" y="0"/>
                    <a:pt x="9967" y="0"/>
                  </a:cubicBezTo>
                  <a:lnTo>
                    <a:pt x="8410" y="0"/>
                  </a:lnTo>
                  <a:cubicBezTo>
                    <a:pt x="8324" y="0"/>
                    <a:pt x="8250" y="74"/>
                    <a:pt x="8250" y="160"/>
                  </a:cubicBezTo>
                  <a:cubicBezTo>
                    <a:pt x="8250" y="247"/>
                    <a:pt x="8324" y="320"/>
                    <a:pt x="8410" y="320"/>
                  </a:cubicBezTo>
                  <a:lnTo>
                    <a:pt x="9967" y="320"/>
                  </a:lnTo>
                  <a:cubicBezTo>
                    <a:pt x="9984" y="320"/>
                    <a:pt x="9999" y="329"/>
                    <a:pt x="10008" y="341"/>
                  </a:cubicBezTo>
                  <a:lnTo>
                    <a:pt x="10198" y="615"/>
                  </a:lnTo>
                  <a:lnTo>
                    <a:pt x="696" y="615"/>
                  </a:lnTo>
                  <a:lnTo>
                    <a:pt x="887" y="341"/>
                  </a:lnTo>
                  <a:cubicBezTo>
                    <a:pt x="896" y="329"/>
                    <a:pt x="911" y="320"/>
                    <a:pt x="928" y="320"/>
                  </a:cubicBezTo>
                  <a:lnTo>
                    <a:pt x="7769" y="320"/>
                  </a:lnTo>
                  <a:cubicBezTo>
                    <a:pt x="7857" y="320"/>
                    <a:pt x="7929" y="247"/>
                    <a:pt x="7929" y="160"/>
                  </a:cubicBezTo>
                  <a:cubicBezTo>
                    <a:pt x="7929" y="74"/>
                    <a:pt x="7857" y="0"/>
                    <a:pt x="7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48"/>
          <p:cNvGrpSpPr/>
          <p:nvPr/>
        </p:nvGrpSpPr>
        <p:grpSpPr>
          <a:xfrm>
            <a:off x="4368255" y="2269545"/>
            <a:ext cx="407489" cy="407603"/>
            <a:chOff x="2347191" y="2106078"/>
            <a:chExt cx="332047" cy="332141"/>
          </a:xfrm>
        </p:grpSpPr>
        <p:sp>
          <p:nvSpPr>
            <p:cNvPr id="720" name="Google Shape;720;p48"/>
            <p:cNvSpPr/>
            <p:nvPr/>
          </p:nvSpPr>
          <p:spPr>
            <a:xfrm>
              <a:off x="2488328" y="2136452"/>
              <a:ext cx="49772" cy="48979"/>
            </a:xfrm>
            <a:custGeom>
              <a:avLst/>
              <a:gdLst/>
              <a:ahLst/>
              <a:cxnLst/>
              <a:rect l="l" t="t" r="r" b="b"/>
              <a:pathLst>
                <a:path w="1632" h="1606" extrusionOk="0">
                  <a:moveTo>
                    <a:pt x="814" y="320"/>
                  </a:moveTo>
                  <a:cubicBezTo>
                    <a:pt x="943" y="320"/>
                    <a:pt x="1067" y="371"/>
                    <a:pt x="1157" y="461"/>
                  </a:cubicBezTo>
                  <a:cubicBezTo>
                    <a:pt x="1254" y="559"/>
                    <a:pt x="1307" y="695"/>
                    <a:pt x="1297" y="833"/>
                  </a:cubicBezTo>
                  <a:cubicBezTo>
                    <a:pt x="1283" y="1073"/>
                    <a:pt x="1089" y="1267"/>
                    <a:pt x="847" y="1284"/>
                  </a:cubicBezTo>
                  <a:cubicBezTo>
                    <a:pt x="837" y="1285"/>
                    <a:pt x="827" y="1285"/>
                    <a:pt x="817" y="1285"/>
                  </a:cubicBezTo>
                  <a:cubicBezTo>
                    <a:pt x="688" y="1285"/>
                    <a:pt x="565" y="1234"/>
                    <a:pt x="475" y="1143"/>
                  </a:cubicBezTo>
                  <a:cubicBezTo>
                    <a:pt x="376" y="1046"/>
                    <a:pt x="325" y="910"/>
                    <a:pt x="334" y="772"/>
                  </a:cubicBezTo>
                  <a:cubicBezTo>
                    <a:pt x="349" y="530"/>
                    <a:pt x="543" y="338"/>
                    <a:pt x="784" y="321"/>
                  </a:cubicBezTo>
                  <a:cubicBezTo>
                    <a:pt x="794" y="321"/>
                    <a:pt x="804" y="320"/>
                    <a:pt x="814" y="320"/>
                  </a:cubicBezTo>
                  <a:close/>
                  <a:moveTo>
                    <a:pt x="807" y="0"/>
                  </a:moveTo>
                  <a:cubicBezTo>
                    <a:pt x="793" y="0"/>
                    <a:pt x="779" y="1"/>
                    <a:pt x="764" y="1"/>
                  </a:cubicBezTo>
                  <a:cubicBezTo>
                    <a:pt x="361" y="27"/>
                    <a:pt x="41" y="348"/>
                    <a:pt x="15" y="750"/>
                  </a:cubicBezTo>
                  <a:cubicBezTo>
                    <a:pt x="0" y="980"/>
                    <a:pt x="85" y="1206"/>
                    <a:pt x="248" y="1369"/>
                  </a:cubicBezTo>
                  <a:cubicBezTo>
                    <a:pt x="396" y="1518"/>
                    <a:pt x="600" y="1605"/>
                    <a:pt x="820" y="1605"/>
                  </a:cubicBezTo>
                  <a:cubicBezTo>
                    <a:pt x="836" y="1605"/>
                    <a:pt x="852" y="1605"/>
                    <a:pt x="868" y="1604"/>
                  </a:cubicBezTo>
                  <a:cubicBezTo>
                    <a:pt x="1269" y="1578"/>
                    <a:pt x="1591" y="1257"/>
                    <a:pt x="1616" y="855"/>
                  </a:cubicBezTo>
                  <a:cubicBezTo>
                    <a:pt x="1632" y="626"/>
                    <a:pt x="1547" y="399"/>
                    <a:pt x="1382" y="236"/>
                  </a:cubicBezTo>
                  <a:cubicBezTo>
                    <a:pt x="1229" y="83"/>
                    <a:pt x="1023" y="0"/>
                    <a:pt x="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8"/>
            <p:cNvSpPr/>
            <p:nvPr/>
          </p:nvSpPr>
          <p:spPr>
            <a:xfrm>
              <a:off x="2462284" y="2106078"/>
              <a:ext cx="101923" cy="109700"/>
            </a:xfrm>
            <a:custGeom>
              <a:avLst/>
              <a:gdLst/>
              <a:ahLst/>
              <a:cxnLst/>
              <a:rect l="l" t="t" r="r" b="b"/>
              <a:pathLst>
                <a:path w="3342" h="3597" extrusionOk="0">
                  <a:moveTo>
                    <a:pt x="1766" y="320"/>
                  </a:moveTo>
                  <a:cubicBezTo>
                    <a:pt x="1786" y="320"/>
                    <a:pt x="1805" y="330"/>
                    <a:pt x="1815" y="347"/>
                  </a:cubicBezTo>
                  <a:lnTo>
                    <a:pt x="1916" y="511"/>
                  </a:lnTo>
                  <a:cubicBezTo>
                    <a:pt x="1948" y="563"/>
                    <a:pt x="1994" y="611"/>
                    <a:pt x="2050" y="640"/>
                  </a:cubicBezTo>
                  <a:lnTo>
                    <a:pt x="2489" y="895"/>
                  </a:lnTo>
                  <a:cubicBezTo>
                    <a:pt x="2545" y="928"/>
                    <a:pt x="2606" y="945"/>
                    <a:pt x="2671" y="946"/>
                  </a:cubicBezTo>
                  <a:lnTo>
                    <a:pt x="2862" y="951"/>
                  </a:lnTo>
                  <a:cubicBezTo>
                    <a:pt x="2880" y="951"/>
                    <a:pt x="2901" y="962"/>
                    <a:pt x="2909" y="979"/>
                  </a:cubicBezTo>
                  <a:lnTo>
                    <a:pt x="3003" y="1140"/>
                  </a:lnTo>
                  <a:cubicBezTo>
                    <a:pt x="3013" y="1157"/>
                    <a:pt x="3013" y="1179"/>
                    <a:pt x="3003" y="1195"/>
                  </a:cubicBezTo>
                  <a:lnTo>
                    <a:pt x="2911" y="1363"/>
                  </a:lnTo>
                  <a:cubicBezTo>
                    <a:pt x="2880" y="1419"/>
                    <a:pt x="2863" y="1480"/>
                    <a:pt x="2863" y="1543"/>
                  </a:cubicBezTo>
                  <a:lnTo>
                    <a:pt x="2863" y="2052"/>
                  </a:lnTo>
                  <a:cubicBezTo>
                    <a:pt x="2863" y="2117"/>
                    <a:pt x="2880" y="2178"/>
                    <a:pt x="2911" y="2234"/>
                  </a:cubicBezTo>
                  <a:lnTo>
                    <a:pt x="3003" y="2401"/>
                  </a:lnTo>
                  <a:cubicBezTo>
                    <a:pt x="3011" y="2418"/>
                    <a:pt x="3011" y="2440"/>
                    <a:pt x="3003" y="2457"/>
                  </a:cubicBezTo>
                  <a:lnTo>
                    <a:pt x="2909" y="2619"/>
                  </a:lnTo>
                  <a:cubicBezTo>
                    <a:pt x="2897" y="2636"/>
                    <a:pt x="2880" y="2646"/>
                    <a:pt x="2862" y="2646"/>
                  </a:cubicBezTo>
                  <a:lnTo>
                    <a:pt x="2671" y="2649"/>
                  </a:lnTo>
                  <a:cubicBezTo>
                    <a:pt x="2606" y="2653"/>
                    <a:pt x="2545" y="2670"/>
                    <a:pt x="2489" y="2702"/>
                  </a:cubicBezTo>
                  <a:lnTo>
                    <a:pt x="2050" y="2957"/>
                  </a:lnTo>
                  <a:cubicBezTo>
                    <a:pt x="1994" y="2988"/>
                    <a:pt x="1950" y="3032"/>
                    <a:pt x="1916" y="3087"/>
                  </a:cubicBezTo>
                  <a:lnTo>
                    <a:pt x="1815" y="3250"/>
                  </a:lnTo>
                  <a:cubicBezTo>
                    <a:pt x="1805" y="3267"/>
                    <a:pt x="1786" y="3277"/>
                    <a:pt x="1766" y="3277"/>
                  </a:cubicBezTo>
                  <a:lnTo>
                    <a:pt x="1579" y="3277"/>
                  </a:lnTo>
                  <a:cubicBezTo>
                    <a:pt x="1560" y="3277"/>
                    <a:pt x="1541" y="3267"/>
                    <a:pt x="1531" y="3250"/>
                  </a:cubicBezTo>
                  <a:lnTo>
                    <a:pt x="1431" y="3087"/>
                  </a:lnTo>
                  <a:cubicBezTo>
                    <a:pt x="1399" y="3032"/>
                    <a:pt x="1353" y="2986"/>
                    <a:pt x="1296" y="2957"/>
                  </a:cubicBezTo>
                  <a:lnTo>
                    <a:pt x="856" y="2702"/>
                  </a:lnTo>
                  <a:cubicBezTo>
                    <a:pt x="801" y="2670"/>
                    <a:pt x="740" y="2653"/>
                    <a:pt x="675" y="2649"/>
                  </a:cubicBezTo>
                  <a:lnTo>
                    <a:pt x="485" y="2646"/>
                  </a:lnTo>
                  <a:cubicBezTo>
                    <a:pt x="464" y="2646"/>
                    <a:pt x="446" y="2636"/>
                    <a:pt x="437" y="2619"/>
                  </a:cubicBezTo>
                  <a:lnTo>
                    <a:pt x="344" y="2457"/>
                  </a:lnTo>
                  <a:cubicBezTo>
                    <a:pt x="333" y="2440"/>
                    <a:pt x="333" y="2418"/>
                    <a:pt x="344" y="2401"/>
                  </a:cubicBezTo>
                  <a:lnTo>
                    <a:pt x="436" y="2234"/>
                  </a:lnTo>
                  <a:cubicBezTo>
                    <a:pt x="464" y="2178"/>
                    <a:pt x="481" y="2117"/>
                    <a:pt x="481" y="2052"/>
                  </a:cubicBezTo>
                  <a:lnTo>
                    <a:pt x="481" y="1543"/>
                  </a:lnTo>
                  <a:cubicBezTo>
                    <a:pt x="481" y="1480"/>
                    <a:pt x="464" y="1419"/>
                    <a:pt x="436" y="1363"/>
                  </a:cubicBezTo>
                  <a:lnTo>
                    <a:pt x="344" y="1195"/>
                  </a:lnTo>
                  <a:cubicBezTo>
                    <a:pt x="333" y="1179"/>
                    <a:pt x="333" y="1157"/>
                    <a:pt x="344" y="1140"/>
                  </a:cubicBezTo>
                  <a:lnTo>
                    <a:pt x="437" y="979"/>
                  </a:lnTo>
                  <a:cubicBezTo>
                    <a:pt x="447" y="962"/>
                    <a:pt x="464" y="951"/>
                    <a:pt x="485" y="951"/>
                  </a:cubicBezTo>
                  <a:lnTo>
                    <a:pt x="675" y="946"/>
                  </a:lnTo>
                  <a:cubicBezTo>
                    <a:pt x="740" y="945"/>
                    <a:pt x="801" y="928"/>
                    <a:pt x="856" y="895"/>
                  </a:cubicBezTo>
                  <a:lnTo>
                    <a:pt x="1296" y="640"/>
                  </a:lnTo>
                  <a:cubicBezTo>
                    <a:pt x="1353" y="608"/>
                    <a:pt x="1397" y="563"/>
                    <a:pt x="1431" y="511"/>
                  </a:cubicBezTo>
                  <a:lnTo>
                    <a:pt x="1531" y="347"/>
                  </a:lnTo>
                  <a:cubicBezTo>
                    <a:pt x="1541" y="330"/>
                    <a:pt x="1558" y="320"/>
                    <a:pt x="1579" y="320"/>
                  </a:cubicBezTo>
                  <a:close/>
                  <a:moveTo>
                    <a:pt x="1577" y="0"/>
                  </a:moveTo>
                  <a:cubicBezTo>
                    <a:pt x="1448" y="0"/>
                    <a:pt x="1324" y="70"/>
                    <a:pt x="1256" y="181"/>
                  </a:cubicBezTo>
                  <a:lnTo>
                    <a:pt x="1157" y="344"/>
                  </a:lnTo>
                  <a:cubicBezTo>
                    <a:pt x="1152" y="352"/>
                    <a:pt x="1143" y="359"/>
                    <a:pt x="1137" y="364"/>
                  </a:cubicBezTo>
                  <a:lnTo>
                    <a:pt x="698" y="620"/>
                  </a:lnTo>
                  <a:cubicBezTo>
                    <a:pt x="689" y="623"/>
                    <a:pt x="681" y="625"/>
                    <a:pt x="669" y="628"/>
                  </a:cubicBezTo>
                  <a:lnTo>
                    <a:pt x="478" y="632"/>
                  </a:lnTo>
                  <a:cubicBezTo>
                    <a:pt x="349" y="633"/>
                    <a:pt x="225" y="706"/>
                    <a:pt x="162" y="819"/>
                  </a:cubicBezTo>
                  <a:lnTo>
                    <a:pt x="66" y="980"/>
                  </a:lnTo>
                  <a:cubicBezTo>
                    <a:pt x="2" y="1093"/>
                    <a:pt x="2" y="1235"/>
                    <a:pt x="63" y="1348"/>
                  </a:cubicBezTo>
                  <a:lnTo>
                    <a:pt x="155" y="1516"/>
                  </a:lnTo>
                  <a:cubicBezTo>
                    <a:pt x="158" y="1525"/>
                    <a:pt x="162" y="1533"/>
                    <a:pt x="162" y="1543"/>
                  </a:cubicBezTo>
                  <a:lnTo>
                    <a:pt x="162" y="2052"/>
                  </a:lnTo>
                  <a:cubicBezTo>
                    <a:pt x="163" y="2064"/>
                    <a:pt x="162" y="2073"/>
                    <a:pt x="155" y="2081"/>
                  </a:cubicBezTo>
                  <a:lnTo>
                    <a:pt x="63" y="2248"/>
                  </a:lnTo>
                  <a:cubicBezTo>
                    <a:pt x="0" y="2363"/>
                    <a:pt x="2" y="2503"/>
                    <a:pt x="66" y="2617"/>
                  </a:cubicBezTo>
                  <a:lnTo>
                    <a:pt x="162" y="2779"/>
                  </a:lnTo>
                  <a:cubicBezTo>
                    <a:pt x="226" y="2891"/>
                    <a:pt x="349" y="2962"/>
                    <a:pt x="478" y="2966"/>
                  </a:cubicBezTo>
                  <a:lnTo>
                    <a:pt x="669" y="2969"/>
                  </a:lnTo>
                  <a:cubicBezTo>
                    <a:pt x="677" y="2969"/>
                    <a:pt x="689" y="2971"/>
                    <a:pt x="698" y="2978"/>
                  </a:cubicBezTo>
                  <a:lnTo>
                    <a:pt x="1137" y="3233"/>
                  </a:lnTo>
                  <a:cubicBezTo>
                    <a:pt x="1145" y="3238"/>
                    <a:pt x="1152" y="3243"/>
                    <a:pt x="1157" y="3252"/>
                  </a:cubicBezTo>
                  <a:lnTo>
                    <a:pt x="1256" y="3417"/>
                  </a:lnTo>
                  <a:cubicBezTo>
                    <a:pt x="1324" y="3527"/>
                    <a:pt x="1448" y="3597"/>
                    <a:pt x="1577" y="3597"/>
                  </a:cubicBezTo>
                  <a:lnTo>
                    <a:pt x="1764" y="3597"/>
                  </a:lnTo>
                  <a:cubicBezTo>
                    <a:pt x="1894" y="3597"/>
                    <a:pt x="2018" y="3527"/>
                    <a:pt x="2086" y="3417"/>
                  </a:cubicBezTo>
                  <a:lnTo>
                    <a:pt x="2185" y="3252"/>
                  </a:lnTo>
                  <a:cubicBezTo>
                    <a:pt x="2190" y="3243"/>
                    <a:pt x="2198" y="3238"/>
                    <a:pt x="2205" y="3233"/>
                  </a:cubicBezTo>
                  <a:lnTo>
                    <a:pt x="2644" y="2978"/>
                  </a:lnTo>
                  <a:cubicBezTo>
                    <a:pt x="2652" y="2974"/>
                    <a:pt x="2661" y="2971"/>
                    <a:pt x="2673" y="2969"/>
                  </a:cubicBezTo>
                  <a:lnTo>
                    <a:pt x="2863" y="2966"/>
                  </a:lnTo>
                  <a:cubicBezTo>
                    <a:pt x="2993" y="2962"/>
                    <a:pt x="3117" y="2891"/>
                    <a:pt x="3182" y="2779"/>
                  </a:cubicBezTo>
                  <a:lnTo>
                    <a:pt x="3275" y="2617"/>
                  </a:lnTo>
                  <a:cubicBezTo>
                    <a:pt x="3340" y="2503"/>
                    <a:pt x="3340" y="2362"/>
                    <a:pt x="3278" y="2248"/>
                  </a:cubicBezTo>
                  <a:lnTo>
                    <a:pt x="3187" y="2081"/>
                  </a:lnTo>
                  <a:cubicBezTo>
                    <a:pt x="3183" y="2073"/>
                    <a:pt x="3180" y="2064"/>
                    <a:pt x="3180" y="2052"/>
                  </a:cubicBezTo>
                  <a:lnTo>
                    <a:pt x="3180" y="1543"/>
                  </a:lnTo>
                  <a:cubicBezTo>
                    <a:pt x="3180" y="1535"/>
                    <a:pt x="3183" y="1525"/>
                    <a:pt x="3187" y="1516"/>
                  </a:cubicBezTo>
                  <a:lnTo>
                    <a:pt x="3278" y="1348"/>
                  </a:lnTo>
                  <a:cubicBezTo>
                    <a:pt x="3341" y="1234"/>
                    <a:pt x="3340" y="1093"/>
                    <a:pt x="3275" y="980"/>
                  </a:cubicBezTo>
                  <a:lnTo>
                    <a:pt x="3182" y="819"/>
                  </a:lnTo>
                  <a:cubicBezTo>
                    <a:pt x="3115" y="706"/>
                    <a:pt x="2993" y="633"/>
                    <a:pt x="2863" y="632"/>
                  </a:cubicBezTo>
                  <a:lnTo>
                    <a:pt x="2673" y="628"/>
                  </a:lnTo>
                  <a:cubicBezTo>
                    <a:pt x="2664" y="628"/>
                    <a:pt x="2652" y="625"/>
                    <a:pt x="2644" y="620"/>
                  </a:cubicBezTo>
                  <a:lnTo>
                    <a:pt x="2205" y="364"/>
                  </a:lnTo>
                  <a:cubicBezTo>
                    <a:pt x="2196" y="359"/>
                    <a:pt x="2190" y="352"/>
                    <a:pt x="2185" y="344"/>
                  </a:cubicBezTo>
                  <a:lnTo>
                    <a:pt x="2086" y="181"/>
                  </a:lnTo>
                  <a:cubicBezTo>
                    <a:pt x="2018" y="70"/>
                    <a:pt x="1894" y="0"/>
                    <a:pt x="1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8"/>
            <p:cNvSpPr/>
            <p:nvPr/>
          </p:nvSpPr>
          <p:spPr>
            <a:xfrm>
              <a:off x="2364208" y="2349103"/>
              <a:ext cx="14608" cy="9729"/>
            </a:xfrm>
            <a:custGeom>
              <a:avLst/>
              <a:gdLst/>
              <a:ahLst/>
              <a:cxnLst/>
              <a:rect l="l" t="t" r="r" b="b"/>
              <a:pathLst>
                <a:path w="479" h="319" extrusionOk="0">
                  <a:moveTo>
                    <a:pt x="159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247"/>
                    <a:pt x="72" y="318"/>
                    <a:pt x="159" y="318"/>
                  </a:cubicBezTo>
                  <a:lnTo>
                    <a:pt x="319" y="318"/>
                  </a:lnTo>
                  <a:cubicBezTo>
                    <a:pt x="405" y="318"/>
                    <a:pt x="479" y="247"/>
                    <a:pt x="479" y="160"/>
                  </a:cubicBezTo>
                  <a:cubicBezTo>
                    <a:pt x="479" y="72"/>
                    <a:pt x="405" y="0"/>
                    <a:pt x="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8"/>
            <p:cNvSpPr/>
            <p:nvPr/>
          </p:nvSpPr>
          <p:spPr>
            <a:xfrm>
              <a:off x="2383451" y="2349103"/>
              <a:ext cx="41965" cy="9729"/>
            </a:xfrm>
            <a:custGeom>
              <a:avLst/>
              <a:gdLst/>
              <a:ahLst/>
              <a:cxnLst/>
              <a:rect l="l" t="t" r="r" b="b"/>
              <a:pathLst>
                <a:path w="1376" h="319" extrusionOk="0">
                  <a:moveTo>
                    <a:pt x="161" y="0"/>
                  </a:moveTo>
                  <a:cubicBezTo>
                    <a:pt x="72" y="0"/>
                    <a:pt x="1" y="72"/>
                    <a:pt x="1" y="160"/>
                  </a:cubicBezTo>
                  <a:cubicBezTo>
                    <a:pt x="1" y="247"/>
                    <a:pt x="72" y="318"/>
                    <a:pt x="161" y="318"/>
                  </a:cubicBezTo>
                  <a:lnTo>
                    <a:pt x="1217" y="318"/>
                  </a:lnTo>
                  <a:cubicBezTo>
                    <a:pt x="1304" y="318"/>
                    <a:pt x="1375" y="247"/>
                    <a:pt x="1375" y="160"/>
                  </a:cubicBezTo>
                  <a:cubicBezTo>
                    <a:pt x="1375" y="72"/>
                    <a:pt x="1304" y="0"/>
                    <a:pt x="1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8"/>
            <p:cNvSpPr/>
            <p:nvPr/>
          </p:nvSpPr>
          <p:spPr>
            <a:xfrm>
              <a:off x="2364208" y="2368803"/>
              <a:ext cx="14608" cy="9729"/>
            </a:xfrm>
            <a:custGeom>
              <a:avLst/>
              <a:gdLst/>
              <a:ahLst/>
              <a:cxnLst/>
              <a:rect l="l" t="t" r="r" b="b"/>
              <a:pathLst>
                <a:path w="479" h="319" extrusionOk="0">
                  <a:moveTo>
                    <a:pt x="159" y="1"/>
                  </a:moveTo>
                  <a:cubicBezTo>
                    <a:pt x="72" y="1"/>
                    <a:pt x="0" y="72"/>
                    <a:pt x="0" y="159"/>
                  </a:cubicBezTo>
                  <a:cubicBezTo>
                    <a:pt x="0" y="248"/>
                    <a:pt x="72" y="319"/>
                    <a:pt x="159" y="319"/>
                  </a:cubicBezTo>
                  <a:lnTo>
                    <a:pt x="319" y="319"/>
                  </a:lnTo>
                  <a:cubicBezTo>
                    <a:pt x="405" y="319"/>
                    <a:pt x="479" y="248"/>
                    <a:pt x="479" y="159"/>
                  </a:cubicBezTo>
                  <a:cubicBezTo>
                    <a:pt x="479" y="72"/>
                    <a:pt x="405" y="1"/>
                    <a:pt x="3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8"/>
            <p:cNvSpPr/>
            <p:nvPr/>
          </p:nvSpPr>
          <p:spPr>
            <a:xfrm>
              <a:off x="2383451" y="2368803"/>
              <a:ext cx="41965" cy="9729"/>
            </a:xfrm>
            <a:custGeom>
              <a:avLst/>
              <a:gdLst/>
              <a:ahLst/>
              <a:cxnLst/>
              <a:rect l="l" t="t" r="r" b="b"/>
              <a:pathLst>
                <a:path w="1376" h="319" extrusionOk="0">
                  <a:moveTo>
                    <a:pt x="161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8"/>
                    <a:pt x="72" y="319"/>
                    <a:pt x="161" y="319"/>
                  </a:cubicBezTo>
                  <a:lnTo>
                    <a:pt x="1217" y="319"/>
                  </a:lnTo>
                  <a:cubicBezTo>
                    <a:pt x="1304" y="319"/>
                    <a:pt x="1375" y="248"/>
                    <a:pt x="1375" y="159"/>
                  </a:cubicBezTo>
                  <a:cubicBezTo>
                    <a:pt x="1375" y="72"/>
                    <a:pt x="1304" y="1"/>
                    <a:pt x="1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8"/>
            <p:cNvSpPr/>
            <p:nvPr/>
          </p:nvSpPr>
          <p:spPr>
            <a:xfrm>
              <a:off x="2364208" y="2388534"/>
              <a:ext cx="14608" cy="9729"/>
            </a:xfrm>
            <a:custGeom>
              <a:avLst/>
              <a:gdLst/>
              <a:ahLst/>
              <a:cxnLst/>
              <a:rect l="l" t="t" r="r" b="b"/>
              <a:pathLst>
                <a:path w="479" h="319" extrusionOk="0">
                  <a:moveTo>
                    <a:pt x="159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247"/>
                    <a:pt x="72" y="319"/>
                    <a:pt x="159" y="319"/>
                  </a:cubicBezTo>
                  <a:lnTo>
                    <a:pt x="319" y="319"/>
                  </a:lnTo>
                  <a:cubicBezTo>
                    <a:pt x="405" y="319"/>
                    <a:pt x="479" y="247"/>
                    <a:pt x="479" y="160"/>
                  </a:cubicBezTo>
                  <a:cubicBezTo>
                    <a:pt x="479" y="72"/>
                    <a:pt x="405" y="0"/>
                    <a:pt x="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8"/>
            <p:cNvSpPr/>
            <p:nvPr/>
          </p:nvSpPr>
          <p:spPr>
            <a:xfrm>
              <a:off x="2383451" y="2388534"/>
              <a:ext cx="41965" cy="9729"/>
            </a:xfrm>
            <a:custGeom>
              <a:avLst/>
              <a:gdLst/>
              <a:ahLst/>
              <a:cxnLst/>
              <a:rect l="l" t="t" r="r" b="b"/>
              <a:pathLst>
                <a:path w="1376" h="319" extrusionOk="0">
                  <a:moveTo>
                    <a:pt x="161" y="0"/>
                  </a:moveTo>
                  <a:cubicBezTo>
                    <a:pt x="72" y="0"/>
                    <a:pt x="1" y="72"/>
                    <a:pt x="1" y="160"/>
                  </a:cubicBezTo>
                  <a:cubicBezTo>
                    <a:pt x="1" y="247"/>
                    <a:pt x="72" y="319"/>
                    <a:pt x="161" y="319"/>
                  </a:cubicBezTo>
                  <a:lnTo>
                    <a:pt x="1217" y="319"/>
                  </a:lnTo>
                  <a:cubicBezTo>
                    <a:pt x="1304" y="319"/>
                    <a:pt x="1375" y="247"/>
                    <a:pt x="1375" y="160"/>
                  </a:cubicBezTo>
                  <a:cubicBezTo>
                    <a:pt x="1375" y="72"/>
                    <a:pt x="1304" y="0"/>
                    <a:pt x="1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8"/>
            <p:cNvSpPr/>
            <p:nvPr/>
          </p:nvSpPr>
          <p:spPr>
            <a:xfrm>
              <a:off x="2364208" y="2408235"/>
              <a:ext cx="14608" cy="9759"/>
            </a:xfrm>
            <a:custGeom>
              <a:avLst/>
              <a:gdLst/>
              <a:ahLst/>
              <a:cxnLst/>
              <a:rect l="l" t="t" r="r" b="b"/>
              <a:pathLst>
                <a:path w="479" h="320" extrusionOk="0">
                  <a:moveTo>
                    <a:pt x="159" y="1"/>
                  </a:moveTo>
                  <a:cubicBezTo>
                    <a:pt x="72" y="1"/>
                    <a:pt x="0" y="72"/>
                    <a:pt x="0" y="161"/>
                  </a:cubicBezTo>
                  <a:cubicBezTo>
                    <a:pt x="0" y="248"/>
                    <a:pt x="72" y="319"/>
                    <a:pt x="159" y="319"/>
                  </a:cubicBezTo>
                  <a:lnTo>
                    <a:pt x="319" y="319"/>
                  </a:lnTo>
                  <a:cubicBezTo>
                    <a:pt x="405" y="319"/>
                    <a:pt x="479" y="248"/>
                    <a:pt x="479" y="161"/>
                  </a:cubicBezTo>
                  <a:cubicBezTo>
                    <a:pt x="479" y="72"/>
                    <a:pt x="405" y="1"/>
                    <a:pt x="3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8"/>
            <p:cNvSpPr/>
            <p:nvPr/>
          </p:nvSpPr>
          <p:spPr>
            <a:xfrm>
              <a:off x="2383451" y="2408235"/>
              <a:ext cx="41965" cy="9759"/>
            </a:xfrm>
            <a:custGeom>
              <a:avLst/>
              <a:gdLst/>
              <a:ahLst/>
              <a:cxnLst/>
              <a:rect l="l" t="t" r="r" b="b"/>
              <a:pathLst>
                <a:path w="1376" h="320" extrusionOk="0">
                  <a:moveTo>
                    <a:pt x="161" y="1"/>
                  </a:moveTo>
                  <a:cubicBezTo>
                    <a:pt x="72" y="1"/>
                    <a:pt x="1" y="72"/>
                    <a:pt x="1" y="161"/>
                  </a:cubicBezTo>
                  <a:cubicBezTo>
                    <a:pt x="1" y="248"/>
                    <a:pt x="72" y="319"/>
                    <a:pt x="161" y="319"/>
                  </a:cubicBezTo>
                  <a:lnTo>
                    <a:pt x="1217" y="319"/>
                  </a:lnTo>
                  <a:cubicBezTo>
                    <a:pt x="1304" y="319"/>
                    <a:pt x="1375" y="248"/>
                    <a:pt x="1375" y="161"/>
                  </a:cubicBezTo>
                  <a:cubicBezTo>
                    <a:pt x="1375" y="72"/>
                    <a:pt x="1304" y="1"/>
                    <a:pt x="1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8"/>
            <p:cNvSpPr/>
            <p:nvPr/>
          </p:nvSpPr>
          <p:spPr>
            <a:xfrm>
              <a:off x="2383299" y="2312843"/>
              <a:ext cx="23056" cy="9759"/>
            </a:xfrm>
            <a:custGeom>
              <a:avLst/>
              <a:gdLst/>
              <a:ahLst/>
              <a:cxnLst/>
              <a:rect l="l" t="t" r="r" b="b"/>
              <a:pathLst>
                <a:path w="756" h="320" extrusionOk="0">
                  <a:moveTo>
                    <a:pt x="161" y="0"/>
                  </a:moveTo>
                  <a:cubicBezTo>
                    <a:pt x="74" y="0"/>
                    <a:pt x="1" y="73"/>
                    <a:pt x="1" y="160"/>
                  </a:cubicBezTo>
                  <a:cubicBezTo>
                    <a:pt x="1" y="247"/>
                    <a:pt x="74" y="320"/>
                    <a:pt x="161" y="320"/>
                  </a:cubicBezTo>
                  <a:lnTo>
                    <a:pt x="596" y="320"/>
                  </a:lnTo>
                  <a:cubicBezTo>
                    <a:pt x="685" y="320"/>
                    <a:pt x="756" y="247"/>
                    <a:pt x="756" y="160"/>
                  </a:cubicBezTo>
                  <a:cubicBezTo>
                    <a:pt x="756" y="73"/>
                    <a:pt x="685" y="0"/>
                    <a:pt x="5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8"/>
            <p:cNvSpPr/>
            <p:nvPr/>
          </p:nvSpPr>
          <p:spPr>
            <a:xfrm>
              <a:off x="2465547" y="2296801"/>
              <a:ext cx="95396" cy="141417"/>
            </a:xfrm>
            <a:custGeom>
              <a:avLst/>
              <a:gdLst/>
              <a:ahLst/>
              <a:cxnLst/>
              <a:rect l="l" t="t" r="r" b="b"/>
              <a:pathLst>
                <a:path w="3128" h="4637" extrusionOk="0">
                  <a:moveTo>
                    <a:pt x="2806" y="320"/>
                  </a:moveTo>
                  <a:lnTo>
                    <a:pt x="2806" y="1052"/>
                  </a:lnTo>
                  <a:lnTo>
                    <a:pt x="318" y="1052"/>
                  </a:lnTo>
                  <a:lnTo>
                    <a:pt x="318" y="320"/>
                  </a:lnTo>
                  <a:close/>
                  <a:moveTo>
                    <a:pt x="160" y="0"/>
                  </a:moveTo>
                  <a:cubicBezTo>
                    <a:pt x="73" y="0"/>
                    <a:pt x="0" y="74"/>
                    <a:pt x="0" y="160"/>
                  </a:cubicBezTo>
                  <a:lnTo>
                    <a:pt x="0" y="4478"/>
                  </a:lnTo>
                  <a:cubicBezTo>
                    <a:pt x="0" y="4565"/>
                    <a:pt x="73" y="4637"/>
                    <a:pt x="160" y="4637"/>
                  </a:cubicBezTo>
                  <a:lnTo>
                    <a:pt x="1463" y="4637"/>
                  </a:lnTo>
                  <a:cubicBezTo>
                    <a:pt x="1552" y="4637"/>
                    <a:pt x="1623" y="4565"/>
                    <a:pt x="1623" y="4478"/>
                  </a:cubicBezTo>
                  <a:cubicBezTo>
                    <a:pt x="1623" y="4390"/>
                    <a:pt x="1552" y="4318"/>
                    <a:pt x="1463" y="4318"/>
                  </a:cubicBezTo>
                  <a:lnTo>
                    <a:pt x="320" y="4318"/>
                  </a:lnTo>
                  <a:lnTo>
                    <a:pt x="320" y="1370"/>
                  </a:lnTo>
                  <a:lnTo>
                    <a:pt x="2807" y="1370"/>
                  </a:lnTo>
                  <a:lnTo>
                    <a:pt x="2807" y="4318"/>
                  </a:lnTo>
                  <a:lnTo>
                    <a:pt x="2100" y="4318"/>
                  </a:lnTo>
                  <a:cubicBezTo>
                    <a:pt x="2013" y="4318"/>
                    <a:pt x="1940" y="4390"/>
                    <a:pt x="1940" y="4478"/>
                  </a:cubicBezTo>
                  <a:cubicBezTo>
                    <a:pt x="1940" y="4565"/>
                    <a:pt x="2013" y="4637"/>
                    <a:pt x="2100" y="4637"/>
                  </a:cubicBezTo>
                  <a:lnTo>
                    <a:pt x="2967" y="4637"/>
                  </a:lnTo>
                  <a:cubicBezTo>
                    <a:pt x="3054" y="4637"/>
                    <a:pt x="3127" y="4565"/>
                    <a:pt x="3127" y="4478"/>
                  </a:cubicBezTo>
                  <a:lnTo>
                    <a:pt x="3127" y="160"/>
                  </a:lnTo>
                  <a:cubicBezTo>
                    <a:pt x="3127" y="74"/>
                    <a:pt x="3054" y="0"/>
                    <a:pt x="2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8"/>
            <p:cNvSpPr/>
            <p:nvPr/>
          </p:nvSpPr>
          <p:spPr>
            <a:xfrm>
              <a:off x="2482564" y="2349103"/>
              <a:ext cx="14608" cy="9729"/>
            </a:xfrm>
            <a:custGeom>
              <a:avLst/>
              <a:gdLst/>
              <a:ahLst/>
              <a:cxnLst/>
              <a:rect l="l" t="t" r="r" b="b"/>
              <a:pathLst>
                <a:path w="479" h="319" extrusionOk="0">
                  <a:moveTo>
                    <a:pt x="160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247"/>
                    <a:pt x="72" y="318"/>
                    <a:pt x="160" y="318"/>
                  </a:cubicBezTo>
                  <a:lnTo>
                    <a:pt x="318" y="318"/>
                  </a:lnTo>
                  <a:cubicBezTo>
                    <a:pt x="407" y="318"/>
                    <a:pt x="478" y="247"/>
                    <a:pt x="478" y="160"/>
                  </a:cubicBezTo>
                  <a:cubicBezTo>
                    <a:pt x="478" y="70"/>
                    <a:pt x="409" y="0"/>
                    <a:pt x="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8"/>
            <p:cNvSpPr/>
            <p:nvPr/>
          </p:nvSpPr>
          <p:spPr>
            <a:xfrm>
              <a:off x="2501807" y="2349103"/>
              <a:ext cx="41995" cy="9729"/>
            </a:xfrm>
            <a:custGeom>
              <a:avLst/>
              <a:gdLst/>
              <a:ahLst/>
              <a:cxnLst/>
              <a:rect l="l" t="t" r="r" b="b"/>
              <a:pathLst>
                <a:path w="1377" h="319" extrusionOk="0">
                  <a:moveTo>
                    <a:pt x="160" y="0"/>
                  </a:moveTo>
                  <a:cubicBezTo>
                    <a:pt x="74" y="0"/>
                    <a:pt x="0" y="72"/>
                    <a:pt x="0" y="160"/>
                  </a:cubicBezTo>
                  <a:cubicBezTo>
                    <a:pt x="0" y="247"/>
                    <a:pt x="74" y="318"/>
                    <a:pt x="160" y="318"/>
                  </a:cubicBezTo>
                  <a:lnTo>
                    <a:pt x="1217" y="318"/>
                  </a:lnTo>
                  <a:cubicBezTo>
                    <a:pt x="1304" y="318"/>
                    <a:pt x="1377" y="247"/>
                    <a:pt x="1377" y="160"/>
                  </a:cubicBezTo>
                  <a:cubicBezTo>
                    <a:pt x="1377" y="72"/>
                    <a:pt x="1304" y="0"/>
                    <a:pt x="1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8"/>
            <p:cNvSpPr/>
            <p:nvPr/>
          </p:nvSpPr>
          <p:spPr>
            <a:xfrm>
              <a:off x="2482564" y="2368803"/>
              <a:ext cx="14608" cy="9729"/>
            </a:xfrm>
            <a:custGeom>
              <a:avLst/>
              <a:gdLst/>
              <a:ahLst/>
              <a:cxnLst/>
              <a:rect l="l" t="t" r="r" b="b"/>
              <a:pathLst>
                <a:path w="479" h="319" extrusionOk="0">
                  <a:moveTo>
                    <a:pt x="160" y="1"/>
                  </a:moveTo>
                  <a:cubicBezTo>
                    <a:pt x="72" y="1"/>
                    <a:pt x="0" y="72"/>
                    <a:pt x="0" y="159"/>
                  </a:cubicBezTo>
                  <a:cubicBezTo>
                    <a:pt x="0" y="248"/>
                    <a:pt x="72" y="319"/>
                    <a:pt x="160" y="319"/>
                  </a:cubicBezTo>
                  <a:lnTo>
                    <a:pt x="318" y="319"/>
                  </a:lnTo>
                  <a:cubicBezTo>
                    <a:pt x="407" y="319"/>
                    <a:pt x="478" y="248"/>
                    <a:pt x="478" y="159"/>
                  </a:cubicBezTo>
                  <a:cubicBezTo>
                    <a:pt x="478" y="71"/>
                    <a:pt x="409" y="1"/>
                    <a:pt x="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8"/>
            <p:cNvSpPr/>
            <p:nvPr/>
          </p:nvSpPr>
          <p:spPr>
            <a:xfrm>
              <a:off x="2501807" y="2368803"/>
              <a:ext cx="41995" cy="9729"/>
            </a:xfrm>
            <a:custGeom>
              <a:avLst/>
              <a:gdLst/>
              <a:ahLst/>
              <a:cxnLst/>
              <a:rect l="l" t="t" r="r" b="b"/>
              <a:pathLst>
                <a:path w="1377" h="319" extrusionOk="0">
                  <a:moveTo>
                    <a:pt x="160" y="1"/>
                  </a:moveTo>
                  <a:cubicBezTo>
                    <a:pt x="74" y="1"/>
                    <a:pt x="0" y="72"/>
                    <a:pt x="0" y="159"/>
                  </a:cubicBezTo>
                  <a:cubicBezTo>
                    <a:pt x="0" y="248"/>
                    <a:pt x="74" y="319"/>
                    <a:pt x="160" y="319"/>
                  </a:cubicBezTo>
                  <a:lnTo>
                    <a:pt x="1217" y="319"/>
                  </a:lnTo>
                  <a:cubicBezTo>
                    <a:pt x="1304" y="319"/>
                    <a:pt x="1377" y="248"/>
                    <a:pt x="1377" y="159"/>
                  </a:cubicBezTo>
                  <a:cubicBezTo>
                    <a:pt x="1377" y="72"/>
                    <a:pt x="1304" y="1"/>
                    <a:pt x="1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8"/>
            <p:cNvSpPr/>
            <p:nvPr/>
          </p:nvSpPr>
          <p:spPr>
            <a:xfrm>
              <a:off x="2482564" y="2388534"/>
              <a:ext cx="14608" cy="9729"/>
            </a:xfrm>
            <a:custGeom>
              <a:avLst/>
              <a:gdLst/>
              <a:ahLst/>
              <a:cxnLst/>
              <a:rect l="l" t="t" r="r" b="b"/>
              <a:pathLst>
                <a:path w="479" h="319" extrusionOk="0">
                  <a:moveTo>
                    <a:pt x="160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247"/>
                    <a:pt x="72" y="319"/>
                    <a:pt x="160" y="319"/>
                  </a:cubicBezTo>
                  <a:lnTo>
                    <a:pt x="318" y="319"/>
                  </a:lnTo>
                  <a:cubicBezTo>
                    <a:pt x="407" y="319"/>
                    <a:pt x="478" y="247"/>
                    <a:pt x="478" y="160"/>
                  </a:cubicBezTo>
                  <a:cubicBezTo>
                    <a:pt x="478" y="72"/>
                    <a:pt x="409" y="0"/>
                    <a:pt x="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8"/>
            <p:cNvSpPr/>
            <p:nvPr/>
          </p:nvSpPr>
          <p:spPr>
            <a:xfrm>
              <a:off x="2501807" y="2388534"/>
              <a:ext cx="41995" cy="9729"/>
            </a:xfrm>
            <a:custGeom>
              <a:avLst/>
              <a:gdLst/>
              <a:ahLst/>
              <a:cxnLst/>
              <a:rect l="l" t="t" r="r" b="b"/>
              <a:pathLst>
                <a:path w="1377" h="319" extrusionOk="0">
                  <a:moveTo>
                    <a:pt x="160" y="0"/>
                  </a:moveTo>
                  <a:cubicBezTo>
                    <a:pt x="74" y="0"/>
                    <a:pt x="0" y="72"/>
                    <a:pt x="0" y="160"/>
                  </a:cubicBezTo>
                  <a:cubicBezTo>
                    <a:pt x="0" y="247"/>
                    <a:pt x="74" y="319"/>
                    <a:pt x="160" y="319"/>
                  </a:cubicBezTo>
                  <a:lnTo>
                    <a:pt x="1217" y="319"/>
                  </a:lnTo>
                  <a:cubicBezTo>
                    <a:pt x="1304" y="319"/>
                    <a:pt x="1377" y="247"/>
                    <a:pt x="1377" y="160"/>
                  </a:cubicBezTo>
                  <a:cubicBezTo>
                    <a:pt x="1377" y="72"/>
                    <a:pt x="1304" y="0"/>
                    <a:pt x="1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8"/>
            <p:cNvSpPr/>
            <p:nvPr/>
          </p:nvSpPr>
          <p:spPr>
            <a:xfrm>
              <a:off x="2482564" y="2408235"/>
              <a:ext cx="14608" cy="9759"/>
            </a:xfrm>
            <a:custGeom>
              <a:avLst/>
              <a:gdLst/>
              <a:ahLst/>
              <a:cxnLst/>
              <a:rect l="l" t="t" r="r" b="b"/>
              <a:pathLst>
                <a:path w="479" h="320" extrusionOk="0">
                  <a:moveTo>
                    <a:pt x="160" y="1"/>
                  </a:moveTo>
                  <a:cubicBezTo>
                    <a:pt x="72" y="1"/>
                    <a:pt x="0" y="72"/>
                    <a:pt x="0" y="161"/>
                  </a:cubicBezTo>
                  <a:cubicBezTo>
                    <a:pt x="0" y="248"/>
                    <a:pt x="72" y="319"/>
                    <a:pt x="160" y="319"/>
                  </a:cubicBezTo>
                  <a:lnTo>
                    <a:pt x="318" y="319"/>
                  </a:lnTo>
                  <a:cubicBezTo>
                    <a:pt x="407" y="319"/>
                    <a:pt x="478" y="248"/>
                    <a:pt x="478" y="161"/>
                  </a:cubicBezTo>
                  <a:cubicBezTo>
                    <a:pt x="478" y="72"/>
                    <a:pt x="409" y="1"/>
                    <a:pt x="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8"/>
            <p:cNvSpPr/>
            <p:nvPr/>
          </p:nvSpPr>
          <p:spPr>
            <a:xfrm>
              <a:off x="2501807" y="2408235"/>
              <a:ext cx="41995" cy="9759"/>
            </a:xfrm>
            <a:custGeom>
              <a:avLst/>
              <a:gdLst/>
              <a:ahLst/>
              <a:cxnLst/>
              <a:rect l="l" t="t" r="r" b="b"/>
              <a:pathLst>
                <a:path w="1377" h="320" extrusionOk="0">
                  <a:moveTo>
                    <a:pt x="160" y="1"/>
                  </a:moveTo>
                  <a:cubicBezTo>
                    <a:pt x="74" y="1"/>
                    <a:pt x="0" y="72"/>
                    <a:pt x="0" y="161"/>
                  </a:cubicBezTo>
                  <a:cubicBezTo>
                    <a:pt x="0" y="248"/>
                    <a:pt x="74" y="319"/>
                    <a:pt x="160" y="319"/>
                  </a:cubicBezTo>
                  <a:lnTo>
                    <a:pt x="1217" y="319"/>
                  </a:lnTo>
                  <a:cubicBezTo>
                    <a:pt x="1304" y="319"/>
                    <a:pt x="1377" y="248"/>
                    <a:pt x="1377" y="161"/>
                  </a:cubicBezTo>
                  <a:cubicBezTo>
                    <a:pt x="1377" y="72"/>
                    <a:pt x="1304" y="1"/>
                    <a:pt x="1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8"/>
            <p:cNvSpPr/>
            <p:nvPr/>
          </p:nvSpPr>
          <p:spPr>
            <a:xfrm>
              <a:off x="2501716" y="2312843"/>
              <a:ext cx="22995" cy="9759"/>
            </a:xfrm>
            <a:custGeom>
              <a:avLst/>
              <a:gdLst/>
              <a:ahLst/>
              <a:cxnLst/>
              <a:rect l="l" t="t" r="r" b="b"/>
              <a:pathLst>
                <a:path w="754" h="320" extrusionOk="0">
                  <a:moveTo>
                    <a:pt x="158" y="0"/>
                  </a:moveTo>
                  <a:cubicBezTo>
                    <a:pt x="71" y="0"/>
                    <a:pt x="0" y="73"/>
                    <a:pt x="0" y="160"/>
                  </a:cubicBezTo>
                  <a:cubicBezTo>
                    <a:pt x="0" y="247"/>
                    <a:pt x="71" y="320"/>
                    <a:pt x="158" y="320"/>
                  </a:cubicBezTo>
                  <a:lnTo>
                    <a:pt x="596" y="320"/>
                  </a:lnTo>
                  <a:cubicBezTo>
                    <a:pt x="682" y="320"/>
                    <a:pt x="754" y="247"/>
                    <a:pt x="754" y="160"/>
                  </a:cubicBezTo>
                  <a:cubicBezTo>
                    <a:pt x="754" y="73"/>
                    <a:pt x="682" y="0"/>
                    <a:pt x="5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8"/>
            <p:cNvSpPr/>
            <p:nvPr/>
          </p:nvSpPr>
          <p:spPr>
            <a:xfrm>
              <a:off x="2583842" y="2296801"/>
              <a:ext cx="95396" cy="141417"/>
            </a:xfrm>
            <a:custGeom>
              <a:avLst/>
              <a:gdLst/>
              <a:ahLst/>
              <a:cxnLst/>
              <a:rect l="l" t="t" r="r" b="b"/>
              <a:pathLst>
                <a:path w="3128" h="4637" extrusionOk="0">
                  <a:moveTo>
                    <a:pt x="2807" y="320"/>
                  </a:moveTo>
                  <a:lnTo>
                    <a:pt x="2807" y="1052"/>
                  </a:lnTo>
                  <a:lnTo>
                    <a:pt x="320" y="1052"/>
                  </a:lnTo>
                  <a:lnTo>
                    <a:pt x="320" y="320"/>
                  </a:lnTo>
                  <a:close/>
                  <a:moveTo>
                    <a:pt x="160" y="0"/>
                  </a:moveTo>
                  <a:cubicBezTo>
                    <a:pt x="73" y="0"/>
                    <a:pt x="0" y="74"/>
                    <a:pt x="0" y="160"/>
                  </a:cubicBezTo>
                  <a:lnTo>
                    <a:pt x="0" y="4478"/>
                  </a:lnTo>
                  <a:cubicBezTo>
                    <a:pt x="0" y="4565"/>
                    <a:pt x="73" y="4637"/>
                    <a:pt x="160" y="4637"/>
                  </a:cubicBezTo>
                  <a:lnTo>
                    <a:pt x="2967" y="4637"/>
                  </a:lnTo>
                  <a:cubicBezTo>
                    <a:pt x="3054" y="4637"/>
                    <a:pt x="3127" y="4565"/>
                    <a:pt x="3127" y="4478"/>
                  </a:cubicBezTo>
                  <a:lnTo>
                    <a:pt x="3127" y="2540"/>
                  </a:lnTo>
                  <a:cubicBezTo>
                    <a:pt x="3127" y="2454"/>
                    <a:pt x="3054" y="2381"/>
                    <a:pt x="2967" y="2381"/>
                  </a:cubicBezTo>
                  <a:cubicBezTo>
                    <a:pt x="2881" y="2381"/>
                    <a:pt x="2807" y="2454"/>
                    <a:pt x="2807" y="2540"/>
                  </a:cubicBezTo>
                  <a:lnTo>
                    <a:pt x="2807" y="4318"/>
                  </a:lnTo>
                  <a:lnTo>
                    <a:pt x="320" y="4318"/>
                  </a:lnTo>
                  <a:lnTo>
                    <a:pt x="320" y="1370"/>
                  </a:lnTo>
                  <a:lnTo>
                    <a:pt x="2807" y="1370"/>
                  </a:lnTo>
                  <a:lnTo>
                    <a:pt x="2807" y="1902"/>
                  </a:lnTo>
                  <a:cubicBezTo>
                    <a:pt x="2807" y="1989"/>
                    <a:pt x="2881" y="2062"/>
                    <a:pt x="2967" y="2062"/>
                  </a:cubicBezTo>
                  <a:cubicBezTo>
                    <a:pt x="3054" y="2062"/>
                    <a:pt x="3127" y="1989"/>
                    <a:pt x="3127" y="1902"/>
                  </a:cubicBezTo>
                  <a:lnTo>
                    <a:pt x="3127" y="160"/>
                  </a:lnTo>
                  <a:cubicBezTo>
                    <a:pt x="3127" y="74"/>
                    <a:pt x="3058" y="0"/>
                    <a:pt x="2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8"/>
            <p:cNvSpPr/>
            <p:nvPr/>
          </p:nvSpPr>
          <p:spPr>
            <a:xfrm>
              <a:off x="2600890" y="2349103"/>
              <a:ext cx="14639" cy="9729"/>
            </a:xfrm>
            <a:custGeom>
              <a:avLst/>
              <a:gdLst/>
              <a:ahLst/>
              <a:cxnLst/>
              <a:rect l="l" t="t" r="r" b="b"/>
              <a:pathLst>
                <a:path w="480" h="319" extrusionOk="0">
                  <a:moveTo>
                    <a:pt x="161" y="0"/>
                  </a:moveTo>
                  <a:cubicBezTo>
                    <a:pt x="74" y="0"/>
                    <a:pt x="1" y="72"/>
                    <a:pt x="1" y="160"/>
                  </a:cubicBezTo>
                  <a:cubicBezTo>
                    <a:pt x="1" y="247"/>
                    <a:pt x="74" y="318"/>
                    <a:pt x="161" y="318"/>
                  </a:cubicBezTo>
                  <a:lnTo>
                    <a:pt x="321" y="318"/>
                  </a:lnTo>
                  <a:cubicBezTo>
                    <a:pt x="408" y="318"/>
                    <a:pt x="479" y="247"/>
                    <a:pt x="479" y="160"/>
                  </a:cubicBezTo>
                  <a:cubicBezTo>
                    <a:pt x="479" y="70"/>
                    <a:pt x="409" y="0"/>
                    <a:pt x="3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8"/>
            <p:cNvSpPr/>
            <p:nvPr/>
          </p:nvSpPr>
          <p:spPr>
            <a:xfrm>
              <a:off x="2620255" y="2349103"/>
              <a:ext cx="41965" cy="9729"/>
            </a:xfrm>
            <a:custGeom>
              <a:avLst/>
              <a:gdLst/>
              <a:ahLst/>
              <a:cxnLst/>
              <a:rect l="l" t="t" r="r" b="b"/>
              <a:pathLst>
                <a:path w="1376" h="319" extrusionOk="0">
                  <a:moveTo>
                    <a:pt x="159" y="0"/>
                  </a:moveTo>
                  <a:cubicBezTo>
                    <a:pt x="72" y="0"/>
                    <a:pt x="1" y="72"/>
                    <a:pt x="1" y="160"/>
                  </a:cubicBezTo>
                  <a:cubicBezTo>
                    <a:pt x="1" y="247"/>
                    <a:pt x="72" y="318"/>
                    <a:pt x="159" y="318"/>
                  </a:cubicBezTo>
                  <a:lnTo>
                    <a:pt x="1217" y="318"/>
                  </a:lnTo>
                  <a:cubicBezTo>
                    <a:pt x="1304" y="318"/>
                    <a:pt x="1375" y="247"/>
                    <a:pt x="1375" y="160"/>
                  </a:cubicBezTo>
                  <a:cubicBezTo>
                    <a:pt x="1375" y="70"/>
                    <a:pt x="1304" y="0"/>
                    <a:pt x="1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8"/>
            <p:cNvSpPr/>
            <p:nvPr/>
          </p:nvSpPr>
          <p:spPr>
            <a:xfrm>
              <a:off x="2600890" y="2368803"/>
              <a:ext cx="14639" cy="9729"/>
            </a:xfrm>
            <a:custGeom>
              <a:avLst/>
              <a:gdLst/>
              <a:ahLst/>
              <a:cxnLst/>
              <a:rect l="l" t="t" r="r" b="b"/>
              <a:pathLst>
                <a:path w="480" h="319" extrusionOk="0">
                  <a:moveTo>
                    <a:pt x="161" y="1"/>
                  </a:moveTo>
                  <a:cubicBezTo>
                    <a:pt x="74" y="1"/>
                    <a:pt x="1" y="72"/>
                    <a:pt x="1" y="159"/>
                  </a:cubicBezTo>
                  <a:cubicBezTo>
                    <a:pt x="1" y="248"/>
                    <a:pt x="74" y="319"/>
                    <a:pt x="161" y="319"/>
                  </a:cubicBezTo>
                  <a:lnTo>
                    <a:pt x="321" y="319"/>
                  </a:lnTo>
                  <a:cubicBezTo>
                    <a:pt x="408" y="319"/>
                    <a:pt x="479" y="248"/>
                    <a:pt x="479" y="159"/>
                  </a:cubicBezTo>
                  <a:cubicBezTo>
                    <a:pt x="479" y="71"/>
                    <a:pt x="409" y="1"/>
                    <a:pt x="3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8"/>
            <p:cNvSpPr/>
            <p:nvPr/>
          </p:nvSpPr>
          <p:spPr>
            <a:xfrm>
              <a:off x="2620255" y="2368803"/>
              <a:ext cx="41965" cy="9729"/>
            </a:xfrm>
            <a:custGeom>
              <a:avLst/>
              <a:gdLst/>
              <a:ahLst/>
              <a:cxnLst/>
              <a:rect l="l" t="t" r="r" b="b"/>
              <a:pathLst>
                <a:path w="1376" h="319" extrusionOk="0">
                  <a:moveTo>
                    <a:pt x="159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8"/>
                    <a:pt x="72" y="319"/>
                    <a:pt x="159" y="319"/>
                  </a:cubicBezTo>
                  <a:lnTo>
                    <a:pt x="1217" y="319"/>
                  </a:lnTo>
                  <a:cubicBezTo>
                    <a:pt x="1304" y="319"/>
                    <a:pt x="1375" y="248"/>
                    <a:pt x="1375" y="159"/>
                  </a:cubicBezTo>
                  <a:cubicBezTo>
                    <a:pt x="1375" y="71"/>
                    <a:pt x="1304" y="1"/>
                    <a:pt x="1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8"/>
            <p:cNvSpPr/>
            <p:nvPr/>
          </p:nvSpPr>
          <p:spPr>
            <a:xfrm>
              <a:off x="2600890" y="2388534"/>
              <a:ext cx="14639" cy="9729"/>
            </a:xfrm>
            <a:custGeom>
              <a:avLst/>
              <a:gdLst/>
              <a:ahLst/>
              <a:cxnLst/>
              <a:rect l="l" t="t" r="r" b="b"/>
              <a:pathLst>
                <a:path w="480" h="319" extrusionOk="0">
                  <a:moveTo>
                    <a:pt x="161" y="0"/>
                  </a:moveTo>
                  <a:cubicBezTo>
                    <a:pt x="74" y="0"/>
                    <a:pt x="1" y="72"/>
                    <a:pt x="1" y="160"/>
                  </a:cubicBezTo>
                  <a:cubicBezTo>
                    <a:pt x="1" y="247"/>
                    <a:pt x="74" y="319"/>
                    <a:pt x="161" y="319"/>
                  </a:cubicBezTo>
                  <a:lnTo>
                    <a:pt x="321" y="319"/>
                  </a:lnTo>
                  <a:cubicBezTo>
                    <a:pt x="408" y="319"/>
                    <a:pt x="479" y="247"/>
                    <a:pt x="479" y="160"/>
                  </a:cubicBezTo>
                  <a:cubicBezTo>
                    <a:pt x="479" y="72"/>
                    <a:pt x="409" y="0"/>
                    <a:pt x="3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8"/>
            <p:cNvSpPr/>
            <p:nvPr/>
          </p:nvSpPr>
          <p:spPr>
            <a:xfrm>
              <a:off x="2620255" y="2388534"/>
              <a:ext cx="41965" cy="9729"/>
            </a:xfrm>
            <a:custGeom>
              <a:avLst/>
              <a:gdLst/>
              <a:ahLst/>
              <a:cxnLst/>
              <a:rect l="l" t="t" r="r" b="b"/>
              <a:pathLst>
                <a:path w="1376" h="319" extrusionOk="0">
                  <a:moveTo>
                    <a:pt x="159" y="0"/>
                  </a:moveTo>
                  <a:cubicBezTo>
                    <a:pt x="72" y="0"/>
                    <a:pt x="1" y="72"/>
                    <a:pt x="1" y="160"/>
                  </a:cubicBezTo>
                  <a:cubicBezTo>
                    <a:pt x="1" y="247"/>
                    <a:pt x="72" y="319"/>
                    <a:pt x="159" y="319"/>
                  </a:cubicBezTo>
                  <a:lnTo>
                    <a:pt x="1217" y="319"/>
                  </a:lnTo>
                  <a:cubicBezTo>
                    <a:pt x="1304" y="319"/>
                    <a:pt x="1375" y="247"/>
                    <a:pt x="1375" y="160"/>
                  </a:cubicBezTo>
                  <a:cubicBezTo>
                    <a:pt x="1375" y="72"/>
                    <a:pt x="1304" y="0"/>
                    <a:pt x="1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8"/>
            <p:cNvSpPr/>
            <p:nvPr/>
          </p:nvSpPr>
          <p:spPr>
            <a:xfrm>
              <a:off x="2600890" y="2408235"/>
              <a:ext cx="14639" cy="9759"/>
            </a:xfrm>
            <a:custGeom>
              <a:avLst/>
              <a:gdLst/>
              <a:ahLst/>
              <a:cxnLst/>
              <a:rect l="l" t="t" r="r" b="b"/>
              <a:pathLst>
                <a:path w="480" h="320" extrusionOk="0">
                  <a:moveTo>
                    <a:pt x="161" y="1"/>
                  </a:moveTo>
                  <a:cubicBezTo>
                    <a:pt x="74" y="1"/>
                    <a:pt x="1" y="72"/>
                    <a:pt x="1" y="161"/>
                  </a:cubicBezTo>
                  <a:cubicBezTo>
                    <a:pt x="1" y="248"/>
                    <a:pt x="74" y="319"/>
                    <a:pt x="161" y="319"/>
                  </a:cubicBezTo>
                  <a:lnTo>
                    <a:pt x="321" y="319"/>
                  </a:lnTo>
                  <a:cubicBezTo>
                    <a:pt x="408" y="319"/>
                    <a:pt x="479" y="248"/>
                    <a:pt x="479" y="161"/>
                  </a:cubicBezTo>
                  <a:cubicBezTo>
                    <a:pt x="479" y="72"/>
                    <a:pt x="409" y="1"/>
                    <a:pt x="3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8"/>
            <p:cNvSpPr/>
            <p:nvPr/>
          </p:nvSpPr>
          <p:spPr>
            <a:xfrm>
              <a:off x="2620255" y="2408235"/>
              <a:ext cx="41965" cy="9759"/>
            </a:xfrm>
            <a:custGeom>
              <a:avLst/>
              <a:gdLst/>
              <a:ahLst/>
              <a:cxnLst/>
              <a:rect l="l" t="t" r="r" b="b"/>
              <a:pathLst>
                <a:path w="1376" h="320" extrusionOk="0">
                  <a:moveTo>
                    <a:pt x="159" y="1"/>
                  </a:moveTo>
                  <a:cubicBezTo>
                    <a:pt x="72" y="1"/>
                    <a:pt x="1" y="72"/>
                    <a:pt x="1" y="161"/>
                  </a:cubicBezTo>
                  <a:cubicBezTo>
                    <a:pt x="1" y="248"/>
                    <a:pt x="72" y="319"/>
                    <a:pt x="159" y="319"/>
                  </a:cubicBezTo>
                  <a:lnTo>
                    <a:pt x="1217" y="319"/>
                  </a:lnTo>
                  <a:cubicBezTo>
                    <a:pt x="1304" y="319"/>
                    <a:pt x="1375" y="248"/>
                    <a:pt x="1375" y="161"/>
                  </a:cubicBezTo>
                  <a:cubicBezTo>
                    <a:pt x="1375" y="72"/>
                    <a:pt x="1304" y="1"/>
                    <a:pt x="1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8"/>
            <p:cNvSpPr/>
            <p:nvPr/>
          </p:nvSpPr>
          <p:spPr>
            <a:xfrm>
              <a:off x="2620041" y="2312843"/>
              <a:ext cx="23087" cy="9759"/>
            </a:xfrm>
            <a:custGeom>
              <a:avLst/>
              <a:gdLst/>
              <a:ahLst/>
              <a:cxnLst/>
              <a:rect l="l" t="t" r="r" b="b"/>
              <a:pathLst>
                <a:path w="757" h="320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596" y="320"/>
                  </a:lnTo>
                  <a:cubicBezTo>
                    <a:pt x="683" y="320"/>
                    <a:pt x="756" y="247"/>
                    <a:pt x="756" y="160"/>
                  </a:cubicBezTo>
                  <a:cubicBezTo>
                    <a:pt x="756" y="73"/>
                    <a:pt x="683" y="0"/>
                    <a:pt x="5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8"/>
            <p:cNvSpPr/>
            <p:nvPr/>
          </p:nvSpPr>
          <p:spPr>
            <a:xfrm>
              <a:off x="2390008" y="2224068"/>
              <a:ext cx="246481" cy="62581"/>
            </a:xfrm>
            <a:custGeom>
              <a:avLst/>
              <a:gdLst/>
              <a:ahLst/>
              <a:cxnLst/>
              <a:rect l="l" t="t" r="r" b="b"/>
              <a:pathLst>
                <a:path w="8082" h="2052" extrusionOk="0">
                  <a:moveTo>
                    <a:pt x="4041" y="0"/>
                  </a:moveTo>
                  <a:cubicBezTo>
                    <a:pt x="3954" y="0"/>
                    <a:pt x="3881" y="72"/>
                    <a:pt x="3881" y="160"/>
                  </a:cubicBezTo>
                  <a:lnTo>
                    <a:pt x="3881" y="710"/>
                  </a:lnTo>
                  <a:lnTo>
                    <a:pt x="160" y="710"/>
                  </a:lnTo>
                  <a:cubicBezTo>
                    <a:pt x="73" y="710"/>
                    <a:pt x="0" y="783"/>
                    <a:pt x="0" y="870"/>
                  </a:cubicBezTo>
                  <a:lnTo>
                    <a:pt x="0" y="1895"/>
                  </a:lnTo>
                  <a:cubicBezTo>
                    <a:pt x="0" y="1982"/>
                    <a:pt x="70" y="2052"/>
                    <a:pt x="160" y="2052"/>
                  </a:cubicBezTo>
                  <a:cubicBezTo>
                    <a:pt x="247" y="2052"/>
                    <a:pt x="320" y="1980"/>
                    <a:pt x="320" y="1892"/>
                  </a:cubicBezTo>
                  <a:lnTo>
                    <a:pt x="320" y="1028"/>
                  </a:lnTo>
                  <a:lnTo>
                    <a:pt x="3881" y="1028"/>
                  </a:lnTo>
                  <a:lnTo>
                    <a:pt x="3881" y="1892"/>
                  </a:lnTo>
                  <a:cubicBezTo>
                    <a:pt x="3881" y="1980"/>
                    <a:pt x="3954" y="2052"/>
                    <a:pt x="4041" y="2052"/>
                  </a:cubicBezTo>
                  <a:cubicBezTo>
                    <a:pt x="4127" y="2052"/>
                    <a:pt x="4201" y="1980"/>
                    <a:pt x="4201" y="1892"/>
                  </a:cubicBezTo>
                  <a:lnTo>
                    <a:pt x="4201" y="1028"/>
                  </a:lnTo>
                  <a:lnTo>
                    <a:pt x="7763" y="1028"/>
                  </a:lnTo>
                  <a:lnTo>
                    <a:pt x="7763" y="1892"/>
                  </a:lnTo>
                  <a:cubicBezTo>
                    <a:pt x="7763" y="1980"/>
                    <a:pt x="7835" y="2052"/>
                    <a:pt x="7921" y="2052"/>
                  </a:cubicBezTo>
                  <a:cubicBezTo>
                    <a:pt x="8010" y="2052"/>
                    <a:pt x="8081" y="1980"/>
                    <a:pt x="8081" y="1892"/>
                  </a:cubicBezTo>
                  <a:lnTo>
                    <a:pt x="8081" y="868"/>
                  </a:lnTo>
                  <a:cubicBezTo>
                    <a:pt x="8081" y="781"/>
                    <a:pt x="8010" y="708"/>
                    <a:pt x="7921" y="708"/>
                  </a:cubicBezTo>
                  <a:lnTo>
                    <a:pt x="4201" y="708"/>
                  </a:lnTo>
                  <a:lnTo>
                    <a:pt x="4201" y="160"/>
                  </a:lnTo>
                  <a:cubicBezTo>
                    <a:pt x="4201" y="72"/>
                    <a:pt x="4127" y="0"/>
                    <a:pt x="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8"/>
            <p:cNvSpPr/>
            <p:nvPr/>
          </p:nvSpPr>
          <p:spPr>
            <a:xfrm>
              <a:off x="2347191" y="2296801"/>
              <a:ext cx="95396" cy="141417"/>
            </a:xfrm>
            <a:custGeom>
              <a:avLst/>
              <a:gdLst/>
              <a:ahLst/>
              <a:cxnLst/>
              <a:rect l="l" t="t" r="r" b="b"/>
              <a:pathLst>
                <a:path w="3128" h="4637" extrusionOk="0">
                  <a:moveTo>
                    <a:pt x="2808" y="1370"/>
                  </a:moveTo>
                  <a:lnTo>
                    <a:pt x="2808" y="4318"/>
                  </a:lnTo>
                  <a:lnTo>
                    <a:pt x="320" y="4318"/>
                  </a:lnTo>
                  <a:lnTo>
                    <a:pt x="320" y="1370"/>
                  </a:lnTo>
                  <a:close/>
                  <a:moveTo>
                    <a:pt x="160" y="0"/>
                  </a:moveTo>
                  <a:cubicBezTo>
                    <a:pt x="74" y="0"/>
                    <a:pt x="0" y="74"/>
                    <a:pt x="0" y="160"/>
                  </a:cubicBezTo>
                  <a:lnTo>
                    <a:pt x="0" y="4478"/>
                  </a:lnTo>
                  <a:cubicBezTo>
                    <a:pt x="0" y="4565"/>
                    <a:pt x="74" y="4637"/>
                    <a:pt x="160" y="4637"/>
                  </a:cubicBezTo>
                  <a:lnTo>
                    <a:pt x="2968" y="4637"/>
                  </a:lnTo>
                  <a:cubicBezTo>
                    <a:pt x="3054" y="4637"/>
                    <a:pt x="3128" y="4565"/>
                    <a:pt x="3128" y="4478"/>
                  </a:cubicBezTo>
                  <a:lnTo>
                    <a:pt x="3128" y="160"/>
                  </a:lnTo>
                  <a:cubicBezTo>
                    <a:pt x="3128" y="74"/>
                    <a:pt x="3054" y="0"/>
                    <a:pt x="2968" y="0"/>
                  </a:cubicBezTo>
                  <a:lnTo>
                    <a:pt x="1285" y="0"/>
                  </a:lnTo>
                  <a:cubicBezTo>
                    <a:pt x="1198" y="0"/>
                    <a:pt x="1125" y="74"/>
                    <a:pt x="1125" y="160"/>
                  </a:cubicBezTo>
                  <a:cubicBezTo>
                    <a:pt x="1125" y="247"/>
                    <a:pt x="1198" y="320"/>
                    <a:pt x="1285" y="320"/>
                  </a:cubicBezTo>
                  <a:lnTo>
                    <a:pt x="2808" y="320"/>
                  </a:lnTo>
                  <a:lnTo>
                    <a:pt x="2808" y="1052"/>
                  </a:lnTo>
                  <a:lnTo>
                    <a:pt x="320" y="1052"/>
                  </a:lnTo>
                  <a:lnTo>
                    <a:pt x="320" y="320"/>
                  </a:lnTo>
                  <a:lnTo>
                    <a:pt x="649" y="320"/>
                  </a:lnTo>
                  <a:cubicBezTo>
                    <a:pt x="737" y="320"/>
                    <a:pt x="809" y="247"/>
                    <a:pt x="809" y="160"/>
                  </a:cubicBezTo>
                  <a:cubicBezTo>
                    <a:pt x="809" y="74"/>
                    <a:pt x="737" y="0"/>
                    <a:pt x="6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3" name="Google Shape;753;p48"/>
          <p:cNvGrpSpPr/>
          <p:nvPr/>
        </p:nvGrpSpPr>
        <p:grpSpPr>
          <a:xfrm>
            <a:off x="1659379" y="2301431"/>
            <a:ext cx="407650" cy="343838"/>
            <a:chOff x="1533580" y="2132061"/>
            <a:chExt cx="332179" cy="280181"/>
          </a:xfrm>
        </p:grpSpPr>
        <p:sp>
          <p:nvSpPr>
            <p:cNvPr id="754" name="Google Shape;754;p48"/>
            <p:cNvSpPr/>
            <p:nvPr/>
          </p:nvSpPr>
          <p:spPr>
            <a:xfrm>
              <a:off x="1678560" y="2175487"/>
              <a:ext cx="78684" cy="9729"/>
            </a:xfrm>
            <a:custGeom>
              <a:avLst/>
              <a:gdLst/>
              <a:ahLst/>
              <a:cxnLst/>
              <a:rect l="l" t="t" r="r" b="b"/>
              <a:pathLst>
                <a:path w="2580" h="319" extrusionOk="0">
                  <a:moveTo>
                    <a:pt x="159" y="1"/>
                  </a:moveTo>
                  <a:cubicBezTo>
                    <a:pt x="72" y="1"/>
                    <a:pt x="0" y="72"/>
                    <a:pt x="0" y="159"/>
                  </a:cubicBezTo>
                  <a:cubicBezTo>
                    <a:pt x="0" y="246"/>
                    <a:pt x="72" y="319"/>
                    <a:pt x="159" y="319"/>
                  </a:cubicBezTo>
                  <a:lnTo>
                    <a:pt x="2420" y="319"/>
                  </a:lnTo>
                  <a:cubicBezTo>
                    <a:pt x="2506" y="319"/>
                    <a:pt x="2580" y="246"/>
                    <a:pt x="2580" y="159"/>
                  </a:cubicBezTo>
                  <a:cubicBezTo>
                    <a:pt x="2580" y="72"/>
                    <a:pt x="2506" y="1"/>
                    <a:pt x="24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8"/>
            <p:cNvSpPr/>
            <p:nvPr/>
          </p:nvSpPr>
          <p:spPr>
            <a:xfrm>
              <a:off x="1642086" y="2175487"/>
              <a:ext cx="28454" cy="9729"/>
            </a:xfrm>
            <a:custGeom>
              <a:avLst/>
              <a:gdLst/>
              <a:ahLst/>
              <a:cxnLst/>
              <a:rect l="l" t="t" r="r" b="b"/>
              <a:pathLst>
                <a:path w="933" h="319" extrusionOk="0">
                  <a:moveTo>
                    <a:pt x="160" y="1"/>
                  </a:moveTo>
                  <a:cubicBezTo>
                    <a:pt x="73" y="1"/>
                    <a:pt x="0" y="72"/>
                    <a:pt x="0" y="159"/>
                  </a:cubicBezTo>
                  <a:cubicBezTo>
                    <a:pt x="0" y="246"/>
                    <a:pt x="70" y="319"/>
                    <a:pt x="160" y="319"/>
                  </a:cubicBezTo>
                  <a:lnTo>
                    <a:pt x="773" y="319"/>
                  </a:lnTo>
                  <a:cubicBezTo>
                    <a:pt x="859" y="319"/>
                    <a:pt x="933" y="246"/>
                    <a:pt x="933" y="159"/>
                  </a:cubicBezTo>
                  <a:cubicBezTo>
                    <a:pt x="933" y="72"/>
                    <a:pt x="859" y="1"/>
                    <a:pt x="7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8"/>
            <p:cNvSpPr/>
            <p:nvPr/>
          </p:nvSpPr>
          <p:spPr>
            <a:xfrm>
              <a:off x="1785236" y="2167802"/>
              <a:ext cx="57732" cy="29400"/>
            </a:xfrm>
            <a:custGeom>
              <a:avLst/>
              <a:gdLst/>
              <a:ahLst/>
              <a:cxnLst/>
              <a:rect l="l" t="t" r="r" b="b"/>
              <a:pathLst>
                <a:path w="1893" h="964" extrusionOk="0">
                  <a:moveTo>
                    <a:pt x="1574" y="322"/>
                  </a:moveTo>
                  <a:lnTo>
                    <a:pt x="1574" y="646"/>
                  </a:lnTo>
                  <a:lnTo>
                    <a:pt x="318" y="646"/>
                  </a:lnTo>
                  <a:lnTo>
                    <a:pt x="318" y="322"/>
                  </a:lnTo>
                  <a:close/>
                  <a:moveTo>
                    <a:pt x="238" y="1"/>
                  </a:moveTo>
                  <a:cubicBezTo>
                    <a:pt x="109" y="1"/>
                    <a:pt x="2" y="108"/>
                    <a:pt x="2" y="239"/>
                  </a:cubicBezTo>
                  <a:lnTo>
                    <a:pt x="2" y="726"/>
                  </a:lnTo>
                  <a:cubicBezTo>
                    <a:pt x="0" y="858"/>
                    <a:pt x="106" y="964"/>
                    <a:pt x="238" y="964"/>
                  </a:cubicBezTo>
                  <a:lnTo>
                    <a:pt x="1657" y="964"/>
                  </a:lnTo>
                  <a:cubicBezTo>
                    <a:pt x="1787" y="964"/>
                    <a:pt x="1892" y="858"/>
                    <a:pt x="1892" y="729"/>
                  </a:cubicBezTo>
                  <a:lnTo>
                    <a:pt x="1892" y="239"/>
                  </a:lnTo>
                  <a:cubicBezTo>
                    <a:pt x="1892" y="110"/>
                    <a:pt x="1787" y="1"/>
                    <a:pt x="1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8"/>
            <p:cNvSpPr/>
            <p:nvPr/>
          </p:nvSpPr>
          <p:spPr>
            <a:xfrm>
              <a:off x="1556269" y="2167802"/>
              <a:ext cx="57762" cy="29400"/>
            </a:xfrm>
            <a:custGeom>
              <a:avLst/>
              <a:gdLst/>
              <a:ahLst/>
              <a:cxnLst/>
              <a:rect l="l" t="t" r="r" b="b"/>
              <a:pathLst>
                <a:path w="1894" h="964" extrusionOk="0">
                  <a:moveTo>
                    <a:pt x="1577" y="322"/>
                  </a:moveTo>
                  <a:lnTo>
                    <a:pt x="1577" y="646"/>
                  </a:lnTo>
                  <a:lnTo>
                    <a:pt x="322" y="646"/>
                  </a:lnTo>
                  <a:lnTo>
                    <a:pt x="322" y="322"/>
                  </a:lnTo>
                  <a:close/>
                  <a:moveTo>
                    <a:pt x="238" y="1"/>
                  </a:moveTo>
                  <a:cubicBezTo>
                    <a:pt x="109" y="1"/>
                    <a:pt x="0" y="108"/>
                    <a:pt x="0" y="239"/>
                  </a:cubicBezTo>
                  <a:lnTo>
                    <a:pt x="0" y="726"/>
                  </a:lnTo>
                  <a:cubicBezTo>
                    <a:pt x="4" y="858"/>
                    <a:pt x="109" y="964"/>
                    <a:pt x="238" y="964"/>
                  </a:cubicBezTo>
                  <a:lnTo>
                    <a:pt x="1657" y="964"/>
                  </a:lnTo>
                  <a:cubicBezTo>
                    <a:pt x="1787" y="964"/>
                    <a:pt x="1894" y="858"/>
                    <a:pt x="1894" y="729"/>
                  </a:cubicBezTo>
                  <a:lnTo>
                    <a:pt x="1894" y="239"/>
                  </a:lnTo>
                  <a:cubicBezTo>
                    <a:pt x="1894" y="110"/>
                    <a:pt x="1787" y="1"/>
                    <a:pt x="1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8"/>
            <p:cNvSpPr/>
            <p:nvPr/>
          </p:nvSpPr>
          <p:spPr>
            <a:xfrm>
              <a:off x="1556147" y="2225044"/>
              <a:ext cx="29186" cy="9729"/>
            </a:xfrm>
            <a:custGeom>
              <a:avLst/>
              <a:gdLst/>
              <a:ahLst/>
              <a:cxnLst/>
              <a:rect l="l" t="t" r="r" b="b"/>
              <a:pathLst>
                <a:path w="957" h="319" extrusionOk="0">
                  <a:moveTo>
                    <a:pt x="161" y="0"/>
                  </a:moveTo>
                  <a:cubicBezTo>
                    <a:pt x="72" y="0"/>
                    <a:pt x="1" y="72"/>
                    <a:pt x="1" y="159"/>
                  </a:cubicBezTo>
                  <a:cubicBezTo>
                    <a:pt x="1" y="247"/>
                    <a:pt x="71" y="319"/>
                    <a:pt x="161" y="319"/>
                  </a:cubicBezTo>
                  <a:lnTo>
                    <a:pt x="799" y="319"/>
                  </a:lnTo>
                  <a:cubicBezTo>
                    <a:pt x="886" y="319"/>
                    <a:pt x="957" y="247"/>
                    <a:pt x="957" y="159"/>
                  </a:cubicBezTo>
                  <a:cubicBezTo>
                    <a:pt x="957" y="72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8"/>
            <p:cNvSpPr/>
            <p:nvPr/>
          </p:nvSpPr>
          <p:spPr>
            <a:xfrm>
              <a:off x="1556147" y="2241817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1" y="320"/>
                    <a:pt x="161" y="320"/>
                  </a:cubicBezTo>
                  <a:lnTo>
                    <a:pt x="799" y="320"/>
                  </a:lnTo>
                  <a:cubicBezTo>
                    <a:pt x="886" y="320"/>
                    <a:pt x="957" y="247"/>
                    <a:pt x="957" y="160"/>
                  </a:cubicBezTo>
                  <a:cubicBezTo>
                    <a:pt x="957" y="73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8"/>
            <p:cNvSpPr/>
            <p:nvPr/>
          </p:nvSpPr>
          <p:spPr>
            <a:xfrm>
              <a:off x="1620586" y="2225044"/>
              <a:ext cx="29247" cy="9729"/>
            </a:xfrm>
            <a:custGeom>
              <a:avLst/>
              <a:gdLst/>
              <a:ahLst/>
              <a:cxnLst/>
              <a:rect l="l" t="t" r="r" b="b"/>
              <a:pathLst>
                <a:path w="959" h="319" extrusionOk="0">
                  <a:moveTo>
                    <a:pt x="161" y="0"/>
                  </a:moveTo>
                  <a:cubicBezTo>
                    <a:pt x="74" y="0"/>
                    <a:pt x="1" y="72"/>
                    <a:pt x="1" y="159"/>
                  </a:cubicBezTo>
                  <a:cubicBezTo>
                    <a:pt x="1" y="247"/>
                    <a:pt x="72" y="319"/>
                    <a:pt x="161" y="319"/>
                  </a:cubicBezTo>
                  <a:lnTo>
                    <a:pt x="799" y="319"/>
                  </a:lnTo>
                  <a:cubicBezTo>
                    <a:pt x="886" y="319"/>
                    <a:pt x="959" y="247"/>
                    <a:pt x="959" y="159"/>
                  </a:cubicBezTo>
                  <a:cubicBezTo>
                    <a:pt x="959" y="72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8"/>
            <p:cNvSpPr/>
            <p:nvPr/>
          </p:nvSpPr>
          <p:spPr>
            <a:xfrm>
              <a:off x="1620586" y="2241817"/>
              <a:ext cx="29247" cy="9759"/>
            </a:xfrm>
            <a:custGeom>
              <a:avLst/>
              <a:gdLst/>
              <a:ahLst/>
              <a:cxnLst/>
              <a:rect l="l" t="t" r="r" b="b"/>
              <a:pathLst>
                <a:path w="959" h="320" extrusionOk="0">
                  <a:moveTo>
                    <a:pt x="161" y="0"/>
                  </a:moveTo>
                  <a:cubicBezTo>
                    <a:pt x="74" y="0"/>
                    <a:pt x="1" y="73"/>
                    <a:pt x="1" y="160"/>
                  </a:cubicBezTo>
                  <a:cubicBezTo>
                    <a:pt x="1" y="247"/>
                    <a:pt x="74" y="320"/>
                    <a:pt x="161" y="320"/>
                  </a:cubicBezTo>
                  <a:lnTo>
                    <a:pt x="799" y="320"/>
                  </a:lnTo>
                  <a:cubicBezTo>
                    <a:pt x="886" y="320"/>
                    <a:pt x="959" y="247"/>
                    <a:pt x="959" y="160"/>
                  </a:cubicBezTo>
                  <a:cubicBezTo>
                    <a:pt x="959" y="70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8"/>
            <p:cNvSpPr/>
            <p:nvPr/>
          </p:nvSpPr>
          <p:spPr>
            <a:xfrm>
              <a:off x="1685086" y="2225044"/>
              <a:ext cx="29186" cy="9729"/>
            </a:xfrm>
            <a:custGeom>
              <a:avLst/>
              <a:gdLst/>
              <a:ahLst/>
              <a:cxnLst/>
              <a:rect l="l" t="t" r="r" b="b"/>
              <a:pathLst>
                <a:path w="957" h="319" extrusionOk="0">
                  <a:moveTo>
                    <a:pt x="161" y="0"/>
                  </a:moveTo>
                  <a:cubicBezTo>
                    <a:pt x="72" y="0"/>
                    <a:pt x="1" y="72"/>
                    <a:pt x="1" y="159"/>
                  </a:cubicBezTo>
                  <a:cubicBezTo>
                    <a:pt x="1" y="247"/>
                    <a:pt x="70" y="319"/>
                    <a:pt x="161" y="319"/>
                  </a:cubicBezTo>
                  <a:lnTo>
                    <a:pt x="799" y="319"/>
                  </a:lnTo>
                  <a:cubicBezTo>
                    <a:pt x="885" y="319"/>
                    <a:pt x="957" y="247"/>
                    <a:pt x="957" y="159"/>
                  </a:cubicBezTo>
                  <a:cubicBezTo>
                    <a:pt x="957" y="72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8"/>
            <p:cNvSpPr/>
            <p:nvPr/>
          </p:nvSpPr>
          <p:spPr>
            <a:xfrm>
              <a:off x="1685086" y="2241817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799" y="320"/>
                  </a:lnTo>
                  <a:cubicBezTo>
                    <a:pt x="885" y="320"/>
                    <a:pt x="957" y="247"/>
                    <a:pt x="957" y="160"/>
                  </a:cubicBezTo>
                  <a:cubicBezTo>
                    <a:pt x="957" y="70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8"/>
            <p:cNvSpPr/>
            <p:nvPr/>
          </p:nvSpPr>
          <p:spPr>
            <a:xfrm>
              <a:off x="1749525" y="2225044"/>
              <a:ext cx="29247" cy="9729"/>
            </a:xfrm>
            <a:custGeom>
              <a:avLst/>
              <a:gdLst/>
              <a:ahLst/>
              <a:cxnLst/>
              <a:rect l="l" t="t" r="r" b="b"/>
              <a:pathLst>
                <a:path w="959" h="319" extrusionOk="0">
                  <a:moveTo>
                    <a:pt x="161" y="0"/>
                  </a:moveTo>
                  <a:cubicBezTo>
                    <a:pt x="74" y="0"/>
                    <a:pt x="1" y="72"/>
                    <a:pt x="1" y="159"/>
                  </a:cubicBezTo>
                  <a:cubicBezTo>
                    <a:pt x="1" y="247"/>
                    <a:pt x="72" y="319"/>
                    <a:pt x="161" y="319"/>
                  </a:cubicBezTo>
                  <a:lnTo>
                    <a:pt x="799" y="319"/>
                  </a:lnTo>
                  <a:cubicBezTo>
                    <a:pt x="885" y="319"/>
                    <a:pt x="959" y="247"/>
                    <a:pt x="959" y="159"/>
                  </a:cubicBezTo>
                  <a:cubicBezTo>
                    <a:pt x="959" y="72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8"/>
            <p:cNvSpPr/>
            <p:nvPr/>
          </p:nvSpPr>
          <p:spPr>
            <a:xfrm>
              <a:off x="1749525" y="2241817"/>
              <a:ext cx="29247" cy="9759"/>
            </a:xfrm>
            <a:custGeom>
              <a:avLst/>
              <a:gdLst/>
              <a:ahLst/>
              <a:cxnLst/>
              <a:rect l="l" t="t" r="r" b="b"/>
              <a:pathLst>
                <a:path w="959" h="320" extrusionOk="0">
                  <a:moveTo>
                    <a:pt x="161" y="0"/>
                  </a:moveTo>
                  <a:cubicBezTo>
                    <a:pt x="74" y="0"/>
                    <a:pt x="1" y="73"/>
                    <a:pt x="1" y="160"/>
                  </a:cubicBezTo>
                  <a:cubicBezTo>
                    <a:pt x="1" y="247"/>
                    <a:pt x="74" y="320"/>
                    <a:pt x="161" y="320"/>
                  </a:cubicBezTo>
                  <a:lnTo>
                    <a:pt x="799" y="320"/>
                  </a:lnTo>
                  <a:cubicBezTo>
                    <a:pt x="885" y="320"/>
                    <a:pt x="959" y="247"/>
                    <a:pt x="959" y="160"/>
                  </a:cubicBezTo>
                  <a:cubicBezTo>
                    <a:pt x="959" y="70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8"/>
            <p:cNvSpPr/>
            <p:nvPr/>
          </p:nvSpPr>
          <p:spPr>
            <a:xfrm>
              <a:off x="1814024" y="2225044"/>
              <a:ext cx="29186" cy="9729"/>
            </a:xfrm>
            <a:custGeom>
              <a:avLst/>
              <a:gdLst/>
              <a:ahLst/>
              <a:cxnLst/>
              <a:rect l="l" t="t" r="r" b="b"/>
              <a:pathLst>
                <a:path w="957" h="319" extrusionOk="0">
                  <a:moveTo>
                    <a:pt x="160" y="0"/>
                  </a:moveTo>
                  <a:cubicBezTo>
                    <a:pt x="72" y="0"/>
                    <a:pt x="0" y="72"/>
                    <a:pt x="0" y="159"/>
                  </a:cubicBezTo>
                  <a:cubicBezTo>
                    <a:pt x="0" y="247"/>
                    <a:pt x="70" y="319"/>
                    <a:pt x="160" y="319"/>
                  </a:cubicBezTo>
                  <a:lnTo>
                    <a:pt x="798" y="319"/>
                  </a:lnTo>
                  <a:cubicBezTo>
                    <a:pt x="885" y="319"/>
                    <a:pt x="957" y="247"/>
                    <a:pt x="957" y="159"/>
                  </a:cubicBezTo>
                  <a:cubicBezTo>
                    <a:pt x="957" y="72"/>
                    <a:pt x="885" y="0"/>
                    <a:pt x="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8"/>
            <p:cNvSpPr/>
            <p:nvPr/>
          </p:nvSpPr>
          <p:spPr>
            <a:xfrm>
              <a:off x="1814024" y="2241817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0" y="0"/>
                  </a:moveTo>
                  <a:cubicBezTo>
                    <a:pt x="72" y="0"/>
                    <a:pt x="0" y="73"/>
                    <a:pt x="0" y="160"/>
                  </a:cubicBezTo>
                  <a:cubicBezTo>
                    <a:pt x="0" y="247"/>
                    <a:pt x="72" y="320"/>
                    <a:pt x="160" y="320"/>
                  </a:cubicBezTo>
                  <a:lnTo>
                    <a:pt x="798" y="320"/>
                  </a:lnTo>
                  <a:cubicBezTo>
                    <a:pt x="885" y="320"/>
                    <a:pt x="957" y="247"/>
                    <a:pt x="957" y="160"/>
                  </a:cubicBezTo>
                  <a:cubicBezTo>
                    <a:pt x="957" y="70"/>
                    <a:pt x="885" y="0"/>
                    <a:pt x="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8"/>
            <p:cNvSpPr/>
            <p:nvPr/>
          </p:nvSpPr>
          <p:spPr>
            <a:xfrm>
              <a:off x="1556147" y="2274966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799" y="320"/>
                  </a:lnTo>
                  <a:cubicBezTo>
                    <a:pt x="886" y="320"/>
                    <a:pt x="957" y="247"/>
                    <a:pt x="957" y="160"/>
                  </a:cubicBezTo>
                  <a:cubicBezTo>
                    <a:pt x="957" y="70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8"/>
            <p:cNvSpPr/>
            <p:nvPr/>
          </p:nvSpPr>
          <p:spPr>
            <a:xfrm>
              <a:off x="1620586" y="2274966"/>
              <a:ext cx="29247" cy="9759"/>
            </a:xfrm>
            <a:custGeom>
              <a:avLst/>
              <a:gdLst/>
              <a:ahLst/>
              <a:cxnLst/>
              <a:rect l="l" t="t" r="r" b="b"/>
              <a:pathLst>
                <a:path w="959" h="320" extrusionOk="0">
                  <a:moveTo>
                    <a:pt x="161" y="0"/>
                  </a:moveTo>
                  <a:cubicBezTo>
                    <a:pt x="74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799" y="320"/>
                  </a:lnTo>
                  <a:cubicBezTo>
                    <a:pt x="886" y="320"/>
                    <a:pt x="959" y="247"/>
                    <a:pt x="959" y="160"/>
                  </a:cubicBezTo>
                  <a:cubicBezTo>
                    <a:pt x="959" y="73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8"/>
            <p:cNvSpPr/>
            <p:nvPr/>
          </p:nvSpPr>
          <p:spPr>
            <a:xfrm>
              <a:off x="1620586" y="2291770"/>
              <a:ext cx="29247" cy="9729"/>
            </a:xfrm>
            <a:custGeom>
              <a:avLst/>
              <a:gdLst/>
              <a:ahLst/>
              <a:cxnLst/>
              <a:rect l="l" t="t" r="r" b="b"/>
              <a:pathLst>
                <a:path w="959" h="319" extrusionOk="0">
                  <a:moveTo>
                    <a:pt x="161" y="0"/>
                  </a:moveTo>
                  <a:cubicBezTo>
                    <a:pt x="74" y="0"/>
                    <a:pt x="1" y="72"/>
                    <a:pt x="1" y="160"/>
                  </a:cubicBezTo>
                  <a:cubicBezTo>
                    <a:pt x="1" y="247"/>
                    <a:pt x="74" y="319"/>
                    <a:pt x="161" y="319"/>
                  </a:cubicBezTo>
                  <a:lnTo>
                    <a:pt x="799" y="319"/>
                  </a:lnTo>
                  <a:cubicBezTo>
                    <a:pt x="886" y="319"/>
                    <a:pt x="959" y="247"/>
                    <a:pt x="959" y="160"/>
                  </a:cubicBezTo>
                  <a:cubicBezTo>
                    <a:pt x="959" y="70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8"/>
            <p:cNvSpPr/>
            <p:nvPr/>
          </p:nvSpPr>
          <p:spPr>
            <a:xfrm>
              <a:off x="1685086" y="2274966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799" y="320"/>
                  </a:lnTo>
                  <a:cubicBezTo>
                    <a:pt x="885" y="320"/>
                    <a:pt x="957" y="247"/>
                    <a:pt x="957" y="160"/>
                  </a:cubicBezTo>
                  <a:cubicBezTo>
                    <a:pt x="957" y="70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8"/>
            <p:cNvSpPr/>
            <p:nvPr/>
          </p:nvSpPr>
          <p:spPr>
            <a:xfrm>
              <a:off x="1749525" y="2274966"/>
              <a:ext cx="29247" cy="9759"/>
            </a:xfrm>
            <a:custGeom>
              <a:avLst/>
              <a:gdLst/>
              <a:ahLst/>
              <a:cxnLst/>
              <a:rect l="l" t="t" r="r" b="b"/>
              <a:pathLst>
                <a:path w="959" h="320" extrusionOk="0">
                  <a:moveTo>
                    <a:pt x="161" y="0"/>
                  </a:moveTo>
                  <a:cubicBezTo>
                    <a:pt x="74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799" y="320"/>
                  </a:lnTo>
                  <a:cubicBezTo>
                    <a:pt x="885" y="320"/>
                    <a:pt x="959" y="247"/>
                    <a:pt x="959" y="160"/>
                  </a:cubicBezTo>
                  <a:cubicBezTo>
                    <a:pt x="959" y="73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8"/>
            <p:cNvSpPr/>
            <p:nvPr/>
          </p:nvSpPr>
          <p:spPr>
            <a:xfrm>
              <a:off x="1749525" y="2291770"/>
              <a:ext cx="29247" cy="9729"/>
            </a:xfrm>
            <a:custGeom>
              <a:avLst/>
              <a:gdLst/>
              <a:ahLst/>
              <a:cxnLst/>
              <a:rect l="l" t="t" r="r" b="b"/>
              <a:pathLst>
                <a:path w="959" h="319" extrusionOk="0">
                  <a:moveTo>
                    <a:pt x="161" y="0"/>
                  </a:moveTo>
                  <a:cubicBezTo>
                    <a:pt x="74" y="0"/>
                    <a:pt x="1" y="72"/>
                    <a:pt x="1" y="160"/>
                  </a:cubicBezTo>
                  <a:cubicBezTo>
                    <a:pt x="1" y="247"/>
                    <a:pt x="74" y="319"/>
                    <a:pt x="161" y="319"/>
                  </a:cubicBezTo>
                  <a:lnTo>
                    <a:pt x="799" y="319"/>
                  </a:lnTo>
                  <a:cubicBezTo>
                    <a:pt x="885" y="319"/>
                    <a:pt x="959" y="247"/>
                    <a:pt x="959" y="160"/>
                  </a:cubicBezTo>
                  <a:cubicBezTo>
                    <a:pt x="959" y="70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8"/>
            <p:cNvSpPr/>
            <p:nvPr/>
          </p:nvSpPr>
          <p:spPr>
            <a:xfrm>
              <a:off x="1814024" y="2274966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0" y="0"/>
                  </a:moveTo>
                  <a:cubicBezTo>
                    <a:pt x="72" y="0"/>
                    <a:pt x="0" y="73"/>
                    <a:pt x="0" y="160"/>
                  </a:cubicBezTo>
                  <a:cubicBezTo>
                    <a:pt x="0" y="247"/>
                    <a:pt x="72" y="320"/>
                    <a:pt x="160" y="320"/>
                  </a:cubicBezTo>
                  <a:lnTo>
                    <a:pt x="798" y="320"/>
                  </a:lnTo>
                  <a:cubicBezTo>
                    <a:pt x="885" y="320"/>
                    <a:pt x="957" y="247"/>
                    <a:pt x="957" y="160"/>
                  </a:cubicBezTo>
                  <a:cubicBezTo>
                    <a:pt x="957" y="70"/>
                    <a:pt x="885" y="0"/>
                    <a:pt x="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8"/>
            <p:cNvSpPr/>
            <p:nvPr/>
          </p:nvSpPr>
          <p:spPr>
            <a:xfrm>
              <a:off x="1556147" y="2324919"/>
              <a:ext cx="29186" cy="9729"/>
            </a:xfrm>
            <a:custGeom>
              <a:avLst/>
              <a:gdLst/>
              <a:ahLst/>
              <a:cxnLst/>
              <a:rect l="l" t="t" r="r" b="b"/>
              <a:pathLst>
                <a:path w="957" h="319" extrusionOk="0">
                  <a:moveTo>
                    <a:pt x="161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7"/>
                    <a:pt x="72" y="319"/>
                    <a:pt x="161" y="319"/>
                  </a:cubicBezTo>
                  <a:lnTo>
                    <a:pt x="799" y="319"/>
                  </a:lnTo>
                  <a:cubicBezTo>
                    <a:pt x="886" y="319"/>
                    <a:pt x="957" y="247"/>
                    <a:pt x="957" y="159"/>
                  </a:cubicBezTo>
                  <a:cubicBezTo>
                    <a:pt x="957" y="72"/>
                    <a:pt x="886" y="1"/>
                    <a:pt x="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8"/>
            <p:cNvSpPr/>
            <p:nvPr/>
          </p:nvSpPr>
          <p:spPr>
            <a:xfrm>
              <a:off x="1556147" y="2341692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799" y="320"/>
                  </a:lnTo>
                  <a:cubicBezTo>
                    <a:pt x="886" y="320"/>
                    <a:pt x="957" y="247"/>
                    <a:pt x="957" y="160"/>
                  </a:cubicBezTo>
                  <a:cubicBezTo>
                    <a:pt x="957" y="73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8"/>
            <p:cNvSpPr/>
            <p:nvPr/>
          </p:nvSpPr>
          <p:spPr>
            <a:xfrm>
              <a:off x="1620586" y="2324919"/>
              <a:ext cx="29247" cy="9729"/>
            </a:xfrm>
            <a:custGeom>
              <a:avLst/>
              <a:gdLst/>
              <a:ahLst/>
              <a:cxnLst/>
              <a:rect l="l" t="t" r="r" b="b"/>
              <a:pathLst>
                <a:path w="959" h="319" extrusionOk="0">
                  <a:moveTo>
                    <a:pt x="161" y="1"/>
                  </a:moveTo>
                  <a:cubicBezTo>
                    <a:pt x="74" y="1"/>
                    <a:pt x="1" y="72"/>
                    <a:pt x="1" y="159"/>
                  </a:cubicBezTo>
                  <a:cubicBezTo>
                    <a:pt x="1" y="247"/>
                    <a:pt x="74" y="319"/>
                    <a:pt x="161" y="319"/>
                  </a:cubicBezTo>
                  <a:lnTo>
                    <a:pt x="799" y="319"/>
                  </a:lnTo>
                  <a:cubicBezTo>
                    <a:pt x="886" y="319"/>
                    <a:pt x="959" y="247"/>
                    <a:pt x="959" y="159"/>
                  </a:cubicBezTo>
                  <a:cubicBezTo>
                    <a:pt x="959" y="72"/>
                    <a:pt x="886" y="1"/>
                    <a:pt x="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8"/>
            <p:cNvSpPr/>
            <p:nvPr/>
          </p:nvSpPr>
          <p:spPr>
            <a:xfrm>
              <a:off x="1685086" y="2324919"/>
              <a:ext cx="29186" cy="9729"/>
            </a:xfrm>
            <a:custGeom>
              <a:avLst/>
              <a:gdLst/>
              <a:ahLst/>
              <a:cxnLst/>
              <a:rect l="l" t="t" r="r" b="b"/>
              <a:pathLst>
                <a:path w="957" h="319" extrusionOk="0">
                  <a:moveTo>
                    <a:pt x="161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7"/>
                    <a:pt x="72" y="319"/>
                    <a:pt x="161" y="319"/>
                  </a:cubicBezTo>
                  <a:lnTo>
                    <a:pt x="799" y="319"/>
                  </a:lnTo>
                  <a:cubicBezTo>
                    <a:pt x="885" y="319"/>
                    <a:pt x="957" y="247"/>
                    <a:pt x="957" y="159"/>
                  </a:cubicBezTo>
                  <a:cubicBezTo>
                    <a:pt x="957" y="72"/>
                    <a:pt x="885" y="1"/>
                    <a:pt x="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8"/>
            <p:cNvSpPr/>
            <p:nvPr/>
          </p:nvSpPr>
          <p:spPr>
            <a:xfrm>
              <a:off x="1685086" y="2341692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799" y="320"/>
                  </a:lnTo>
                  <a:cubicBezTo>
                    <a:pt x="885" y="320"/>
                    <a:pt x="957" y="247"/>
                    <a:pt x="957" y="160"/>
                  </a:cubicBezTo>
                  <a:cubicBezTo>
                    <a:pt x="957" y="73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8"/>
            <p:cNvSpPr/>
            <p:nvPr/>
          </p:nvSpPr>
          <p:spPr>
            <a:xfrm>
              <a:off x="1814024" y="2324919"/>
              <a:ext cx="29186" cy="9729"/>
            </a:xfrm>
            <a:custGeom>
              <a:avLst/>
              <a:gdLst/>
              <a:ahLst/>
              <a:cxnLst/>
              <a:rect l="l" t="t" r="r" b="b"/>
              <a:pathLst>
                <a:path w="957" h="319" extrusionOk="0">
                  <a:moveTo>
                    <a:pt x="160" y="1"/>
                  </a:moveTo>
                  <a:cubicBezTo>
                    <a:pt x="72" y="1"/>
                    <a:pt x="0" y="72"/>
                    <a:pt x="0" y="159"/>
                  </a:cubicBezTo>
                  <a:cubicBezTo>
                    <a:pt x="0" y="247"/>
                    <a:pt x="72" y="319"/>
                    <a:pt x="160" y="319"/>
                  </a:cubicBezTo>
                  <a:lnTo>
                    <a:pt x="798" y="319"/>
                  </a:lnTo>
                  <a:cubicBezTo>
                    <a:pt x="885" y="319"/>
                    <a:pt x="957" y="247"/>
                    <a:pt x="957" y="159"/>
                  </a:cubicBezTo>
                  <a:cubicBezTo>
                    <a:pt x="957" y="72"/>
                    <a:pt x="885" y="1"/>
                    <a:pt x="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8"/>
            <p:cNvSpPr/>
            <p:nvPr/>
          </p:nvSpPr>
          <p:spPr>
            <a:xfrm>
              <a:off x="1814024" y="2341692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0" y="0"/>
                  </a:moveTo>
                  <a:cubicBezTo>
                    <a:pt x="72" y="0"/>
                    <a:pt x="0" y="73"/>
                    <a:pt x="0" y="160"/>
                  </a:cubicBezTo>
                  <a:cubicBezTo>
                    <a:pt x="0" y="247"/>
                    <a:pt x="72" y="320"/>
                    <a:pt x="160" y="320"/>
                  </a:cubicBezTo>
                  <a:lnTo>
                    <a:pt x="798" y="320"/>
                  </a:lnTo>
                  <a:cubicBezTo>
                    <a:pt x="885" y="320"/>
                    <a:pt x="957" y="247"/>
                    <a:pt x="957" y="160"/>
                  </a:cubicBezTo>
                  <a:cubicBezTo>
                    <a:pt x="957" y="73"/>
                    <a:pt x="885" y="0"/>
                    <a:pt x="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8"/>
            <p:cNvSpPr/>
            <p:nvPr/>
          </p:nvSpPr>
          <p:spPr>
            <a:xfrm>
              <a:off x="1563223" y="2379050"/>
              <a:ext cx="20403" cy="9759"/>
            </a:xfrm>
            <a:custGeom>
              <a:avLst/>
              <a:gdLst/>
              <a:ahLst/>
              <a:cxnLst/>
              <a:rect l="l" t="t" r="r" b="b"/>
              <a:pathLst>
                <a:path w="669" h="320" extrusionOk="0">
                  <a:moveTo>
                    <a:pt x="160" y="0"/>
                  </a:moveTo>
                  <a:cubicBezTo>
                    <a:pt x="73" y="0"/>
                    <a:pt x="0" y="73"/>
                    <a:pt x="0" y="160"/>
                  </a:cubicBezTo>
                  <a:cubicBezTo>
                    <a:pt x="0" y="247"/>
                    <a:pt x="73" y="320"/>
                    <a:pt x="160" y="320"/>
                  </a:cubicBezTo>
                  <a:lnTo>
                    <a:pt x="509" y="320"/>
                  </a:lnTo>
                  <a:cubicBezTo>
                    <a:pt x="596" y="320"/>
                    <a:pt x="669" y="247"/>
                    <a:pt x="669" y="160"/>
                  </a:cubicBezTo>
                  <a:cubicBezTo>
                    <a:pt x="669" y="73"/>
                    <a:pt x="596" y="0"/>
                    <a:pt x="5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8"/>
            <p:cNvSpPr/>
            <p:nvPr/>
          </p:nvSpPr>
          <p:spPr>
            <a:xfrm>
              <a:off x="1592774" y="2379050"/>
              <a:ext cx="66241" cy="9759"/>
            </a:xfrm>
            <a:custGeom>
              <a:avLst/>
              <a:gdLst/>
              <a:ahLst/>
              <a:cxnLst/>
              <a:rect l="l" t="t" r="r" b="b"/>
              <a:pathLst>
                <a:path w="2172" h="320" extrusionOk="0">
                  <a:moveTo>
                    <a:pt x="161" y="0"/>
                  </a:moveTo>
                  <a:cubicBezTo>
                    <a:pt x="74" y="0"/>
                    <a:pt x="1" y="73"/>
                    <a:pt x="1" y="160"/>
                  </a:cubicBezTo>
                  <a:cubicBezTo>
                    <a:pt x="1" y="247"/>
                    <a:pt x="74" y="320"/>
                    <a:pt x="161" y="320"/>
                  </a:cubicBezTo>
                  <a:lnTo>
                    <a:pt x="2012" y="320"/>
                  </a:lnTo>
                  <a:cubicBezTo>
                    <a:pt x="2100" y="320"/>
                    <a:pt x="2172" y="247"/>
                    <a:pt x="2172" y="160"/>
                  </a:cubicBezTo>
                  <a:cubicBezTo>
                    <a:pt x="2172" y="73"/>
                    <a:pt x="2100" y="0"/>
                    <a:pt x="20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8"/>
            <p:cNvSpPr/>
            <p:nvPr/>
          </p:nvSpPr>
          <p:spPr>
            <a:xfrm>
              <a:off x="1533580" y="2132061"/>
              <a:ext cx="332179" cy="280181"/>
            </a:xfrm>
            <a:custGeom>
              <a:avLst/>
              <a:gdLst/>
              <a:ahLst/>
              <a:cxnLst/>
              <a:rect l="l" t="t" r="r" b="b"/>
              <a:pathLst>
                <a:path w="10892" h="9187" extrusionOk="0">
                  <a:moveTo>
                    <a:pt x="10573" y="933"/>
                  </a:moveTo>
                  <a:lnTo>
                    <a:pt x="10573" y="2507"/>
                  </a:lnTo>
                  <a:lnTo>
                    <a:pt x="322" y="2507"/>
                  </a:lnTo>
                  <a:lnTo>
                    <a:pt x="322" y="933"/>
                  </a:lnTo>
                  <a:close/>
                  <a:moveTo>
                    <a:pt x="2117" y="2823"/>
                  </a:moveTo>
                  <a:lnTo>
                    <a:pt x="2117" y="4142"/>
                  </a:lnTo>
                  <a:lnTo>
                    <a:pt x="322" y="4142"/>
                  </a:lnTo>
                  <a:lnTo>
                    <a:pt x="322" y="2823"/>
                  </a:lnTo>
                  <a:close/>
                  <a:moveTo>
                    <a:pt x="4230" y="2823"/>
                  </a:moveTo>
                  <a:lnTo>
                    <a:pt x="4230" y="4142"/>
                  </a:lnTo>
                  <a:lnTo>
                    <a:pt x="2435" y="4142"/>
                  </a:lnTo>
                  <a:lnTo>
                    <a:pt x="2435" y="2823"/>
                  </a:lnTo>
                  <a:close/>
                  <a:moveTo>
                    <a:pt x="6345" y="2823"/>
                  </a:moveTo>
                  <a:lnTo>
                    <a:pt x="6345" y="4142"/>
                  </a:lnTo>
                  <a:lnTo>
                    <a:pt x="4548" y="4142"/>
                  </a:lnTo>
                  <a:lnTo>
                    <a:pt x="4548" y="2823"/>
                  </a:lnTo>
                  <a:close/>
                  <a:moveTo>
                    <a:pt x="8458" y="2823"/>
                  </a:moveTo>
                  <a:lnTo>
                    <a:pt x="8458" y="4142"/>
                  </a:lnTo>
                  <a:lnTo>
                    <a:pt x="6663" y="4142"/>
                  </a:lnTo>
                  <a:lnTo>
                    <a:pt x="6663" y="2823"/>
                  </a:lnTo>
                  <a:close/>
                  <a:moveTo>
                    <a:pt x="10573" y="2823"/>
                  </a:moveTo>
                  <a:lnTo>
                    <a:pt x="10573" y="4142"/>
                  </a:lnTo>
                  <a:lnTo>
                    <a:pt x="8778" y="4142"/>
                  </a:lnTo>
                  <a:lnTo>
                    <a:pt x="8778" y="2823"/>
                  </a:lnTo>
                  <a:close/>
                  <a:moveTo>
                    <a:pt x="2117" y="4462"/>
                  </a:moveTo>
                  <a:lnTo>
                    <a:pt x="2117" y="5780"/>
                  </a:lnTo>
                  <a:lnTo>
                    <a:pt x="322" y="5780"/>
                  </a:lnTo>
                  <a:lnTo>
                    <a:pt x="322" y="4462"/>
                  </a:lnTo>
                  <a:close/>
                  <a:moveTo>
                    <a:pt x="4230" y="4462"/>
                  </a:moveTo>
                  <a:lnTo>
                    <a:pt x="4230" y="5780"/>
                  </a:lnTo>
                  <a:lnTo>
                    <a:pt x="2435" y="5780"/>
                  </a:lnTo>
                  <a:lnTo>
                    <a:pt x="2435" y="4462"/>
                  </a:lnTo>
                  <a:close/>
                  <a:moveTo>
                    <a:pt x="6345" y="4462"/>
                  </a:moveTo>
                  <a:lnTo>
                    <a:pt x="6345" y="5780"/>
                  </a:lnTo>
                  <a:lnTo>
                    <a:pt x="4548" y="5780"/>
                  </a:lnTo>
                  <a:lnTo>
                    <a:pt x="4548" y="4462"/>
                  </a:lnTo>
                  <a:close/>
                  <a:moveTo>
                    <a:pt x="8458" y="4462"/>
                  </a:moveTo>
                  <a:lnTo>
                    <a:pt x="8458" y="5780"/>
                  </a:lnTo>
                  <a:lnTo>
                    <a:pt x="6663" y="5780"/>
                  </a:lnTo>
                  <a:lnTo>
                    <a:pt x="6663" y="4462"/>
                  </a:lnTo>
                  <a:close/>
                  <a:moveTo>
                    <a:pt x="10573" y="4462"/>
                  </a:moveTo>
                  <a:lnTo>
                    <a:pt x="10573" y="5780"/>
                  </a:lnTo>
                  <a:lnTo>
                    <a:pt x="8778" y="5780"/>
                  </a:lnTo>
                  <a:lnTo>
                    <a:pt x="8778" y="4462"/>
                  </a:lnTo>
                  <a:close/>
                  <a:moveTo>
                    <a:pt x="2117" y="6098"/>
                  </a:moveTo>
                  <a:lnTo>
                    <a:pt x="2117" y="7417"/>
                  </a:lnTo>
                  <a:lnTo>
                    <a:pt x="322" y="7417"/>
                  </a:lnTo>
                  <a:lnTo>
                    <a:pt x="322" y="6098"/>
                  </a:lnTo>
                  <a:close/>
                  <a:moveTo>
                    <a:pt x="4230" y="6098"/>
                  </a:moveTo>
                  <a:lnTo>
                    <a:pt x="4230" y="7417"/>
                  </a:lnTo>
                  <a:lnTo>
                    <a:pt x="2435" y="7417"/>
                  </a:lnTo>
                  <a:lnTo>
                    <a:pt x="2435" y="6098"/>
                  </a:lnTo>
                  <a:close/>
                  <a:moveTo>
                    <a:pt x="6345" y="6098"/>
                  </a:moveTo>
                  <a:lnTo>
                    <a:pt x="6345" y="7417"/>
                  </a:lnTo>
                  <a:lnTo>
                    <a:pt x="4548" y="7417"/>
                  </a:lnTo>
                  <a:lnTo>
                    <a:pt x="4548" y="6098"/>
                  </a:lnTo>
                  <a:close/>
                  <a:moveTo>
                    <a:pt x="10573" y="6098"/>
                  </a:moveTo>
                  <a:lnTo>
                    <a:pt x="10573" y="7417"/>
                  </a:lnTo>
                  <a:lnTo>
                    <a:pt x="8778" y="7417"/>
                  </a:lnTo>
                  <a:lnTo>
                    <a:pt x="8778" y="6098"/>
                  </a:lnTo>
                  <a:close/>
                  <a:moveTo>
                    <a:pt x="928" y="1"/>
                  </a:moveTo>
                  <a:cubicBezTo>
                    <a:pt x="809" y="1"/>
                    <a:pt x="697" y="59"/>
                    <a:pt x="625" y="157"/>
                  </a:cubicBezTo>
                  <a:lnTo>
                    <a:pt x="305" y="611"/>
                  </a:lnTo>
                  <a:lnTo>
                    <a:pt x="161" y="611"/>
                  </a:lnTo>
                  <a:cubicBezTo>
                    <a:pt x="72" y="611"/>
                    <a:pt x="1" y="685"/>
                    <a:pt x="1" y="771"/>
                  </a:cubicBezTo>
                  <a:lnTo>
                    <a:pt x="1" y="9026"/>
                  </a:lnTo>
                  <a:cubicBezTo>
                    <a:pt x="1" y="9115"/>
                    <a:pt x="72" y="9186"/>
                    <a:pt x="161" y="9186"/>
                  </a:cubicBezTo>
                  <a:lnTo>
                    <a:pt x="1217" y="9186"/>
                  </a:lnTo>
                  <a:cubicBezTo>
                    <a:pt x="1304" y="9186"/>
                    <a:pt x="1377" y="9115"/>
                    <a:pt x="1377" y="9026"/>
                  </a:cubicBezTo>
                  <a:cubicBezTo>
                    <a:pt x="1377" y="8939"/>
                    <a:pt x="1304" y="8868"/>
                    <a:pt x="1217" y="8868"/>
                  </a:cubicBezTo>
                  <a:lnTo>
                    <a:pt x="319" y="8868"/>
                  </a:lnTo>
                  <a:lnTo>
                    <a:pt x="319" y="7737"/>
                  </a:lnTo>
                  <a:lnTo>
                    <a:pt x="7240" y="7737"/>
                  </a:lnTo>
                  <a:cubicBezTo>
                    <a:pt x="7327" y="7737"/>
                    <a:pt x="7400" y="7663"/>
                    <a:pt x="7400" y="7577"/>
                  </a:cubicBezTo>
                  <a:cubicBezTo>
                    <a:pt x="7400" y="7490"/>
                    <a:pt x="7327" y="7417"/>
                    <a:pt x="7240" y="7417"/>
                  </a:cubicBezTo>
                  <a:lnTo>
                    <a:pt x="6661" y="7417"/>
                  </a:lnTo>
                  <a:lnTo>
                    <a:pt x="6661" y="6098"/>
                  </a:lnTo>
                  <a:lnTo>
                    <a:pt x="8456" y="6098"/>
                  </a:lnTo>
                  <a:lnTo>
                    <a:pt x="8456" y="7417"/>
                  </a:lnTo>
                  <a:lnTo>
                    <a:pt x="7878" y="7417"/>
                  </a:lnTo>
                  <a:cubicBezTo>
                    <a:pt x="7791" y="7417"/>
                    <a:pt x="7718" y="7490"/>
                    <a:pt x="7718" y="7577"/>
                  </a:cubicBezTo>
                  <a:cubicBezTo>
                    <a:pt x="7718" y="7663"/>
                    <a:pt x="7791" y="7737"/>
                    <a:pt x="7878" y="7737"/>
                  </a:cubicBezTo>
                  <a:lnTo>
                    <a:pt x="10569" y="7737"/>
                  </a:lnTo>
                  <a:lnTo>
                    <a:pt x="10569" y="8868"/>
                  </a:lnTo>
                  <a:lnTo>
                    <a:pt x="1855" y="8868"/>
                  </a:lnTo>
                  <a:cubicBezTo>
                    <a:pt x="1768" y="8868"/>
                    <a:pt x="1695" y="8939"/>
                    <a:pt x="1695" y="9026"/>
                  </a:cubicBezTo>
                  <a:cubicBezTo>
                    <a:pt x="1695" y="9115"/>
                    <a:pt x="1768" y="9186"/>
                    <a:pt x="1855" y="9186"/>
                  </a:cubicBezTo>
                  <a:lnTo>
                    <a:pt x="10729" y="9186"/>
                  </a:lnTo>
                  <a:cubicBezTo>
                    <a:pt x="10816" y="9186"/>
                    <a:pt x="10889" y="9115"/>
                    <a:pt x="10889" y="9026"/>
                  </a:cubicBezTo>
                  <a:lnTo>
                    <a:pt x="10889" y="773"/>
                  </a:lnTo>
                  <a:cubicBezTo>
                    <a:pt x="10891" y="685"/>
                    <a:pt x="10820" y="613"/>
                    <a:pt x="10731" y="613"/>
                  </a:cubicBezTo>
                  <a:lnTo>
                    <a:pt x="10586" y="613"/>
                  </a:lnTo>
                  <a:lnTo>
                    <a:pt x="10267" y="157"/>
                  </a:lnTo>
                  <a:cubicBezTo>
                    <a:pt x="10199" y="59"/>
                    <a:pt x="10085" y="1"/>
                    <a:pt x="9964" y="1"/>
                  </a:cubicBezTo>
                  <a:lnTo>
                    <a:pt x="8407" y="1"/>
                  </a:lnTo>
                  <a:cubicBezTo>
                    <a:pt x="8320" y="1"/>
                    <a:pt x="8247" y="74"/>
                    <a:pt x="8247" y="161"/>
                  </a:cubicBezTo>
                  <a:cubicBezTo>
                    <a:pt x="8247" y="247"/>
                    <a:pt x="8320" y="321"/>
                    <a:pt x="8407" y="321"/>
                  </a:cubicBezTo>
                  <a:lnTo>
                    <a:pt x="9964" y="321"/>
                  </a:lnTo>
                  <a:cubicBezTo>
                    <a:pt x="9981" y="321"/>
                    <a:pt x="9996" y="329"/>
                    <a:pt x="10005" y="341"/>
                  </a:cubicBezTo>
                  <a:lnTo>
                    <a:pt x="10195" y="613"/>
                  </a:lnTo>
                  <a:lnTo>
                    <a:pt x="697" y="613"/>
                  </a:lnTo>
                  <a:lnTo>
                    <a:pt x="887" y="341"/>
                  </a:lnTo>
                  <a:cubicBezTo>
                    <a:pt x="896" y="329"/>
                    <a:pt x="911" y="321"/>
                    <a:pt x="928" y="321"/>
                  </a:cubicBezTo>
                  <a:lnTo>
                    <a:pt x="7769" y="321"/>
                  </a:lnTo>
                  <a:cubicBezTo>
                    <a:pt x="7856" y="321"/>
                    <a:pt x="7929" y="247"/>
                    <a:pt x="7929" y="161"/>
                  </a:cubicBezTo>
                  <a:cubicBezTo>
                    <a:pt x="7929" y="74"/>
                    <a:pt x="7856" y="1"/>
                    <a:pt x="77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670;p48">
            <a:extLst>
              <a:ext uri="{FF2B5EF4-FFF2-40B4-BE49-F238E27FC236}">
                <a16:creationId xmlns:a16="http://schemas.microsoft.com/office/drawing/2014/main" id="{236B662F-7711-C34E-8361-9F95F088A8EC}"/>
              </a:ext>
            </a:extLst>
          </p:cNvPr>
          <p:cNvSpPr/>
          <p:nvPr/>
        </p:nvSpPr>
        <p:spPr>
          <a:xfrm>
            <a:off x="4229542" y="253425"/>
            <a:ext cx="96900" cy="96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143" name="Google Shape;670;p48">
            <a:extLst>
              <a:ext uri="{FF2B5EF4-FFF2-40B4-BE49-F238E27FC236}">
                <a16:creationId xmlns:a16="http://schemas.microsoft.com/office/drawing/2014/main" id="{5005BF97-22B8-5947-BA95-A275DF1069F5}"/>
              </a:ext>
            </a:extLst>
          </p:cNvPr>
          <p:cNvSpPr/>
          <p:nvPr/>
        </p:nvSpPr>
        <p:spPr>
          <a:xfrm>
            <a:off x="4373797" y="250812"/>
            <a:ext cx="96900" cy="96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144" name="Google Shape;670;p48">
            <a:extLst>
              <a:ext uri="{FF2B5EF4-FFF2-40B4-BE49-F238E27FC236}">
                <a16:creationId xmlns:a16="http://schemas.microsoft.com/office/drawing/2014/main" id="{AB949485-D0A2-7743-9EAD-6FA6A96FA7E5}"/>
              </a:ext>
            </a:extLst>
          </p:cNvPr>
          <p:cNvSpPr/>
          <p:nvPr/>
        </p:nvSpPr>
        <p:spPr>
          <a:xfrm>
            <a:off x="4679969" y="254751"/>
            <a:ext cx="96900" cy="96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331006-ED1D-1E48-A953-814483F65574}"/>
              </a:ext>
            </a:extLst>
          </p:cNvPr>
          <p:cNvSpPr txBox="1"/>
          <p:nvPr/>
        </p:nvSpPr>
        <p:spPr>
          <a:xfrm>
            <a:off x="676831" y="2737175"/>
            <a:ext cx="69717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 fontAlgn="base">
              <a:buFont typeface="Arial" panose="020B0604020202020204" pitchFamily="34" charset="0"/>
              <a:buChar char="•"/>
            </a:pPr>
            <a:r>
              <a:rPr lang="fa-IR" b="0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عدم وجود یک </a:t>
            </a:r>
            <a:r>
              <a:rPr lang="fa-IR" b="0" i="0" u="none" strike="noStrike" dirty="0" err="1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b="0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 ثابت و همیشگی برای </a:t>
            </a:r>
            <a:r>
              <a:rPr lang="fa-IR" b="0" i="0" u="none" strike="noStrike" dirty="0" err="1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کلاینت‌ها</a:t>
            </a:r>
            <a:endParaRPr lang="fa-IR" b="0" i="0" u="none" strike="noStrike" dirty="0">
              <a:solidFill>
                <a:srgbClr val="8C4FFF"/>
              </a:solidFill>
              <a:effectLst/>
              <a:latin typeface="Lalezar" pitchFamily="2" charset="-78"/>
              <a:cs typeface="Lalezar" pitchFamily="2" charset="-78"/>
            </a:endParaRPr>
          </a:p>
          <a:p>
            <a:pPr algn="r" rtl="1" fontAlgn="base">
              <a:buFont typeface="Arial" panose="020B0604020202020204" pitchFamily="34" charset="0"/>
              <a:buChar char="•"/>
            </a:pPr>
            <a:r>
              <a:rPr lang="fa-IR" b="0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افزایش احتمال </a:t>
            </a:r>
            <a:r>
              <a:rPr lang="fa-IR" b="0" i="0" u="none" strike="noStrike" dirty="0" err="1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حمله‌ی</a:t>
            </a:r>
            <a:r>
              <a:rPr lang="fa-IR" b="0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 </a:t>
            </a:r>
            <a:r>
              <a:rPr lang="en-US" b="0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DHCP Spoofing </a:t>
            </a:r>
            <a:r>
              <a:rPr lang="fa-IR" b="0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به شبکه</a:t>
            </a:r>
          </a:p>
          <a:p>
            <a:pPr algn="r" rtl="1" fontAlgn="base">
              <a:buFont typeface="Arial" panose="020B0604020202020204" pitchFamily="34" charset="0"/>
              <a:buChar char="•"/>
            </a:pPr>
            <a:r>
              <a:rPr lang="fa-IR" b="0" i="0" u="none" strike="noStrike" dirty="0" err="1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هزینه‌ی</a:t>
            </a:r>
            <a:r>
              <a:rPr lang="fa-IR" b="0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 تهیه و نگهداری سرور مناسب برای </a:t>
            </a:r>
            <a:r>
              <a:rPr lang="en-US" b="0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DHCP</a:t>
            </a:r>
          </a:p>
          <a:p>
            <a:pPr algn="r" rtl="1"/>
            <a:endParaRPr lang="en-US" dirty="0">
              <a:solidFill>
                <a:srgbClr val="8C4FFF"/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56FF3-4C27-354B-8B91-1C25426DF980}"/>
              </a:ext>
            </a:extLst>
          </p:cNvPr>
          <p:cNvSpPr txBox="1"/>
          <p:nvPr/>
        </p:nvSpPr>
        <p:spPr>
          <a:xfrm>
            <a:off x="4264476" y="637376"/>
            <a:ext cx="3482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200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مزایا و </a:t>
            </a:r>
            <a:r>
              <a:rPr lang="fa-IR" sz="240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معایب</a:t>
            </a:r>
            <a:r>
              <a:rPr lang="fa-IR" sz="200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استفاده از سرور </a:t>
            </a:r>
            <a:r>
              <a:rPr lang="en-US" sz="2000" i="0" u="none" strike="noStrike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DHCP</a:t>
            </a:r>
          </a:p>
          <a:p>
            <a:pPr algn="r" rtl="1"/>
            <a:endParaRPr lang="en-US" sz="2000" dirty="0">
              <a:solidFill>
                <a:schemeClr val="tx1">
                  <a:lumMod val="60000"/>
                  <a:lumOff val="40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6833A-1BD3-434B-BA45-66ED4BE579FE}"/>
              </a:ext>
            </a:extLst>
          </p:cNvPr>
          <p:cNvSpPr txBox="1"/>
          <p:nvPr/>
        </p:nvSpPr>
        <p:spPr>
          <a:xfrm>
            <a:off x="4754860" y="1161021"/>
            <a:ext cx="289374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b="0" i="0" u="none" strike="noStrike" dirty="0">
                <a:solidFill>
                  <a:srgbClr val="00B050"/>
                </a:solidFill>
                <a:effectLst/>
                <a:latin typeface="Lalezar" pitchFamily="2" charset="-78"/>
                <a:cs typeface="Lalezar" pitchFamily="2" charset="-78"/>
              </a:rPr>
              <a:t>مزایای</a:t>
            </a:r>
            <a:r>
              <a:rPr lang="fa-IR" b="0" i="0" u="none" strike="noStrike" dirty="0">
                <a:solidFill>
                  <a:schemeClr val="tx1">
                    <a:lumMod val="7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به کارگیری از این سرویس عبارتند از:</a:t>
            </a:r>
            <a:endParaRPr lang="fa-IR" b="0" i="0" u="none" strike="noStrike" dirty="0">
              <a:solidFill>
                <a:srgbClr val="8C4FFF"/>
              </a:solidFill>
              <a:effectLst/>
              <a:latin typeface="Lalezar" pitchFamily="2" charset="-78"/>
              <a:cs typeface="Lalezar" pitchFamily="2" charset="-78"/>
            </a:endParaRPr>
          </a:p>
          <a:p>
            <a:pPr algn="r" rtl="1" fontAlgn="base">
              <a:buFont typeface="Arial" panose="020B0604020202020204" pitchFamily="34" charset="0"/>
              <a:buChar char="•"/>
            </a:pPr>
            <a:r>
              <a:rPr lang="fa-IR" b="0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تخصیص </a:t>
            </a:r>
            <a:r>
              <a:rPr lang="fa-IR" b="0" i="0" u="none" strike="noStrike" dirty="0" err="1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b="0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 خودکار به </a:t>
            </a:r>
            <a:r>
              <a:rPr lang="fa-IR" b="0" i="0" u="none" strike="noStrike" dirty="0" err="1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کلاینت‌ها</a:t>
            </a:r>
            <a:endParaRPr lang="fa-IR" b="0" i="0" u="none" strike="noStrike" dirty="0">
              <a:solidFill>
                <a:srgbClr val="8C4FFF"/>
              </a:solidFill>
              <a:effectLst/>
              <a:latin typeface="Lalezar" pitchFamily="2" charset="-78"/>
              <a:cs typeface="Lalezar" pitchFamily="2" charset="-78"/>
            </a:endParaRPr>
          </a:p>
          <a:p>
            <a:pPr algn="r" rtl="1" fontAlgn="base">
              <a:buFont typeface="Arial" panose="020B0604020202020204" pitchFamily="34" charset="0"/>
              <a:buChar char="•"/>
            </a:pPr>
            <a:r>
              <a:rPr lang="fa-IR" b="0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سرعت بالای تخصیص </a:t>
            </a:r>
            <a:r>
              <a:rPr lang="fa-IR" b="0" i="0" u="none" strike="noStrike" dirty="0" err="1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آی‌پی‌ها</a:t>
            </a:r>
            <a:endParaRPr lang="fa-IR" b="0" i="0" u="none" strike="noStrike" dirty="0">
              <a:solidFill>
                <a:srgbClr val="8C4FFF"/>
              </a:solidFill>
              <a:effectLst/>
              <a:latin typeface="Lalezar" pitchFamily="2" charset="-78"/>
              <a:cs typeface="Lalezar" pitchFamily="2" charset="-78"/>
            </a:endParaRPr>
          </a:p>
          <a:p>
            <a:pPr algn="r" rtl="1" fontAlgn="base">
              <a:buFont typeface="Arial" panose="020B0604020202020204" pitchFamily="34" charset="0"/>
              <a:buChar char="•"/>
            </a:pPr>
            <a:r>
              <a:rPr lang="fa-IR" b="0" i="0" u="none" strike="noStrike" dirty="0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کاهش تداخل میان </a:t>
            </a:r>
            <a:r>
              <a:rPr lang="fa-IR" b="0" i="0" u="none" strike="noStrike" dirty="0" err="1">
                <a:solidFill>
                  <a:srgbClr val="8C4FFF"/>
                </a:solidFill>
                <a:effectLst/>
                <a:latin typeface="Lalezar" pitchFamily="2" charset="-78"/>
                <a:cs typeface="Lalezar" pitchFamily="2" charset="-78"/>
              </a:rPr>
              <a:t>آی‌پی‌ها</a:t>
            </a:r>
            <a:endParaRPr lang="fa-IR" b="0" i="0" u="none" strike="noStrike" dirty="0">
              <a:solidFill>
                <a:srgbClr val="8C4FFF"/>
              </a:solidFill>
              <a:effectLst/>
              <a:latin typeface="Lalezar" pitchFamily="2" charset="-78"/>
              <a:cs typeface="Lalezar" pitchFamily="2" charset="-78"/>
            </a:endParaRPr>
          </a:p>
          <a:p>
            <a:endParaRPr lang="en-US" dirty="0">
              <a:solidFill>
                <a:schemeClr val="tx1">
                  <a:lumMod val="75000"/>
                </a:schemeClr>
              </a:solidFill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DE445CA-CE7A-4240-921B-C9CCBB1B4FF6}"/>
              </a:ext>
            </a:extLst>
          </p:cNvPr>
          <p:cNvSpPr txBox="1"/>
          <p:nvPr/>
        </p:nvSpPr>
        <p:spPr>
          <a:xfrm>
            <a:off x="1441295" y="2297544"/>
            <a:ext cx="6261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200" b="0" i="0" u="none" strike="noStrike" dirty="0">
                <a:solidFill>
                  <a:schemeClr val="tx1"/>
                </a:solidFill>
                <a:effectLst/>
                <a:latin typeface="Lalezar" pitchFamily="2" charset="-78"/>
                <a:cs typeface="Lalezar" pitchFamily="2" charset="-78"/>
              </a:rPr>
              <a:t>همچنین به کارگیری این سرویس برای </a:t>
            </a:r>
            <a:r>
              <a:rPr lang="fa-IR" sz="1200" b="0" i="0" u="none" strike="noStrike" dirty="0" err="1">
                <a:solidFill>
                  <a:schemeClr val="tx1"/>
                </a:solidFill>
                <a:effectLst/>
                <a:latin typeface="Lalezar" pitchFamily="2" charset="-78"/>
                <a:cs typeface="Lalezar" pitchFamily="2" charset="-78"/>
              </a:rPr>
              <a:t>مکان‌هایی</a:t>
            </a:r>
            <a:r>
              <a:rPr lang="fa-IR" sz="1200" b="0" i="0" u="none" strike="noStrike" dirty="0">
                <a:solidFill>
                  <a:schemeClr val="tx1"/>
                </a:solidFill>
                <a:effectLst/>
                <a:latin typeface="Lalezar" pitchFamily="2" charset="-78"/>
                <a:cs typeface="Lalezar" pitchFamily="2" charset="-78"/>
              </a:rPr>
              <a:t> که افراد مختلفی در آن حضور داشته و ثابت نیستند بسیار </a:t>
            </a:r>
            <a:r>
              <a:rPr lang="fa-IR" sz="1200" b="0" i="0" u="none" strike="noStrike" dirty="0" err="1">
                <a:solidFill>
                  <a:schemeClr val="tx1"/>
                </a:solidFill>
                <a:effectLst/>
                <a:latin typeface="Lalezar" pitchFamily="2" charset="-78"/>
                <a:cs typeface="Lalezar" pitchFamily="2" charset="-78"/>
              </a:rPr>
              <a:t>عالیست</a:t>
            </a:r>
            <a:r>
              <a:rPr lang="fa-IR" sz="1200" b="0" i="0" u="none" strike="noStrike" dirty="0">
                <a:solidFill>
                  <a:schemeClr val="tx1"/>
                </a:solidFill>
                <a:effectLst/>
                <a:latin typeface="Lalezar" pitchFamily="2" charset="-78"/>
                <a:cs typeface="Lalezar" pitchFamily="2" charset="-78"/>
              </a:rPr>
              <a:t>، اما در کنار تمام </a:t>
            </a:r>
            <a:r>
              <a:rPr lang="fa-IR" sz="1200" b="0" i="0" u="none" strike="noStrike" dirty="0" err="1">
                <a:solidFill>
                  <a:schemeClr val="tx1"/>
                </a:solidFill>
                <a:effectLst/>
                <a:latin typeface="Lalezar" pitchFamily="2" charset="-78"/>
                <a:cs typeface="Lalezar" pitchFamily="2" charset="-78"/>
              </a:rPr>
              <a:t>مزایایی</a:t>
            </a:r>
            <a:r>
              <a:rPr lang="fa-IR" sz="1200" b="0" i="0" u="none" strike="noStrike" dirty="0">
                <a:solidFill>
                  <a:schemeClr val="tx1"/>
                </a:solidFill>
                <a:effectLst/>
                <a:latin typeface="Lalezar" pitchFamily="2" charset="-78"/>
                <a:cs typeface="Lalezar" pitchFamily="2" charset="-78"/>
              </a:rPr>
              <a:t> که دارد </a:t>
            </a:r>
            <a:r>
              <a:rPr lang="fa-IR" sz="1200" b="0" i="0" u="none" strike="noStrike" dirty="0" err="1">
                <a:solidFill>
                  <a:schemeClr val="tx1"/>
                </a:solidFill>
                <a:effectLst/>
                <a:latin typeface="Lalezar" pitchFamily="2" charset="-78"/>
                <a:cs typeface="Lalezar" pitchFamily="2" charset="-78"/>
              </a:rPr>
              <a:t>می‌توند</a:t>
            </a:r>
            <a:r>
              <a:rPr lang="fa-IR" sz="1200" b="0" i="0" u="none" strike="noStrike" dirty="0">
                <a:solidFill>
                  <a:schemeClr val="tx1"/>
                </a:solidFill>
                <a:effectLst/>
                <a:latin typeface="Lalezar" pitchFamily="2" charset="-78"/>
                <a:cs typeface="Lalezar" pitchFamily="2" charset="-78"/>
              </a:rPr>
              <a:t> </a:t>
            </a:r>
            <a:r>
              <a:rPr lang="fa-IR" sz="1200" b="0" i="0" u="none" strike="noStrike" dirty="0" err="1">
                <a:solidFill>
                  <a:srgbClr val="C00000"/>
                </a:solidFill>
                <a:effectLst/>
                <a:latin typeface="Lalezar" pitchFamily="2" charset="-78"/>
                <a:cs typeface="Lalezar" pitchFamily="2" charset="-78"/>
              </a:rPr>
              <a:t>معایبی</a:t>
            </a:r>
            <a:r>
              <a:rPr lang="fa-IR" sz="1200" b="0" i="0" u="none" strike="noStrike" dirty="0">
                <a:solidFill>
                  <a:schemeClr val="tx1"/>
                </a:solidFill>
                <a:effectLst/>
                <a:latin typeface="Lalezar" pitchFamily="2" charset="-78"/>
                <a:cs typeface="Lalezar" pitchFamily="2" charset="-78"/>
              </a:rPr>
              <a:t> نیز به همراه داشته باشد، به عنوان مثال: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62ACD3F-F0F7-9D4B-9FC5-1234F215CEDE}"/>
              </a:ext>
            </a:extLst>
          </p:cNvPr>
          <p:cNvSpPr txBox="1"/>
          <p:nvPr/>
        </p:nvSpPr>
        <p:spPr>
          <a:xfrm>
            <a:off x="220202" y="3507324"/>
            <a:ext cx="408176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300"/>
              </a:spcBef>
            </a:pPr>
            <a:r>
              <a:rPr lang="fa-IR" sz="1100" b="0" i="0" u="none" strike="noStrike" dirty="0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هرچند این سرویس تا حد بسیار زیادی از بروز تداخل </a:t>
            </a:r>
            <a:r>
              <a:rPr lang="en-US" sz="1100" b="0" i="0" u="none" strike="noStrike" dirty="0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IP </a:t>
            </a:r>
            <a:r>
              <a:rPr lang="fa-IR" sz="1100" b="0" i="0" u="none" strike="noStrike" dirty="0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جلوگیری </a:t>
            </a:r>
            <a:r>
              <a:rPr lang="fa-IR" sz="1100" b="0" i="0" u="none" strike="noStrike" dirty="0" err="1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می‌کند</a:t>
            </a:r>
            <a:r>
              <a:rPr lang="fa-IR" sz="1100" b="0" i="0" u="none" strike="noStrike" dirty="0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، اما این احتمال وجود دارد که خود </a:t>
            </a:r>
            <a:r>
              <a:rPr lang="en-US" sz="1100" b="0" i="0" u="none" strike="noStrike" dirty="0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sz="1100" b="0" i="0" u="none" strike="noStrike" dirty="0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 نیز تحت شرایطی خاص (به عنوان مثال تنظیم و </a:t>
            </a:r>
            <a:r>
              <a:rPr lang="fa-IR" sz="1100" b="0" i="0" u="none" strike="noStrike" dirty="0" err="1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پیکربندی</a:t>
            </a:r>
            <a:r>
              <a:rPr lang="fa-IR" sz="1100" b="0" i="0" u="none" strike="noStrike" dirty="0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 نادرست خود سرور باعث بروز </a:t>
            </a:r>
            <a:r>
              <a:rPr lang="en-US" sz="1100" b="0" i="0" u="none" strike="noStrike" dirty="0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IP Conflict</a:t>
            </a:r>
            <a:r>
              <a:rPr lang="fa-IR" sz="1100" b="0" i="0" u="none" strike="noStrike" dirty="0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 تداخل آدرس </a:t>
            </a:r>
            <a:r>
              <a:rPr lang="fa-IR" sz="1100" b="0" i="0" u="none" strike="noStrike" dirty="0" err="1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آی‌پی</a:t>
            </a:r>
            <a:r>
              <a:rPr lang="fa-IR" sz="1100" b="0" i="0" u="none" strike="noStrike" dirty="0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) در شبکه شود، در چنین شرایطی کافیست یکبار دستگاه </a:t>
            </a:r>
            <a:r>
              <a:rPr lang="fa-IR" sz="1100" b="0" i="0" u="none" strike="noStrike" dirty="0" err="1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کلاینت</a:t>
            </a:r>
            <a:r>
              <a:rPr lang="fa-IR" sz="1100" b="0" i="0" u="none" strike="noStrike" dirty="0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 را خاموش و مجددا روشن کنید تا این مشکل برطرف شود (هرچند اگر این کار را نیز انجام ندهید </a:t>
            </a:r>
            <a:r>
              <a:rPr lang="en-US" sz="1100" b="0" i="0" u="none" strike="noStrike" dirty="0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DHCP </a:t>
            </a:r>
            <a:r>
              <a:rPr lang="fa-IR" sz="1100" b="0" i="0" u="none" strike="noStrike" dirty="0" err="1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می‌تواند</a:t>
            </a:r>
            <a:r>
              <a:rPr lang="fa-IR" sz="1100" b="0" i="0" u="none" strike="noStrike" dirty="0">
                <a:solidFill>
                  <a:srgbClr val="0070C0"/>
                </a:solidFill>
                <a:effectLst/>
                <a:latin typeface="Lalezar" pitchFamily="2" charset="-78"/>
                <a:cs typeface="Lalezar" pitchFamily="2" charset="-78"/>
              </a:rPr>
              <a:t> به صورت خودکار آن را برطرف کند)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2BB70FE-FF1A-954F-B4A5-30DAECD107E1}"/>
              </a:ext>
            </a:extLst>
          </p:cNvPr>
          <p:cNvSpPr txBox="1"/>
          <p:nvPr/>
        </p:nvSpPr>
        <p:spPr>
          <a:xfrm>
            <a:off x="-4485578" y="3261529"/>
            <a:ext cx="77556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b="1" dirty="0">
                <a:solidFill>
                  <a:schemeClr val="tx2">
                    <a:lumMod val="25000"/>
                  </a:schemeClr>
                </a:solidFill>
                <a:latin typeface="Lalezar" pitchFamily="2" charset="-78"/>
                <a:cs typeface="Lalezar" pitchFamily="2" charset="-78"/>
              </a:rPr>
              <a:t>یادآوری </a:t>
            </a:r>
            <a:r>
              <a:rPr lang="fa-IR" b="1" i="0" u="none" strike="noStrike" dirty="0">
                <a:solidFill>
                  <a:schemeClr val="tx2">
                    <a:lumMod val="2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تداخل</a:t>
            </a:r>
            <a:r>
              <a:rPr lang="en-US" b="1" dirty="0">
                <a:solidFill>
                  <a:schemeClr val="tx2">
                    <a:lumMod val="25000"/>
                  </a:schemeClr>
                </a:solidFill>
                <a:latin typeface="Lalezar" pitchFamily="2" charset="-78"/>
                <a:cs typeface="Lalezar" pitchFamily="2" charset="-78"/>
              </a:rPr>
              <a:t> IP </a:t>
            </a:r>
            <a:r>
              <a:rPr lang="fa-IR" b="1" i="0" u="none" strike="noStrike" dirty="0">
                <a:solidFill>
                  <a:schemeClr val="tx2">
                    <a:lumMod val="2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 با </a:t>
            </a:r>
            <a:r>
              <a:rPr lang="en-US" b="1" i="0" u="none" strike="noStrike" dirty="0">
                <a:solidFill>
                  <a:schemeClr val="tx2">
                    <a:lumMod val="25000"/>
                  </a:schemeClr>
                </a:solidFill>
                <a:effectLst/>
                <a:latin typeface="Lalezar" pitchFamily="2" charset="-78"/>
                <a:cs typeface="Lalezar" pitchFamily="2" charset="-78"/>
              </a:rPr>
              <a:t>DHCP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24" grpId="0"/>
      <p:bldP spid="126" grpId="0"/>
      <p:bldP spid="1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8"/>
          <p:cNvSpPr/>
          <p:nvPr/>
        </p:nvSpPr>
        <p:spPr>
          <a:xfrm>
            <a:off x="4775744" y="2614983"/>
            <a:ext cx="179010" cy="1847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grpSp>
        <p:nvGrpSpPr>
          <p:cNvPr id="673" name="Google Shape;673;p48"/>
          <p:cNvGrpSpPr/>
          <p:nvPr/>
        </p:nvGrpSpPr>
        <p:grpSpPr>
          <a:xfrm>
            <a:off x="7076964" y="2301506"/>
            <a:ext cx="407762" cy="343800"/>
            <a:chOff x="3160527" y="2132122"/>
            <a:chExt cx="332270" cy="280150"/>
          </a:xfrm>
        </p:grpSpPr>
        <p:sp>
          <p:nvSpPr>
            <p:cNvPr id="674" name="Google Shape;674;p48"/>
            <p:cNvSpPr/>
            <p:nvPr/>
          </p:nvSpPr>
          <p:spPr>
            <a:xfrm>
              <a:off x="3178795" y="2183111"/>
              <a:ext cx="73255" cy="9790"/>
            </a:xfrm>
            <a:custGeom>
              <a:avLst/>
              <a:gdLst/>
              <a:ahLst/>
              <a:cxnLst/>
              <a:rect l="l" t="t" r="r" b="b"/>
              <a:pathLst>
                <a:path w="2402" h="321" extrusionOk="0">
                  <a:moveTo>
                    <a:pt x="159" y="1"/>
                  </a:moveTo>
                  <a:cubicBezTo>
                    <a:pt x="72" y="1"/>
                    <a:pt x="0" y="74"/>
                    <a:pt x="0" y="161"/>
                  </a:cubicBezTo>
                  <a:cubicBezTo>
                    <a:pt x="0" y="247"/>
                    <a:pt x="72" y="321"/>
                    <a:pt x="159" y="321"/>
                  </a:cubicBezTo>
                  <a:lnTo>
                    <a:pt x="2241" y="321"/>
                  </a:lnTo>
                  <a:cubicBezTo>
                    <a:pt x="2328" y="321"/>
                    <a:pt x="2401" y="247"/>
                    <a:pt x="2401" y="161"/>
                  </a:cubicBezTo>
                  <a:cubicBezTo>
                    <a:pt x="2401" y="74"/>
                    <a:pt x="2328" y="1"/>
                    <a:pt x="22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8"/>
            <p:cNvSpPr/>
            <p:nvPr/>
          </p:nvSpPr>
          <p:spPr>
            <a:xfrm>
              <a:off x="3202307" y="2202019"/>
              <a:ext cx="49741" cy="9729"/>
            </a:xfrm>
            <a:custGeom>
              <a:avLst/>
              <a:gdLst/>
              <a:ahLst/>
              <a:cxnLst/>
              <a:rect l="l" t="t" r="r" b="b"/>
              <a:pathLst>
                <a:path w="1631" h="319" extrusionOk="0">
                  <a:moveTo>
                    <a:pt x="160" y="0"/>
                  </a:moveTo>
                  <a:cubicBezTo>
                    <a:pt x="73" y="0"/>
                    <a:pt x="0" y="72"/>
                    <a:pt x="0" y="160"/>
                  </a:cubicBezTo>
                  <a:cubicBezTo>
                    <a:pt x="0" y="247"/>
                    <a:pt x="73" y="318"/>
                    <a:pt x="160" y="318"/>
                  </a:cubicBezTo>
                  <a:lnTo>
                    <a:pt x="1470" y="318"/>
                  </a:lnTo>
                  <a:cubicBezTo>
                    <a:pt x="1557" y="318"/>
                    <a:pt x="1630" y="247"/>
                    <a:pt x="1630" y="160"/>
                  </a:cubicBezTo>
                  <a:cubicBezTo>
                    <a:pt x="1630" y="72"/>
                    <a:pt x="1560" y="0"/>
                    <a:pt x="1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8"/>
            <p:cNvSpPr/>
            <p:nvPr/>
          </p:nvSpPr>
          <p:spPr>
            <a:xfrm>
              <a:off x="3178795" y="2202019"/>
              <a:ext cx="19274" cy="9729"/>
            </a:xfrm>
            <a:custGeom>
              <a:avLst/>
              <a:gdLst/>
              <a:ahLst/>
              <a:cxnLst/>
              <a:rect l="l" t="t" r="r" b="b"/>
              <a:pathLst>
                <a:path w="632" h="319" extrusionOk="0">
                  <a:moveTo>
                    <a:pt x="159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248"/>
                    <a:pt x="72" y="318"/>
                    <a:pt x="159" y="318"/>
                  </a:cubicBezTo>
                  <a:lnTo>
                    <a:pt x="472" y="318"/>
                  </a:lnTo>
                  <a:cubicBezTo>
                    <a:pt x="559" y="318"/>
                    <a:pt x="632" y="247"/>
                    <a:pt x="632" y="160"/>
                  </a:cubicBezTo>
                  <a:cubicBezTo>
                    <a:pt x="632" y="72"/>
                    <a:pt x="559" y="0"/>
                    <a:pt x="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8"/>
            <p:cNvSpPr/>
            <p:nvPr/>
          </p:nvSpPr>
          <p:spPr>
            <a:xfrm>
              <a:off x="3178795" y="2220103"/>
              <a:ext cx="73255" cy="9729"/>
            </a:xfrm>
            <a:custGeom>
              <a:avLst/>
              <a:gdLst/>
              <a:ahLst/>
              <a:cxnLst/>
              <a:rect l="l" t="t" r="r" b="b"/>
              <a:pathLst>
                <a:path w="2402" h="319" extrusionOk="0">
                  <a:moveTo>
                    <a:pt x="159" y="1"/>
                  </a:moveTo>
                  <a:cubicBezTo>
                    <a:pt x="72" y="1"/>
                    <a:pt x="0" y="72"/>
                    <a:pt x="0" y="159"/>
                  </a:cubicBezTo>
                  <a:cubicBezTo>
                    <a:pt x="0" y="248"/>
                    <a:pt x="72" y="319"/>
                    <a:pt x="159" y="319"/>
                  </a:cubicBezTo>
                  <a:lnTo>
                    <a:pt x="2241" y="319"/>
                  </a:lnTo>
                  <a:cubicBezTo>
                    <a:pt x="2328" y="319"/>
                    <a:pt x="2401" y="248"/>
                    <a:pt x="2401" y="159"/>
                  </a:cubicBezTo>
                  <a:cubicBezTo>
                    <a:pt x="2401" y="72"/>
                    <a:pt x="2328" y="1"/>
                    <a:pt x="22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8"/>
            <p:cNvSpPr/>
            <p:nvPr/>
          </p:nvSpPr>
          <p:spPr>
            <a:xfrm>
              <a:off x="3202307" y="2238950"/>
              <a:ext cx="49741" cy="9790"/>
            </a:xfrm>
            <a:custGeom>
              <a:avLst/>
              <a:gdLst/>
              <a:ahLst/>
              <a:cxnLst/>
              <a:rect l="l" t="t" r="r" b="b"/>
              <a:pathLst>
                <a:path w="1631" h="321" extrusionOk="0">
                  <a:moveTo>
                    <a:pt x="160" y="0"/>
                  </a:moveTo>
                  <a:cubicBezTo>
                    <a:pt x="73" y="0"/>
                    <a:pt x="0" y="74"/>
                    <a:pt x="0" y="160"/>
                  </a:cubicBezTo>
                  <a:cubicBezTo>
                    <a:pt x="0" y="247"/>
                    <a:pt x="73" y="320"/>
                    <a:pt x="160" y="320"/>
                  </a:cubicBezTo>
                  <a:lnTo>
                    <a:pt x="1470" y="320"/>
                  </a:lnTo>
                  <a:cubicBezTo>
                    <a:pt x="1557" y="320"/>
                    <a:pt x="1630" y="247"/>
                    <a:pt x="1630" y="160"/>
                  </a:cubicBezTo>
                  <a:cubicBezTo>
                    <a:pt x="1630" y="74"/>
                    <a:pt x="1560" y="0"/>
                    <a:pt x="1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8"/>
            <p:cNvSpPr/>
            <p:nvPr/>
          </p:nvSpPr>
          <p:spPr>
            <a:xfrm>
              <a:off x="3178795" y="2238950"/>
              <a:ext cx="19274" cy="9790"/>
            </a:xfrm>
            <a:custGeom>
              <a:avLst/>
              <a:gdLst/>
              <a:ahLst/>
              <a:cxnLst/>
              <a:rect l="l" t="t" r="r" b="b"/>
              <a:pathLst>
                <a:path w="632" h="321" extrusionOk="0">
                  <a:moveTo>
                    <a:pt x="159" y="0"/>
                  </a:moveTo>
                  <a:cubicBezTo>
                    <a:pt x="72" y="0"/>
                    <a:pt x="0" y="74"/>
                    <a:pt x="0" y="160"/>
                  </a:cubicBezTo>
                  <a:cubicBezTo>
                    <a:pt x="0" y="247"/>
                    <a:pt x="72" y="320"/>
                    <a:pt x="159" y="320"/>
                  </a:cubicBezTo>
                  <a:lnTo>
                    <a:pt x="472" y="320"/>
                  </a:lnTo>
                  <a:cubicBezTo>
                    <a:pt x="559" y="320"/>
                    <a:pt x="632" y="247"/>
                    <a:pt x="632" y="160"/>
                  </a:cubicBezTo>
                  <a:cubicBezTo>
                    <a:pt x="632" y="74"/>
                    <a:pt x="559" y="0"/>
                    <a:pt x="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8"/>
            <p:cNvSpPr/>
            <p:nvPr/>
          </p:nvSpPr>
          <p:spPr>
            <a:xfrm>
              <a:off x="3178795" y="2257065"/>
              <a:ext cx="73255" cy="9790"/>
            </a:xfrm>
            <a:custGeom>
              <a:avLst/>
              <a:gdLst/>
              <a:ahLst/>
              <a:cxnLst/>
              <a:rect l="l" t="t" r="r" b="b"/>
              <a:pathLst>
                <a:path w="2402" h="321" extrusionOk="0">
                  <a:moveTo>
                    <a:pt x="159" y="0"/>
                  </a:moveTo>
                  <a:cubicBezTo>
                    <a:pt x="72" y="0"/>
                    <a:pt x="0" y="73"/>
                    <a:pt x="0" y="160"/>
                  </a:cubicBezTo>
                  <a:cubicBezTo>
                    <a:pt x="0" y="247"/>
                    <a:pt x="72" y="320"/>
                    <a:pt x="159" y="320"/>
                  </a:cubicBezTo>
                  <a:lnTo>
                    <a:pt x="2241" y="320"/>
                  </a:lnTo>
                  <a:cubicBezTo>
                    <a:pt x="2328" y="320"/>
                    <a:pt x="2401" y="247"/>
                    <a:pt x="2401" y="160"/>
                  </a:cubicBezTo>
                  <a:cubicBezTo>
                    <a:pt x="2401" y="73"/>
                    <a:pt x="2328" y="0"/>
                    <a:pt x="22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8"/>
            <p:cNvSpPr/>
            <p:nvPr/>
          </p:nvSpPr>
          <p:spPr>
            <a:xfrm>
              <a:off x="3202307" y="2275942"/>
              <a:ext cx="49741" cy="9729"/>
            </a:xfrm>
            <a:custGeom>
              <a:avLst/>
              <a:gdLst/>
              <a:ahLst/>
              <a:cxnLst/>
              <a:rect l="l" t="t" r="r" b="b"/>
              <a:pathLst>
                <a:path w="1631" h="319" extrusionOk="0">
                  <a:moveTo>
                    <a:pt x="160" y="0"/>
                  </a:moveTo>
                  <a:cubicBezTo>
                    <a:pt x="73" y="0"/>
                    <a:pt x="0" y="72"/>
                    <a:pt x="0" y="160"/>
                  </a:cubicBezTo>
                  <a:cubicBezTo>
                    <a:pt x="0" y="247"/>
                    <a:pt x="73" y="319"/>
                    <a:pt x="160" y="319"/>
                  </a:cubicBezTo>
                  <a:lnTo>
                    <a:pt x="1470" y="319"/>
                  </a:lnTo>
                  <a:cubicBezTo>
                    <a:pt x="1557" y="319"/>
                    <a:pt x="1630" y="247"/>
                    <a:pt x="1630" y="160"/>
                  </a:cubicBezTo>
                  <a:cubicBezTo>
                    <a:pt x="1630" y="72"/>
                    <a:pt x="1560" y="0"/>
                    <a:pt x="1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8"/>
            <p:cNvSpPr/>
            <p:nvPr/>
          </p:nvSpPr>
          <p:spPr>
            <a:xfrm>
              <a:off x="3178795" y="2275942"/>
              <a:ext cx="19274" cy="9729"/>
            </a:xfrm>
            <a:custGeom>
              <a:avLst/>
              <a:gdLst/>
              <a:ahLst/>
              <a:cxnLst/>
              <a:rect l="l" t="t" r="r" b="b"/>
              <a:pathLst>
                <a:path w="632" h="319" extrusionOk="0">
                  <a:moveTo>
                    <a:pt x="159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247"/>
                    <a:pt x="72" y="319"/>
                    <a:pt x="159" y="319"/>
                  </a:cubicBezTo>
                  <a:lnTo>
                    <a:pt x="472" y="319"/>
                  </a:lnTo>
                  <a:cubicBezTo>
                    <a:pt x="559" y="319"/>
                    <a:pt x="632" y="247"/>
                    <a:pt x="632" y="160"/>
                  </a:cubicBezTo>
                  <a:cubicBezTo>
                    <a:pt x="632" y="72"/>
                    <a:pt x="559" y="0"/>
                    <a:pt x="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8"/>
            <p:cNvSpPr/>
            <p:nvPr/>
          </p:nvSpPr>
          <p:spPr>
            <a:xfrm>
              <a:off x="3178795" y="2330256"/>
              <a:ext cx="19274" cy="9790"/>
            </a:xfrm>
            <a:custGeom>
              <a:avLst/>
              <a:gdLst/>
              <a:ahLst/>
              <a:cxnLst/>
              <a:rect l="l" t="t" r="r" b="b"/>
              <a:pathLst>
                <a:path w="632" h="321" extrusionOk="0">
                  <a:moveTo>
                    <a:pt x="159" y="1"/>
                  </a:moveTo>
                  <a:cubicBezTo>
                    <a:pt x="72" y="1"/>
                    <a:pt x="0" y="74"/>
                    <a:pt x="0" y="161"/>
                  </a:cubicBezTo>
                  <a:cubicBezTo>
                    <a:pt x="0" y="247"/>
                    <a:pt x="72" y="321"/>
                    <a:pt x="159" y="321"/>
                  </a:cubicBezTo>
                  <a:lnTo>
                    <a:pt x="472" y="321"/>
                  </a:lnTo>
                  <a:cubicBezTo>
                    <a:pt x="559" y="321"/>
                    <a:pt x="632" y="247"/>
                    <a:pt x="632" y="161"/>
                  </a:cubicBezTo>
                  <a:cubicBezTo>
                    <a:pt x="632" y="74"/>
                    <a:pt x="559" y="1"/>
                    <a:pt x="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8"/>
            <p:cNvSpPr/>
            <p:nvPr/>
          </p:nvSpPr>
          <p:spPr>
            <a:xfrm>
              <a:off x="3202307" y="2330256"/>
              <a:ext cx="49741" cy="9790"/>
            </a:xfrm>
            <a:custGeom>
              <a:avLst/>
              <a:gdLst/>
              <a:ahLst/>
              <a:cxnLst/>
              <a:rect l="l" t="t" r="r" b="b"/>
              <a:pathLst>
                <a:path w="1631" h="321" extrusionOk="0">
                  <a:moveTo>
                    <a:pt x="160" y="1"/>
                  </a:moveTo>
                  <a:cubicBezTo>
                    <a:pt x="73" y="1"/>
                    <a:pt x="0" y="74"/>
                    <a:pt x="0" y="161"/>
                  </a:cubicBezTo>
                  <a:cubicBezTo>
                    <a:pt x="0" y="247"/>
                    <a:pt x="73" y="321"/>
                    <a:pt x="160" y="321"/>
                  </a:cubicBezTo>
                  <a:lnTo>
                    <a:pt x="1470" y="321"/>
                  </a:lnTo>
                  <a:cubicBezTo>
                    <a:pt x="1557" y="321"/>
                    <a:pt x="1630" y="247"/>
                    <a:pt x="1630" y="161"/>
                  </a:cubicBezTo>
                  <a:cubicBezTo>
                    <a:pt x="1630" y="74"/>
                    <a:pt x="1560" y="1"/>
                    <a:pt x="14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8"/>
            <p:cNvSpPr/>
            <p:nvPr/>
          </p:nvSpPr>
          <p:spPr>
            <a:xfrm>
              <a:off x="3202307" y="2347029"/>
              <a:ext cx="49741" cy="9729"/>
            </a:xfrm>
            <a:custGeom>
              <a:avLst/>
              <a:gdLst/>
              <a:ahLst/>
              <a:cxnLst/>
              <a:rect l="l" t="t" r="r" b="b"/>
              <a:pathLst>
                <a:path w="1631" h="319" extrusionOk="0">
                  <a:moveTo>
                    <a:pt x="160" y="0"/>
                  </a:moveTo>
                  <a:cubicBezTo>
                    <a:pt x="73" y="0"/>
                    <a:pt x="0" y="72"/>
                    <a:pt x="0" y="160"/>
                  </a:cubicBezTo>
                  <a:cubicBezTo>
                    <a:pt x="0" y="247"/>
                    <a:pt x="73" y="318"/>
                    <a:pt x="160" y="318"/>
                  </a:cubicBezTo>
                  <a:lnTo>
                    <a:pt x="1470" y="318"/>
                  </a:lnTo>
                  <a:cubicBezTo>
                    <a:pt x="1557" y="318"/>
                    <a:pt x="1630" y="247"/>
                    <a:pt x="1630" y="160"/>
                  </a:cubicBezTo>
                  <a:cubicBezTo>
                    <a:pt x="1630" y="72"/>
                    <a:pt x="1560" y="0"/>
                    <a:pt x="1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8"/>
            <p:cNvSpPr/>
            <p:nvPr/>
          </p:nvSpPr>
          <p:spPr>
            <a:xfrm>
              <a:off x="3202307" y="2363741"/>
              <a:ext cx="49741" cy="9759"/>
            </a:xfrm>
            <a:custGeom>
              <a:avLst/>
              <a:gdLst/>
              <a:ahLst/>
              <a:cxnLst/>
              <a:rect l="l" t="t" r="r" b="b"/>
              <a:pathLst>
                <a:path w="1631" h="320" extrusionOk="0">
                  <a:moveTo>
                    <a:pt x="160" y="0"/>
                  </a:moveTo>
                  <a:cubicBezTo>
                    <a:pt x="73" y="0"/>
                    <a:pt x="0" y="73"/>
                    <a:pt x="0" y="160"/>
                  </a:cubicBezTo>
                  <a:cubicBezTo>
                    <a:pt x="0" y="247"/>
                    <a:pt x="73" y="320"/>
                    <a:pt x="160" y="320"/>
                  </a:cubicBezTo>
                  <a:lnTo>
                    <a:pt x="1470" y="320"/>
                  </a:lnTo>
                  <a:cubicBezTo>
                    <a:pt x="1557" y="320"/>
                    <a:pt x="1630" y="247"/>
                    <a:pt x="1630" y="160"/>
                  </a:cubicBezTo>
                  <a:cubicBezTo>
                    <a:pt x="1630" y="73"/>
                    <a:pt x="1560" y="0"/>
                    <a:pt x="14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8"/>
            <p:cNvSpPr/>
            <p:nvPr/>
          </p:nvSpPr>
          <p:spPr>
            <a:xfrm>
              <a:off x="3202307" y="2380483"/>
              <a:ext cx="49741" cy="9729"/>
            </a:xfrm>
            <a:custGeom>
              <a:avLst/>
              <a:gdLst/>
              <a:ahLst/>
              <a:cxnLst/>
              <a:rect l="l" t="t" r="r" b="b"/>
              <a:pathLst>
                <a:path w="1631" h="319" extrusionOk="0">
                  <a:moveTo>
                    <a:pt x="160" y="1"/>
                  </a:moveTo>
                  <a:cubicBezTo>
                    <a:pt x="73" y="1"/>
                    <a:pt x="0" y="72"/>
                    <a:pt x="0" y="159"/>
                  </a:cubicBezTo>
                  <a:cubicBezTo>
                    <a:pt x="0" y="247"/>
                    <a:pt x="73" y="319"/>
                    <a:pt x="160" y="319"/>
                  </a:cubicBezTo>
                  <a:lnTo>
                    <a:pt x="1470" y="319"/>
                  </a:lnTo>
                  <a:cubicBezTo>
                    <a:pt x="1557" y="319"/>
                    <a:pt x="1630" y="247"/>
                    <a:pt x="1630" y="159"/>
                  </a:cubicBezTo>
                  <a:cubicBezTo>
                    <a:pt x="1630" y="72"/>
                    <a:pt x="1560" y="1"/>
                    <a:pt x="14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8"/>
            <p:cNvSpPr/>
            <p:nvPr/>
          </p:nvSpPr>
          <p:spPr>
            <a:xfrm>
              <a:off x="3285532" y="2170882"/>
              <a:ext cx="49162" cy="49162"/>
            </a:xfrm>
            <a:custGeom>
              <a:avLst/>
              <a:gdLst/>
              <a:ahLst/>
              <a:cxnLst/>
              <a:rect l="l" t="t" r="r" b="b"/>
              <a:pathLst>
                <a:path w="1612" h="1612" extrusionOk="0">
                  <a:moveTo>
                    <a:pt x="803" y="318"/>
                  </a:moveTo>
                  <a:cubicBezTo>
                    <a:pt x="1072" y="318"/>
                    <a:pt x="1291" y="538"/>
                    <a:pt x="1291" y="807"/>
                  </a:cubicBezTo>
                  <a:cubicBezTo>
                    <a:pt x="1291" y="1074"/>
                    <a:pt x="1072" y="1293"/>
                    <a:pt x="803" y="1293"/>
                  </a:cubicBezTo>
                  <a:cubicBezTo>
                    <a:pt x="536" y="1293"/>
                    <a:pt x="317" y="1074"/>
                    <a:pt x="317" y="807"/>
                  </a:cubicBezTo>
                  <a:cubicBezTo>
                    <a:pt x="317" y="538"/>
                    <a:pt x="536" y="318"/>
                    <a:pt x="803" y="318"/>
                  </a:cubicBezTo>
                  <a:close/>
                  <a:moveTo>
                    <a:pt x="807" y="0"/>
                  </a:moveTo>
                  <a:cubicBezTo>
                    <a:pt x="363" y="0"/>
                    <a:pt x="0" y="361"/>
                    <a:pt x="0" y="807"/>
                  </a:cubicBezTo>
                  <a:cubicBezTo>
                    <a:pt x="0" y="1251"/>
                    <a:pt x="363" y="1611"/>
                    <a:pt x="807" y="1611"/>
                  </a:cubicBezTo>
                  <a:cubicBezTo>
                    <a:pt x="1251" y="1611"/>
                    <a:pt x="1611" y="1251"/>
                    <a:pt x="1611" y="807"/>
                  </a:cubicBezTo>
                  <a:cubicBezTo>
                    <a:pt x="1611" y="361"/>
                    <a:pt x="1251" y="0"/>
                    <a:pt x="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8"/>
            <p:cNvSpPr/>
            <p:nvPr/>
          </p:nvSpPr>
          <p:spPr>
            <a:xfrm>
              <a:off x="3275346" y="2234650"/>
              <a:ext cx="19122" cy="9729"/>
            </a:xfrm>
            <a:custGeom>
              <a:avLst/>
              <a:gdLst/>
              <a:ahLst/>
              <a:cxnLst/>
              <a:rect l="l" t="t" r="r" b="b"/>
              <a:pathLst>
                <a:path w="627" h="319" extrusionOk="0">
                  <a:moveTo>
                    <a:pt x="159" y="0"/>
                  </a:moveTo>
                  <a:cubicBezTo>
                    <a:pt x="72" y="0"/>
                    <a:pt x="1" y="72"/>
                    <a:pt x="1" y="158"/>
                  </a:cubicBezTo>
                  <a:cubicBezTo>
                    <a:pt x="1" y="247"/>
                    <a:pt x="72" y="318"/>
                    <a:pt x="159" y="318"/>
                  </a:cubicBezTo>
                  <a:lnTo>
                    <a:pt x="469" y="318"/>
                  </a:lnTo>
                  <a:cubicBezTo>
                    <a:pt x="555" y="318"/>
                    <a:pt x="627" y="247"/>
                    <a:pt x="627" y="158"/>
                  </a:cubicBezTo>
                  <a:cubicBezTo>
                    <a:pt x="627" y="72"/>
                    <a:pt x="555" y="0"/>
                    <a:pt x="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8"/>
            <p:cNvSpPr/>
            <p:nvPr/>
          </p:nvSpPr>
          <p:spPr>
            <a:xfrm>
              <a:off x="3299804" y="2234650"/>
              <a:ext cx="45045" cy="9729"/>
            </a:xfrm>
            <a:custGeom>
              <a:avLst/>
              <a:gdLst/>
              <a:ahLst/>
              <a:cxnLst/>
              <a:rect l="l" t="t" r="r" b="b"/>
              <a:pathLst>
                <a:path w="1477" h="319" extrusionOk="0">
                  <a:moveTo>
                    <a:pt x="160" y="0"/>
                  </a:moveTo>
                  <a:cubicBezTo>
                    <a:pt x="73" y="0"/>
                    <a:pt x="0" y="72"/>
                    <a:pt x="0" y="158"/>
                  </a:cubicBezTo>
                  <a:cubicBezTo>
                    <a:pt x="0" y="247"/>
                    <a:pt x="73" y="318"/>
                    <a:pt x="160" y="318"/>
                  </a:cubicBezTo>
                  <a:lnTo>
                    <a:pt x="1317" y="318"/>
                  </a:lnTo>
                  <a:cubicBezTo>
                    <a:pt x="1404" y="318"/>
                    <a:pt x="1477" y="247"/>
                    <a:pt x="1477" y="158"/>
                  </a:cubicBezTo>
                  <a:cubicBezTo>
                    <a:pt x="1477" y="72"/>
                    <a:pt x="1404" y="0"/>
                    <a:pt x="1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8"/>
            <p:cNvSpPr/>
            <p:nvPr/>
          </p:nvSpPr>
          <p:spPr>
            <a:xfrm>
              <a:off x="3275346" y="2252643"/>
              <a:ext cx="19122" cy="9790"/>
            </a:xfrm>
            <a:custGeom>
              <a:avLst/>
              <a:gdLst/>
              <a:ahLst/>
              <a:cxnLst/>
              <a:rect l="l" t="t" r="r" b="b"/>
              <a:pathLst>
                <a:path w="627" h="321" extrusionOk="0">
                  <a:moveTo>
                    <a:pt x="159" y="1"/>
                  </a:moveTo>
                  <a:cubicBezTo>
                    <a:pt x="72" y="1"/>
                    <a:pt x="1" y="74"/>
                    <a:pt x="1" y="161"/>
                  </a:cubicBezTo>
                  <a:cubicBezTo>
                    <a:pt x="1" y="247"/>
                    <a:pt x="72" y="320"/>
                    <a:pt x="159" y="320"/>
                  </a:cubicBezTo>
                  <a:lnTo>
                    <a:pt x="469" y="320"/>
                  </a:lnTo>
                  <a:cubicBezTo>
                    <a:pt x="555" y="320"/>
                    <a:pt x="627" y="247"/>
                    <a:pt x="627" y="161"/>
                  </a:cubicBezTo>
                  <a:cubicBezTo>
                    <a:pt x="627" y="74"/>
                    <a:pt x="555" y="1"/>
                    <a:pt x="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8"/>
            <p:cNvSpPr/>
            <p:nvPr/>
          </p:nvSpPr>
          <p:spPr>
            <a:xfrm>
              <a:off x="3299804" y="2252643"/>
              <a:ext cx="45045" cy="9790"/>
            </a:xfrm>
            <a:custGeom>
              <a:avLst/>
              <a:gdLst/>
              <a:ahLst/>
              <a:cxnLst/>
              <a:rect l="l" t="t" r="r" b="b"/>
              <a:pathLst>
                <a:path w="1477" h="321" extrusionOk="0">
                  <a:moveTo>
                    <a:pt x="160" y="1"/>
                  </a:moveTo>
                  <a:cubicBezTo>
                    <a:pt x="73" y="1"/>
                    <a:pt x="0" y="74"/>
                    <a:pt x="0" y="161"/>
                  </a:cubicBezTo>
                  <a:cubicBezTo>
                    <a:pt x="0" y="247"/>
                    <a:pt x="73" y="320"/>
                    <a:pt x="160" y="320"/>
                  </a:cubicBezTo>
                  <a:lnTo>
                    <a:pt x="1317" y="320"/>
                  </a:lnTo>
                  <a:cubicBezTo>
                    <a:pt x="1404" y="320"/>
                    <a:pt x="1477" y="247"/>
                    <a:pt x="1477" y="161"/>
                  </a:cubicBezTo>
                  <a:cubicBezTo>
                    <a:pt x="1477" y="74"/>
                    <a:pt x="1404" y="1"/>
                    <a:pt x="1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8"/>
            <p:cNvSpPr/>
            <p:nvPr/>
          </p:nvSpPr>
          <p:spPr>
            <a:xfrm>
              <a:off x="3275346" y="2270758"/>
              <a:ext cx="19122" cy="9729"/>
            </a:xfrm>
            <a:custGeom>
              <a:avLst/>
              <a:gdLst/>
              <a:ahLst/>
              <a:cxnLst/>
              <a:rect l="l" t="t" r="r" b="b"/>
              <a:pathLst>
                <a:path w="627" h="319" extrusionOk="0">
                  <a:moveTo>
                    <a:pt x="159" y="0"/>
                  </a:moveTo>
                  <a:cubicBezTo>
                    <a:pt x="72" y="0"/>
                    <a:pt x="1" y="72"/>
                    <a:pt x="1" y="160"/>
                  </a:cubicBezTo>
                  <a:cubicBezTo>
                    <a:pt x="1" y="247"/>
                    <a:pt x="72" y="318"/>
                    <a:pt x="159" y="318"/>
                  </a:cubicBezTo>
                  <a:lnTo>
                    <a:pt x="469" y="318"/>
                  </a:lnTo>
                  <a:cubicBezTo>
                    <a:pt x="555" y="318"/>
                    <a:pt x="627" y="247"/>
                    <a:pt x="627" y="160"/>
                  </a:cubicBezTo>
                  <a:cubicBezTo>
                    <a:pt x="627" y="72"/>
                    <a:pt x="555" y="0"/>
                    <a:pt x="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8"/>
            <p:cNvSpPr/>
            <p:nvPr/>
          </p:nvSpPr>
          <p:spPr>
            <a:xfrm>
              <a:off x="3299804" y="2270758"/>
              <a:ext cx="45045" cy="9729"/>
            </a:xfrm>
            <a:custGeom>
              <a:avLst/>
              <a:gdLst/>
              <a:ahLst/>
              <a:cxnLst/>
              <a:rect l="l" t="t" r="r" b="b"/>
              <a:pathLst>
                <a:path w="1477" h="319" extrusionOk="0">
                  <a:moveTo>
                    <a:pt x="160" y="0"/>
                  </a:moveTo>
                  <a:cubicBezTo>
                    <a:pt x="73" y="0"/>
                    <a:pt x="0" y="72"/>
                    <a:pt x="0" y="160"/>
                  </a:cubicBezTo>
                  <a:cubicBezTo>
                    <a:pt x="0" y="247"/>
                    <a:pt x="73" y="318"/>
                    <a:pt x="160" y="318"/>
                  </a:cubicBezTo>
                  <a:lnTo>
                    <a:pt x="1317" y="318"/>
                  </a:lnTo>
                  <a:cubicBezTo>
                    <a:pt x="1404" y="318"/>
                    <a:pt x="1477" y="247"/>
                    <a:pt x="1477" y="160"/>
                  </a:cubicBezTo>
                  <a:cubicBezTo>
                    <a:pt x="1477" y="72"/>
                    <a:pt x="1404" y="0"/>
                    <a:pt x="1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8"/>
            <p:cNvSpPr/>
            <p:nvPr/>
          </p:nvSpPr>
          <p:spPr>
            <a:xfrm>
              <a:off x="3275346" y="2288872"/>
              <a:ext cx="19122" cy="9729"/>
            </a:xfrm>
            <a:custGeom>
              <a:avLst/>
              <a:gdLst/>
              <a:ahLst/>
              <a:cxnLst/>
              <a:rect l="l" t="t" r="r" b="b"/>
              <a:pathLst>
                <a:path w="627" h="319" extrusionOk="0">
                  <a:moveTo>
                    <a:pt x="159" y="0"/>
                  </a:moveTo>
                  <a:cubicBezTo>
                    <a:pt x="72" y="0"/>
                    <a:pt x="1" y="72"/>
                    <a:pt x="1" y="158"/>
                  </a:cubicBezTo>
                  <a:cubicBezTo>
                    <a:pt x="1" y="247"/>
                    <a:pt x="72" y="318"/>
                    <a:pt x="159" y="318"/>
                  </a:cubicBezTo>
                  <a:lnTo>
                    <a:pt x="469" y="318"/>
                  </a:lnTo>
                  <a:cubicBezTo>
                    <a:pt x="555" y="318"/>
                    <a:pt x="627" y="247"/>
                    <a:pt x="627" y="158"/>
                  </a:cubicBezTo>
                  <a:cubicBezTo>
                    <a:pt x="627" y="70"/>
                    <a:pt x="555" y="0"/>
                    <a:pt x="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8"/>
            <p:cNvSpPr/>
            <p:nvPr/>
          </p:nvSpPr>
          <p:spPr>
            <a:xfrm>
              <a:off x="3299804" y="2288872"/>
              <a:ext cx="45045" cy="9729"/>
            </a:xfrm>
            <a:custGeom>
              <a:avLst/>
              <a:gdLst/>
              <a:ahLst/>
              <a:cxnLst/>
              <a:rect l="l" t="t" r="r" b="b"/>
              <a:pathLst>
                <a:path w="1477" h="319" extrusionOk="0">
                  <a:moveTo>
                    <a:pt x="160" y="0"/>
                  </a:moveTo>
                  <a:cubicBezTo>
                    <a:pt x="73" y="0"/>
                    <a:pt x="0" y="72"/>
                    <a:pt x="0" y="158"/>
                  </a:cubicBezTo>
                  <a:cubicBezTo>
                    <a:pt x="0" y="247"/>
                    <a:pt x="73" y="318"/>
                    <a:pt x="160" y="318"/>
                  </a:cubicBezTo>
                  <a:lnTo>
                    <a:pt x="1317" y="318"/>
                  </a:lnTo>
                  <a:cubicBezTo>
                    <a:pt x="1404" y="318"/>
                    <a:pt x="1477" y="247"/>
                    <a:pt x="1477" y="158"/>
                  </a:cubicBezTo>
                  <a:cubicBezTo>
                    <a:pt x="1477" y="70"/>
                    <a:pt x="1404" y="0"/>
                    <a:pt x="1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8"/>
            <p:cNvSpPr/>
            <p:nvPr/>
          </p:nvSpPr>
          <p:spPr>
            <a:xfrm>
              <a:off x="3275346" y="2306926"/>
              <a:ext cx="19122" cy="9790"/>
            </a:xfrm>
            <a:custGeom>
              <a:avLst/>
              <a:gdLst/>
              <a:ahLst/>
              <a:cxnLst/>
              <a:rect l="l" t="t" r="r" b="b"/>
              <a:pathLst>
                <a:path w="627" h="321" extrusionOk="0">
                  <a:moveTo>
                    <a:pt x="159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59" y="320"/>
                  </a:cubicBezTo>
                  <a:lnTo>
                    <a:pt x="469" y="320"/>
                  </a:lnTo>
                  <a:cubicBezTo>
                    <a:pt x="555" y="320"/>
                    <a:pt x="627" y="247"/>
                    <a:pt x="627" y="160"/>
                  </a:cubicBezTo>
                  <a:cubicBezTo>
                    <a:pt x="627" y="73"/>
                    <a:pt x="555" y="0"/>
                    <a:pt x="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8"/>
            <p:cNvSpPr/>
            <p:nvPr/>
          </p:nvSpPr>
          <p:spPr>
            <a:xfrm>
              <a:off x="3299804" y="2306926"/>
              <a:ext cx="45045" cy="9790"/>
            </a:xfrm>
            <a:custGeom>
              <a:avLst/>
              <a:gdLst/>
              <a:ahLst/>
              <a:cxnLst/>
              <a:rect l="l" t="t" r="r" b="b"/>
              <a:pathLst>
                <a:path w="1477" h="321" extrusionOk="0">
                  <a:moveTo>
                    <a:pt x="160" y="0"/>
                  </a:moveTo>
                  <a:cubicBezTo>
                    <a:pt x="73" y="0"/>
                    <a:pt x="0" y="73"/>
                    <a:pt x="0" y="160"/>
                  </a:cubicBezTo>
                  <a:cubicBezTo>
                    <a:pt x="0" y="247"/>
                    <a:pt x="73" y="320"/>
                    <a:pt x="160" y="320"/>
                  </a:cubicBezTo>
                  <a:lnTo>
                    <a:pt x="1317" y="320"/>
                  </a:lnTo>
                  <a:cubicBezTo>
                    <a:pt x="1404" y="320"/>
                    <a:pt x="1477" y="247"/>
                    <a:pt x="1477" y="160"/>
                  </a:cubicBezTo>
                  <a:cubicBezTo>
                    <a:pt x="1477" y="73"/>
                    <a:pt x="1404" y="0"/>
                    <a:pt x="1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8"/>
            <p:cNvSpPr/>
            <p:nvPr/>
          </p:nvSpPr>
          <p:spPr>
            <a:xfrm>
              <a:off x="3275346" y="2324980"/>
              <a:ext cx="19122" cy="9729"/>
            </a:xfrm>
            <a:custGeom>
              <a:avLst/>
              <a:gdLst/>
              <a:ahLst/>
              <a:cxnLst/>
              <a:rect l="l" t="t" r="r" b="b"/>
              <a:pathLst>
                <a:path w="627" h="319" extrusionOk="0">
                  <a:moveTo>
                    <a:pt x="159" y="0"/>
                  </a:moveTo>
                  <a:cubicBezTo>
                    <a:pt x="72" y="0"/>
                    <a:pt x="1" y="72"/>
                    <a:pt x="1" y="160"/>
                  </a:cubicBezTo>
                  <a:cubicBezTo>
                    <a:pt x="1" y="247"/>
                    <a:pt x="72" y="318"/>
                    <a:pt x="159" y="318"/>
                  </a:cubicBezTo>
                  <a:lnTo>
                    <a:pt x="469" y="318"/>
                  </a:lnTo>
                  <a:cubicBezTo>
                    <a:pt x="555" y="318"/>
                    <a:pt x="627" y="247"/>
                    <a:pt x="627" y="160"/>
                  </a:cubicBezTo>
                  <a:cubicBezTo>
                    <a:pt x="627" y="72"/>
                    <a:pt x="555" y="0"/>
                    <a:pt x="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8"/>
            <p:cNvSpPr/>
            <p:nvPr/>
          </p:nvSpPr>
          <p:spPr>
            <a:xfrm>
              <a:off x="3299804" y="2324980"/>
              <a:ext cx="45045" cy="9729"/>
            </a:xfrm>
            <a:custGeom>
              <a:avLst/>
              <a:gdLst/>
              <a:ahLst/>
              <a:cxnLst/>
              <a:rect l="l" t="t" r="r" b="b"/>
              <a:pathLst>
                <a:path w="1477" h="319" extrusionOk="0">
                  <a:moveTo>
                    <a:pt x="160" y="0"/>
                  </a:moveTo>
                  <a:cubicBezTo>
                    <a:pt x="73" y="0"/>
                    <a:pt x="0" y="72"/>
                    <a:pt x="0" y="160"/>
                  </a:cubicBezTo>
                  <a:cubicBezTo>
                    <a:pt x="0" y="247"/>
                    <a:pt x="73" y="318"/>
                    <a:pt x="160" y="318"/>
                  </a:cubicBezTo>
                  <a:lnTo>
                    <a:pt x="1317" y="318"/>
                  </a:lnTo>
                  <a:cubicBezTo>
                    <a:pt x="1404" y="318"/>
                    <a:pt x="1477" y="247"/>
                    <a:pt x="1477" y="160"/>
                  </a:cubicBezTo>
                  <a:cubicBezTo>
                    <a:pt x="1477" y="72"/>
                    <a:pt x="1404" y="0"/>
                    <a:pt x="1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8"/>
            <p:cNvSpPr/>
            <p:nvPr/>
          </p:nvSpPr>
          <p:spPr>
            <a:xfrm>
              <a:off x="3275346" y="2343064"/>
              <a:ext cx="19122" cy="9759"/>
            </a:xfrm>
            <a:custGeom>
              <a:avLst/>
              <a:gdLst/>
              <a:ahLst/>
              <a:cxnLst/>
              <a:rect l="l" t="t" r="r" b="b"/>
              <a:pathLst>
                <a:path w="627" h="320" extrusionOk="0">
                  <a:moveTo>
                    <a:pt x="159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8"/>
                    <a:pt x="72" y="319"/>
                    <a:pt x="159" y="319"/>
                  </a:cubicBezTo>
                  <a:lnTo>
                    <a:pt x="469" y="319"/>
                  </a:lnTo>
                  <a:cubicBezTo>
                    <a:pt x="555" y="319"/>
                    <a:pt x="627" y="248"/>
                    <a:pt x="627" y="159"/>
                  </a:cubicBezTo>
                  <a:cubicBezTo>
                    <a:pt x="627" y="72"/>
                    <a:pt x="555" y="1"/>
                    <a:pt x="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8"/>
            <p:cNvSpPr/>
            <p:nvPr/>
          </p:nvSpPr>
          <p:spPr>
            <a:xfrm>
              <a:off x="3299804" y="2343064"/>
              <a:ext cx="45045" cy="9759"/>
            </a:xfrm>
            <a:custGeom>
              <a:avLst/>
              <a:gdLst/>
              <a:ahLst/>
              <a:cxnLst/>
              <a:rect l="l" t="t" r="r" b="b"/>
              <a:pathLst>
                <a:path w="1477" h="320" extrusionOk="0">
                  <a:moveTo>
                    <a:pt x="160" y="1"/>
                  </a:moveTo>
                  <a:cubicBezTo>
                    <a:pt x="73" y="1"/>
                    <a:pt x="0" y="72"/>
                    <a:pt x="0" y="159"/>
                  </a:cubicBezTo>
                  <a:cubicBezTo>
                    <a:pt x="0" y="248"/>
                    <a:pt x="73" y="319"/>
                    <a:pt x="160" y="319"/>
                  </a:cubicBezTo>
                  <a:lnTo>
                    <a:pt x="1317" y="319"/>
                  </a:lnTo>
                  <a:cubicBezTo>
                    <a:pt x="1404" y="319"/>
                    <a:pt x="1477" y="248"/>
                    <a:pt x="1477" y="159"/>
                  </a:cubicBezTo>
                  <a:cubicBezTo>
                    <a:pt x="1477" y="72"/>
                    <a:pt x="1404" y="1"/>
                    <a:pt x="1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8"/>
            <p:cNvSpPr/>
            <p:nvPr/>
          </p:nvSpPr>
          <p:spPr>
            <a:xfrm>
              <a:off x="3275346" y="2361149"/>
              <a:ext cx="19122" cy="9759"/>
            </a:xfrm>
            <a:custGeom>
              <a:avLst/>
              <a:gdLst/>
              <a:ahLst/>
              <a:cxnLst/>
              <a:rect l="l" t="t" r="r" b="b"/>
              <a:pathLst>
                <a:path w="627" h="320" extrusionOk="0">
                  <a:moveTo>
                    <a:pt x="159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59" y="320"/>
                  </a:cubicBezTo>
                  <a:lnTo>
                    <a:pt x="469" y="320"/>
                  </a:lnTo>
                  <a:cubicBezTo>
                    <a:pt x="555" y="320"/>
                    <a:pt x="627" y="247"/>
                    <a:pt x="627" y="160"/>
                  </a:cubicBezTo>
                  <a:cubicBezTo>
                    <a:pt x="627" y="70"/>
                    <a:pt x="555" y="0"/>
                    <a:pt x="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8"/>
            <p:cNvSpPr/>
            <p:nvPr/>
          </p:nvSpPr>
          <p:spPr>
            <a:xfrm>
              <a:off x="3299804" y="2361149"/>
              <a:ext cx="45045" cy="9759"/>
            </a:xfrm>
            <a:custGeom>
              <a:avLst/>
              <a:gdLst/>
              <a:ahLst/>
              <a:cxnLst/>
              <a:rect l="l" t="t" r="r" b="b"/>
              <a:pathLst>
                <a:path w="1477" h="320" extrusionOk="0">
                  <a:moveTo>
                    <a:pt x="160" y="0"/>
                  </a:moveTo>
                  <a:cubicBezTo>
                    <a:pt x="73" y="0"/>
                    <a:pt x="0" y="73"/>
                    <a:pt x="0" y="160"/>
                  </a:cubicBezTo>
                  <a:cubicBezTo>
                    <a:pt x="0" y="247"/>
                    <a:pt x="73" y="320"/>
                    <a:pt x="160" y="320"/>
                  </a:cubicBezTo>
                  <a:lnTo>
                    <a:pt x="1317" y="320"/>
                  </a:lnTo>
                  <a:cubicBezTo>
                    <a:pt x="1404" y="320"/>
                    <a:pt x="1477" y="247"/>
                    <a:pt x="1477" y="160"/>
                  </a:cubicBezTo>
                  <a:cubicBezTo>
                    <a:pt x="1477" y="70"/>
                    <a:pt x="1404" y="0"/>
                    <a:pt x="1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8"/>
            <p:cNvSpPr/>
            <p:nvPr/>
          </p:nvSpPr>
          <p:spPr>
            <a:xfrm>
              <a:off x="3275346" y="2379202"/>
              <a:ext cx="19122" cy="9729"/>
            </a:xfrm>
            <a:custGeom>
              <a:avLst/>
              <a:gdLst/>
              <a:ahLst/>
              <a:cxnLst/>
              <a:rect l="l" t="t" r="r" b="b"/>
              <a:pathLst>
                <a:path w="627" h="319" extrusionOk="0">
                  <a:moveTo>
                    <a:pt x="159" y="0"/>
                  </a:moveTo>
                  <a:cubicBezTo>
                    <a:pt x="72" y="0"/>
                    <a:pt x="1" y="72"/>
                    <a:pt x="1" y="158"/>
                  </a:cubicBezTo>
                  <a:cubicBezTo>
                    <a:pt x="1" y="247"/>
                    <a:pt x="72" y="318"/>
                    <a:pt x="159" y="318"/>
                  </a:cubicBezTo>
                  <a:lnTo>
                    <a:pt x="469" y="318"/>
                  </a:lnTo>
                  <a:cubicBezTo>
                    <a:pt x="555" y="318"/>
                    <a:pt x="627" y="247"/>
                    <a:pt x="627" y="158"/>
                  </a:cubicBezTo>
                  <a:cubicBezTo>
                    <a:pt x="627" y="72"/>
                    <a:pt x="555" y="0"/>
                    <a:pt x="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8"/>
            <p:cNvSpPr/>
            <p:nvPr/>
          </p:nvSpPr>
          <p:spPr>
            <a:xfrm>
              <a:off x="3299804" y="2379202"/>
              <a:ext cx="45045" cy="9729"/>
            </a:xfrm>
            <a:custGeom>
              <a:avLst/>
              <a:gdLst/>
              <a:ahLst/>
              <a:cxnLst/>
              <a:rect l="l" t="t" r="r" b="b"/>
              <a:pathLst>
                <a:path w="1477" h="319" extrusionOk="0">
                  <a:moveTo>
                    <a:pt x="160" y="0"/>
                  </a:moveTo>
                  <a:cubicBezTo>
                    <a:pt x="73" y="0"/>
                    <a:pt x="0" y="72"/>
                    <a:pt x="0" y="158"/>
                  </a:cubicBezTo>
                  <a:cubicBezTo>
                    <a:pt x="0" y="247"/>
                    <a:pt x="73" y="318"/>
                    <a:pt x="160" y="318"/>
                  </a:cubicBezTo>
                  <a:lnTo>
                    <a:pt x="1317" y="318"/>
                  </a:lnTo>
                  <a:cubicBezTo>
                    <a:pt x="1404" y="318"/>
                    <a:pt x="1477" y="247"/>
                    <a:pt x="1477" y="158"/>
                  </a:cubicBezTo>
                  <a:cubicBezTo>
                    <a:pt x="1477" y="72"/>
                    <a:pt x="1404" y="0"/>
                    <a:pt x="1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8"/>
            <p:cNvSpPr/>
            <p:nvPr/>
          </p:nvSpPr>
          <p:spPr>
            <a:xfrm>
              <a:off x="3390012" y="2245598"/>
              <a:ext cx="62825" cy="71883"/>
            </a:xfrm>
            <a:custGeom>
              <a:avLst/>
              <a:gdLst/>
              <a:ahLst/>
              <a:cxnLst/>
              <a:rect l="l" t="t" r="r" b="b"/>
              <a:pathLst>
                <a:path w="2060" h="2357" extrusionOk="0">
                  <a:moveTo>
                    <a:pt x="642" y="800"/>
                  </a:moveTo>
                  <a:lnTo>
                    <a:pt x="642" y="1254"/>
                  </a:lnTo>
                  <a:cubicBezTo>
                    <a:pt x="642" y="1285"/>
                    <a:pt x="651" y="1312"/>
                    <a:pt x="666" y="1336"/>
                  </a:cubicBezTo>
                  <a:lnTo>
                    <a:pt x="901" y="1727"/>
                  </a:lnTo>
                  <a:cubicBezTo>
                    <a:pt x="868" y="1734"/>
                    <a:pt x="836" y="1737"/>
                    <a:pt x="804" y="1737"/>
                  </a:cubicBezTo>
                  <a:cubicBezTo>
                    <a:pt x="538" y="1737"/>
                    <a:pt x="322" y="1521"/>
                    <a:pt x="322" y="1254"/>
                  </a:cubicBezTo>
                  <a:cubicBezTo>
                    <a:pt x="319" y="1045"/>
                    <a:pt x="455" y="866"/>
                    <a:pt x="642" y="800"/>
                  </a:cubicBezTo>
                  <a:close/>
                  <a:moveTo>
                    <a:pt x="962" y="329"/>
                  </a:moveTo>
                  <a:cubicBezTo>
                    <a:pt x="1404" y="405"/>
                    <a:pt x="1739" y="791"/>
                    <a:pt x="1739" y="1254"/>
                  </a:cubicBezTo>
                  <a:cubicBezTo>
                    <a:pt x="1739" y="1530"/>
                    <a:pt x="1617" y="1790"/>
                    <a:pt x="1413" y="1967"/>
                  </a:cubicBezTo>
                  <a:lnTo>
                    <a:pt x="962" y="1212"/>
                  </a:lnTo>
                  <a:lnTo>
                    <a:pt x="962" y="329"/>
                  </a:lnTo>
                  <a:close/>
                  <a:moveTo>
                    <a:pt x="802" y="0"/>
                  </a:moveTo>
                  <a:cubicBezTo>
                    <a:pt x="715" y="0"/>
                    <a:pt x="642" y="72"/>
                    <a:pt x="642" y="158"/>
                  </a:cubicBezTo>
                  <a:lnTo>
                    <a:pt x="642" y="471"/>
                  </a:lnTo>
                  <a:cubicBezTo>
                    <a:pt x="276" y="545"/>
                    <a:pt x="1" y="868"/>
                    <a:pt x="1" y="1254"/>
                  </a:cubicBezTo>
                  <a:cubicBezTo>
                    <a:pt x="1" y="1696"/>
                    <a:pt x="360" y="2055"/>
                    <a:pt x="802" y="2055"/>
                  </a:cubicBezTo>
                  <a:cubicBezTo>
                    <a:pt x="894" y="2055"/>
                    <a:pt x="982" y="2042"/>
                    <a:pt x="1067" y="2011"/>
                  </a:cubicBezTo>
                  <a:lnTo>
                    <a:pt x="1227" y="2280"/>
                  </a:lnTo>
                  <a:cubicBezTo>
                    <a:pt x="1256" y="2330"/>
                    <a:pt x="1309" y="2357"/>
                    <a:pt x="1363" y="2357"/>
                  </a:cubicBezTo>
                  <a:cubicBezTo>
                    <a:pt x="1392" y="2357"/>
                    <a:pt x="1420" y="2350"/>
                    <a:pt x="1447" y="2334"/>
                  </a:cubicBezTo>
                  <a:cubicBezTo>
                    <a:pt x="1824" y="2110"/>
                    <a:pt x="2059" y="1695"/>
                    <a:pt x="2059" y="1256"/>
                  </a:cubicBezTo>
                  <a:cubicBezTo>
                    <a:pt x="2059" y="563"/>
                    <a:pt x="1496" y="0"/>
                    <a:pt x="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8"/>
            <p:cNvSpPr/>
            <p:nvPr/>
          </p:nvSpPr>
          <p:spPr>
            <a:xfrm>
              <a:off x="3372111" y="2330317"/>
              <a:ext cx="67796" cy="21867"/>
            </a:xfrm>
            <a:custGeom>
              <a:avLst/>
              <a:gdLst/>
              <a:ahLst/>
              <a:cxnLst/>
              <a:rect l="l" t="t" r="r" b="b"/>
              <a:pathLst>
                <a:path w="2223" h="717" extrusionOk="0">
                  <a:moveTo>
                    <a:pt x="2049" y="0"/>
                  </a:moveTo>
                  <a:cubicBezTo>
                    <a:pt x="2008" y="0"/>
                    <a:pt x="1967" y="16"/>
                    <a:pt x="1935" y="46"/>
                  </a:cubicBezTo>
                  <a:lnTo>
                    <a:pt x="1585" y="397"/>
                  </a:lnTo>
                  <a:lnTo>
                    <a:pt x="159" y="397"/>
                  </a:lnTo>
                  <a:cubicBezTo>
                    <a:pt x="72" y="397"/>
                    <a:pt x="1" y="470"/>
                    <a:pt x="1" y="557"/>
                  </a:cubicBezTo>
                  <a:cubicBezTo>
                    <a:pt x="1" y="644"/>
                    <a:pt x="72" y="717"/>
                    <a:pt x="159" y="717"/>
                  </a:cubicBezTo>
                  <a:lnTo>
                    <a:pt x="1651" y="717"/>
                  </a:lnTo>
                  <a:cubicBezTo>
                    <a:pt x="1694" y="717"/>
                    <a:pt x="1734" y="698"/>
                    <a:pt x="1763" y="669"/>
                  </a:cubicBezTo>
                  <a:lnTo>
                    <a:pt x="2161" y="271"/>
                  </a:lnTo>
                  <a:cubicBezTo>
                    <a:pt x="2223" y="210"/>
                    <a:pt x="2223" y="108"/>
                    <a:pt x="2161" y="46"/>
                  </a:cubicBezTo>
                  <a:cubicBezTo>
                    <a:pt x="2131" y="16"/>
                    <a:pt x="2090" y="0"/>
                    <a:pt x="20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8"/>
            <p:cNvSpPr/>
            <p:nvPr/>
          </p:nvSpPr>
          <p:spPr>
            <a:xfrm>
              <a:off x="3372172" y="2374933"/>
              <a:ext cx="15584" cy="9790"/>
            </a:xfrm>
            <a:custGeom>
              <a:avLst/>
              <a:gdLst/>
              <a:ahLst/>
              <a:cxnLst/>
              <a:rect l="l" t="t" r="r" b="b"/>
              <a:pathLst>
                <a:path w="511" h="321" extrusionOk="0">
                  <a:moveTo>
                    <a:pt x="160" y="1"/>
                  </a:moveTo>
                  <a:cubicBezTo>
                    <a:pt x="72" y="1"/>
                    <a:pt x="0" y="74"/>
                    <a:pt x="0" y="161"/>
                  </a:cubicBezTo>
                  <a:cubicBezTo>
                    <a:pt x="0" y="247"/>
                    <a:pt x="72" y="320"/>
                    <a:pt x="160" y="320"/>
                  </a:cubicBezTo>
                  <a:lnTo>
                    <a:pt x="351" y="320"/>
                  </a:lnTo>
                  <a:cubicBezTo>
                    <a:pt x="439" y="320"/>
                    <a:pt x="511" y="247"/>
                    <a:pt x="511" y="161"/>
                  </a:cubicBezTo>
                  <a:cubicBezTo>
                    <a:pt x="511" y="74"/>
                    <a:pt x="439" y="1"/>
                    <a:pt x="3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8"/>
            <p:cNvSpPr/>
            <p:nvPr/>
          </p:nvSpPr>
          <p:spPr>
            <a:xfrm>
              <a:off x="3391933" y="2374933"/>
              <a:ext cx="27539" cy="9790"/>
            </a:xfrm>
            <a:custGeom>
              <a:avLst/>
              <a:gdLst/>
              <a:ahLst/>
              <a:cxnLst/>
              <a:rect l="l" t="t" r="r" b="b"/>
              <a:pathLst>
                <a:path w="903" h="321" extrusionOk="0">
                  <a:moveTo>
                    <a:pt x="161" y="1"/>
                  </a:moveTo>
                  <a:cubicBezTo>
                    <a:pt x="74" y="1"/>
                    <a:pt x="1" y="74"/>
                    <a:pt x="1" y="161"/>
                  </a:cubicBezTo>
                  <a:cubicBezTo>
                    <a:pt x="1" y="247"/>
                    <a:pt x="74" y="320"/>
                    <a:pt x="161" y="320"/>
                  </a:cubicBezTo>
                  <a:lnTo>
                    <a:pt x="744" y="320"/>
                  </a:lnTo>
                  <a:cubicBezTo>
                    <a:pt x="831" y="320"/>
                    <a:pt x="902" y="247"/>
                    <a:pt x="902" y="161"/>
                  </a:cubicBezTo>
                  <a:cubicBezTo>
                    <a:pt x="902" y="74"/>
                    <a:pt x="831" y="1"/>
                    <a:pt x="7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8"/>
            <p:cNvSpPr/>
            <p:nvPr/>
          </p:nvSpPr>
          <p:spPr>
            <a:xfrm>
              <a:off x="3372172" y="2359258"/>
              <a:ext cx="15584" cy="9790"/>
            </a:xfrm>
            <a:custGeom>
              <a:avLst/>
              <a:gdLst/>
              <a:ahLst/>
              <a:cxnLst/>
              <a:rect l="l" t="t" r="r" b="b"/>
              <a:pathLst>
                <a:path w="511" h="321" extrusionOk="0">
                  <a:moveTo>
                    <a:pt x="160" y="1"/>
                  </a:moveTo>
                  <a:cubicBezTo>
                    <a:pt x="72" y="1"/>
                    <a:pt x="0" y="74"/>
                    <a:pt x="0" y="161"/>
                  </a:cubicBezTo>
                  <a:cubicBezTo>
                    <a:pt x="0" y="248"/>
                    <a:pt x="72" y="321"/>
                    <a:pt x="160" y="321"/>
                  </a:cubicBezTo>
                  <a:lnTo>
                    <a:pt x="351" y="321"/>
                  </a:lnTo>
                  <a:cubicBezTo>
                    <a:pt x="439" y="321"/>
                    <a:pt x="511" y="248"/>
                    <a:pt x="511" y="161"/>
                  </a:cubicBezTo>
                  <a:cubicBezTo>
                    <a:pt x="511" y="74"/>
                    <a:pt x="439" y="1"/>
                    <a:pt x="3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8"/>
            <p:cNvSpPr/>
            <p:nvPr/>
          </p:nvSpPr>
          <p:spPr>
            <a:xfrm>
              <a:off x="3391933" y="2359258"/>
              <a:ext cx="27539" cy="9790"/>
            </a:xfrm>
            <a:custGeom>
              <a:avLst/>
              <a:gdLst/>
              <a:ahLst/>
              <a:cxnLst/>
              <a:rect l="l" t="t" r="r" b="b"/>
              <a:pathLst>
                <a:path w="903" h="321" extrusionOk="0">
                  <a:moveTo>
                    <a:pt x="161" y="1"/>
                  </a:moveTo>
                  <a:cubicBezTo>
                    <a:pt x="74" y="1"/>
                    <a:pt x="1" y="74"/>
                    <a:pt x="1" y="161"/>
                  </a:cubicBezTo>
                  <a:cubicBezTo>
                    <a:pt x="1" y="248"/>
                    <a:pt x="74" y="321"/>
                    <a:pt x="161" y="321"/>
                  </a:cubicBezTo>
                  <a:lnTo>
                    <a:pt x="744" y="321"/>
                  </a:lnTo>
                  <a:cubicBezTo>
                    <a:pt x="831" y="321"/>
                    <a:pt x="902" y="248"/>
                    <a:pt x="902" y="161"/>
                  </a:cubicBezTo>
                  <a:cubicBezTo>
                    <a:pt x="902" y="74"/>
                    <a:pt x="831" y="1"/>
                    <a:pt x="7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8"/>
            <p:cNvSpPr/>
            <p:nvPr/>
          </p:nvSpPr>
          <p:spPr>
            <a:xfrm>
              <a:off x="3402943" y="2207966"/>
              <a:ext cx="67796" cy="21867"/>
            </a:xfrm>
            <a:custGeom>
              <a:avLst/>
              <a:gdLst/>
              <a:ahLst/>
              <a:cxnLst/>
              <a:rect l="l" t="t" r="r" b="b"/>
              <a:pathLst>
                <a:path w="2223" h="717" extrusionOk="0">
                  <a:moveTo>
                    <a:pt x="572" y="1"/>
                  </a:moveTo>
                  <a:cubicBezTo>
                    <a:pt x="529" y="1"/>
                    <a:pt x="489" y="18"/>
                    <a:pt x="460" y="47"/>
                  </a:cubicBezTo>
                  <a:lnTo>
                    <a:pt x="62" y="445"/>
                  </a:lnTo>
                  <a:cubicBezTo>
                    <a:pt x="0" y="506"/>
                    <a:pt x="0" y="608"/>
                    <a:pt x="62" y="669"/>
                  </a:cubicBezTo>
                  <a:cubicBezTo>
                    <a:pt x="94" y="702"/>
                    <a:pt x="133" y="717"/>
                    <a:pt x="174" y="717"/>
                  </a:cubicBezTo>
                  <a:cubicBezTo>
                    <a:pt x="215" y="717"/>
                    <a:pt x="255" y="702"/>
                    <a:pt x="286" y="669"/>
                  </a:cubicBezTo>
                  <a:lnTo>
                    <a:pt x="638" y="319"/>
                  </a:lnTo>
                  <a:lnTo>
                    <a:pt x="2062" y="319"/>
                  </a:lnTo>
                  <a:cubicBezTo>
                    <a:pt x="2149" y="319"/>
                    <a:pt x="2222" y="247"/>
                    <a:pt x="2222" y="159"/>
                  </a:cubicBezTo>
                  <a:cubicBezTo>
                    <a:pt x="2222" y="72"/>
                    <a:pt x="2149" y="1"/>
                    <a:pt x="20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8"/>
            <p:cNvSpPr/>
            <p:nvPr/>
          </p:nvSpPr>
          <p:spPr>
            <a:xfrm>
              <a:off x="3455122" y="2175396"/>
              <a:ext cx="15615" cy="9790"/>
            </a:xfrm>
            <a:custGeom>
              <a:avLst/>
              <a:gdLst/>
              <a:ahLst/>
              <a:cxnLst/>
              <a:rect l="l" t="t" r="r" b="b"/>
              <a:pathLst>
                <a:path w="512" h="321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1" y="320"/>
                    <a:pt x="161" y="320"/>
                  </a:cubicBezTo>
                  <a:lnTo>
                    <a:pt x="351" y="320"/>
                  </a:lnTo>
                  <a:cubicBezTo>
                    <a:pt x="438" y="320"/>
                    <a:pt x="511" y="247"/>
                    <a:pt x="511" y="160"/>
                  </a:cubicBezTo>
                  <a:cubicBezTo>
                    <a:pt x="511" y="73"/>
                    <a:pt x="438" y="0"/>
                    <a:pt x="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8"/>
            <p:cNvSpPr/>
            <p:nvPr/>
          </p:nvSpPr>
          <p:spPr>
            <a:xfrm>
              <a:off x="3423436" y="2175396"/>
              <a:ext cx="27539" cy="9790"/>
            </a:xfrm>
            <a:custGeom>
              <a:avLst/>
              <a:gdLst/>
              <a:ahLst/>
              <a:cxnLst/>
              <a:rect l="l" t="t" r="r" b="b"/>
              <a:pathLst>
                <a:path w="903" h="321" extrusionOk="0">
                  <a:moveTo>
                    <a:pt x="159" y="0"/>
                  </a:moveTo>
                  <a:cubicBezTo>
                    <a:pt x="72" y="0"/>
                    <a:pt x="0" y="73"/>
                    <a:pt x="0" y="160"/>
                  </a:cubicBezTo>
                  <a:cubicBezTo>
                    <a:pt x="0" y="247"/>
                    <a:pt x="70" y="320"/>
                    <a:pt x="159" y="320"/>
                  </a:cubicBezTo>
                  <a:lnTo>
                    <a:pt x="742" y="320"/>
                  </a:lnTo>
                  <a:cubicBezTo>
                    <a:pt x="829" y="320"/>
                    <a:pt x="902" y="247"/>
                    <a:pt x="902" y="160"/>
                  </a:cubicBezTo>
                  <a:cubicBezTo>
                    <a:pt x="902" y="73"/>
                    <a:pt x="829" y="0"/>
                    <a:pt x="7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8"/>
            <p:cNvSpPr/>
            <p:nvPr/>
          </p:nvSpPr>
          <p:spPr>
            <a:xfrm>
              <a:off x="3455122" y="2191101"/>
              <a:ext cx="15615" cy="9729"/>
            </a:xfrm>
            <a:custGeom>
              <a:avLst/>
              <a:gdLst/>
              <a:ahLst/>
              <a:cxnLst/>
              <a:rect l="l" t="t" r="r" b="b"/>
              <a:pathLst>
                <a:path w="512" h="319" extrusionOk="0">
                  <a:moveTo>
                    <a:pt x="161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9"/>
                    <a:pt x="71" y="319"/>
                    <a:pt x="161" y="319"/>
                  </a:cubicBezTo>
                  <a:lnTo>
                    <a:pt x="351" y="319"/>
                  </a:lnTo>
                  <a:cubicBezTo>
                    <a:pt x="438" y="319"/>
                    <a:pt x="511" y="247"/>
                    <a:pt x="511" y="159"/>
                  </a:cubicBezTo>
                  <a:cubicBezTo>
                    <a:pt x="511" y="72"/>
                    <a:pt x="438" y="1"/>
                    <a:pt x="3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8"/>
            <p:cNvSpPr/>
            <p:nvPr/>
          </p:nvSpPr>
          <p:spPr>
            <a:xfrm>
              <a:off x="3423436" y="2191101"/>
              <a:ext cx="27539" cy="9729"/>
            </a:xfrm>
            <a:custGeom>
              <a:avLst/>
              <a:gdLst/>
              <a:ahLst/>
              <a:cxnLst/>
              <a:rect l="l" t="t" r="r" b="b"/>
              <a:pathLst>
                <a:path w="903" h="319" extrusionOk="0">
                  <a:moveTo>
                    <a:pt x="159" y="1"/>
                  </a:moveTo>
                  <a:cubicBezTo>
                    <a:pt x="72" y="1"/>
                    <a:pt x="0" y="72"/>
                    <a:pt x="0" y="159"/>
                  </a:cubicBezTo>
                  <a:cubicBezTo>
                    <a:pt x="0" y="249"/>
                    <a:pt x="70" y="319"/>
                    <a:pt x="159" y="319"/>
                  </a:cubicBezTo>
                  <a:lnTo>
                    <a:pt x="742" y="319"/>
                  </a:lnTo>
                  <a:cubicBezTo>
                    <a:pt x="829" y="319"/>
                    <a:pt x="902" y="247"/>
                    <a:pt x="902" y="159"/>
                  </a:cubicBezTo>
                  <a:cubicBezTo>
                    <a:pt x="902" y="72"/>
                    <a:pt x="829" y="1"/>
                    <a:pt x="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8"/>
            <p:cNvSpPr/>
            <p:nvPr/>
          </p:nvSpPr>
          <p:spPr>
            <a:xfrm>
              <a:off x="3160527" y="2132122"/>
              <a:ext cx="332270" cy="280150"/>
            </a:xfrm>
            <a:custGeom>
              <a:avLst/>
              <a:gdLst/>
              <a:ahLst/>
              <a:cxnLst/>
              <a:rect l="l" t="t" r="r" b="b"/>
              <a:pathLst>
                <a:path w="10895" h="9186" extrusionOk="0">
                  <a:moveTo>
                    <a:pt x="3274" y="931"/>
                  </a:moveTo>
                  <a:lnTo>
                    <a:pt x="3274" y="5778"/>
                  </a:lnTo>
                  <a:lnTo>
                    <a:pt x="327" y="5778"/>
                  </a:lnTo>
                  <a:lnTo>
                    <a:pt x="327" y="931"/>
                  </a:lnTo>
                  <a:close/>
                  <a:moveTo>
                    <a:pt x="3272" y="6096"/>
                  </a:moveTo>
                  <a:lnTo>
                    <a:pt x="3272" y="8866"/>
                  </a:lnTo>
                  <a:lnTo>
                    <a:pt x="324" y="8866"/>
                  </a:lnTo>
                  <a:lnTo>
                    <a:pt x="324" y="6096"/>
                  </a:lnTo>
                  <a:close/>
                  <a:moveTo>
                    <a:pt x="928" y="0"/>
                  </a:moveTo>
                  <a:cubicBezTo>
                    <a:pt x="809" y="0"/>
                    <a:pt x="696" y="58"/>
                    <a:pt x="627" y="157"/>
                  </a:cubicBezTo>
                  <a:lnTo>
                    <a:pt x="305" y="611"/>
                  </a:lnTo>
                  <a:lnTo>
                    <a:pt x="161" y="611"/>
                  </a:lnTo>
                  <a:cubicBezTo>
                    <a:pt x="74" y="611"/>
                    <a:pt x="1" y="684"/>
                    <a:pt x="1" y="771"/>
                  </a:cubicBezTo>
                  <a:lnTo>
                    <a:pt x="1" y="9026"/>
                  </a:lnTo>
                  <a:cubicBezTo>
                    <a:pt x="1" y="9114"/>
                    <a:pt x="74" y="9186"/>
                    <a:pt x="161" y="9186"/>
                  </a:cubicBezTo>
                  <a:lnTo>
                    <a:pt x="8552" y="9186"/>
                  </a:lnTo>
                  <a:cubicBezTo>
                    <a:pt x="8640" y="9186"/>
                    <a:pt x="8711" y="9114"/>
                    <a:pt x="8711" y="9026"/>
                  </a:cubicBezTo>
                  <a:cubicBezTo>
                    <a:pt x="8711" y="8939"/>
                    <a:pt x="8640" y="8868"/>
                    <a:pt x="8552" y="8868"/>
                  </a:cubicBezTo>
                  <a:lnTo>
                    <a:pt x="6530" y="8868"/>
                  </a:lnTo>
                  <a:lnTo>
                    <a:pt x="6530" y="2415"/>
                  </a:lnTo>
                  <a:cubicBezTo>
                    <a:pt x="6530" y="2328"/>
                    <a:pt x="6457" y="2255"/>
                    <a:pt x="6370" y="2255"/>
                  </a:cubicBezTo>
                  <a:cubicBezTo>
                    <a:pt x="6284" y="2255"/>
                    <a:pt x="6211" y="2328"/>
                    <a:pt x="6211" y="2415"/>
                  </a:cubicBezTo>
                  <a:lnTo>
                    <a:pt x="6211" y="8868"/>
                  </a:lnTo>
                  <a:lnTo>
                    <a:pt x="3589" y="8868"/>
                  </a:lnTo>
                  <a:lnTo>
                    <a:pt x="3589" y="931"/>
                  </a:lnTo>
                  <a:lnTo>
                    <a:pt x="6211" y="931"/>
                  </a:lnTo>
                  <a:lnTo>
                    <a:pt x="6211" y="1777"/>
                  </a:lnTo>
                  <a:cubicBezTo>
                    <a:pt x="6211" y="1865"/>
                    <a:pt x="6284" y="1937"/>
                    <a:pt x="6370" y="1937"/>
                  </a:cubicBezTo>
                  <a:cubicBezTo>
                    <a:pt x="6457" y="1937"/>
                    <a:pt x="6530" y="1865"/>
                    <a:pt x="6530" y="1777"/>
                  </a:cubicBezTo>
                  <a:lnTo>
                    <a:pt x="6530" y="931"/>
                  </a:lnTo>
                  <a:lnTo>
                    <a:pt x="10571" y="931"/>
                  </a:lnTo>
                  <a:lnTo>
                    <a:pt x="10571" y="8868"/>
                  </a:lnTo>
                  <a:lnTo>
                    <a:pt x="9190" y="8868"/>
                  </a:lnTo>
                  <a:cubicBezTo>
                    <a:pt x="9103" y="8868"/>
                    <a:pt x="9031" y="8939"/>
                    <a:pt x="9031" y="9026"/>
                  </a:cubicBezTo>
                  <a:cubicBezTo>
                    <a:pt x="9031" y="9114"/>
                    <a:pt x="9103" y="9186"/>
                    <a:pt x="9190" y="9186"/>
                  </a:cubicBezTo>
                  <a:lnTo>
                    <a:pt x="10729" y="9186"/>
                  </a:lnTo>
                  <a:cubicBezTo>
                    <a:pt x="10818" y="9186"/>
                    <a:pt x="10889" y="9114"/>
                    <a:pt x="10889" y="9026"/>
                  </a:cubicBezTo>
                  <a:lnTo>
                    <a:pt x="10889" y="771"/>
                  </a:lnTo>
                  <a:cubicBezTo>
                    <a:pt x="10894" y="683"/>
                    <a:pt x="10825" y="611"/>
                    <a:pt x="10734" y="611"/>
                  </a:cubicBezTo>
                  <a:lnTo>
                    <a:pt x="10590" y="611"/>
                  </a:lnTo>
                  <a:lnTo>
                    <a:pt x="10268" y="157"/>
                  </a:lnTo>
                  <a:cubicBezTo>
                    <a:pt x="10200" y="58"/>
                    <a:pt x="10088" y="0"/>
                    <a:pt x="9967" y="0"/>
                  </a:cubicBezTo>
                  <a:lnTo>
                    <a:pt x="8410" y="0"/>
                  </a:lnTo>
                  <a:cubicBezTo>
                    <a:pt x="8324" y="0"/>
                    <a:pt x="8250" y="74"/>
                    <a:pt x="8250" y="160"/>
                  </a:cubicBezTo>
                  <a:cubicBezTo>
                    <a:pt x="8250" y="247"/>
                    <a:pt x="8324" y="320"/>
                    <a:pt x="8410" y="320"/>
                  </a:cubicBezTo>
                  <a:lnTo>
                    <a:pt x="9967" y="320"/>
                  </a:lnTo>
                  <a:cubicBezTo>
                    <a:pt x="9984" y="320"/>
                    <a:pt x="9999" y="329"/>
                    <a:pt x="10008" y="341"/>
                  </a:cubicBezTo>
                  <a:lnTo>
                    <a:pt x="10198" y="615"/>
                  </a:lnTo>
                  <a:lnTo>
                    <a:pt x="696" y="615"/>
                  </a:lnTo>
                  <a:lnTo>
                    <a:pt x="887" y="341"/>
                  </a:lnTo>
                  <a:cubicBezTo>
                    <a:pt x="896" y="329"/>
                    <a:pt x="911" y="320"/>
                    <a:pt x="928" y="320"/>
                  </a:cubicBezTo>
                  <a:lnTo>
                    <a:pt x="7769" y="320"/>
                  </a:lnTo>
                  <a:cubicBezTo>
                    <a:pt x="7857" y="320"/>
                    <a:pt x="7929" y="247"/>
                    <a:pt x="7929" y="160"/>
                  </a:cubicBezTo>
                  <a:cubicBezTo>
                    <a:pt x="7929" y="74"/>
                    <a:pt x="7857" y="0"/>
                    <a:pt x="7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48"/>
          <p:cNvGrpSpPr/>
          <p:nvPr/>
        </p:nvGrpSpPr>
        <p:grpSpPr>
          <a:xfrm>
            <a:off x="4368255" y="2269545"/>
            <a:ext cx="407489" cy="407603"/>
            <a:chOff x="2347191" y="2106078"/>
            <a:chExt cx="332047" cy="332141"/>
          </a:xfrm>
        </p:grpSpPr>
        <p:sp>
          <p:nvSpPr>
            <p:cNvPr id="720" name="Google Shape;720;p48"/>
            <p:cNvSpPr/>
            <p:nvPr/>
          </p:nvSpPr>
          <p:spPr>
            <a:xfrm>
              <a:off x="2488328" y="2136452"/>
              <a:ext cx="49772" cy="48979"/>
            </a:xfrm>
            <a:custGeom>
              <a:avLst/>
              <a:gdLst/>
              <a:ahLst/>
              <a:cxnLst/>
              <a:rect l="l" t="t" r="r" b="b"/>
              <a:pathLst>
                <a:path w="1632" h="1606" extrusionOk="0">
                  <a:moveTo>
                    <a:pt x="814" y="320"/>
                  </a:moveTo>
                  <a:cubicBezTo>
                    <a:pt x="943" y="320"/>
                    <a:pt x="1067" y="371"/>
                    <a:pt x="1157" y="461"/>
                  </a:cubicBezTo>
                  <a:cubicBezTo>
                    <a:pt x="1254" y="559"/>
                    <a:pt x="1307" y="695"/>
                    <a:pt x="1297" y="833"/>
                  </a:cubicBezTo>
                  <a:cubicBezTo>
                    <a:pt x="1283" y="1073"/>
                    <a:pt x="1089" y="1267"/>
                    <a:pt x="847" y="1284"/>
                  </a:cubicBezTo>
                  <a:cubicBezTo>
                    <a:pt x="837" y="1285"/>
                    <a:pt x="827" y="1285"/>
                    <a:pt x="817" y="1285"/>
                  </a:cubicBezTo>
                  <a:cubicBezTo>
                    <a:pt x="688" y="1285"/>
                    <a:pt x="565" y="1234"/>
                    <a:pt x="475" y="1143"/>
                  </a:cubicBezTo>
                  <a:cubicBezTo>
                    <a:pt x="376" y="1046"/>
                    <a:pt x="325" y="910"/>
                    <a:pt x="334" y="772"/>
                  </a:cubicBezTo>
                  <a:cubicBezTo>
                    <a:pt x="349" y="530"/>
                    <a:pt x="543" y="338"/>
                    <a:pt x="784" y="321"/>
                  </a:cubicBezTo>
                  <a:cubicBezTo>
                    <a:pt x="794" y="321"/>
                    <a:pt x="804" y="320"/>
                    <a:pt x="814" y="320"/>
                  </a:cubicBezTo>
                  <a:close/>
                  <a:moveTo>
                    <a:pt x="807" y="0"/>
                  </a:moveTo>
                  <a:cubicBezTo>
                    <a:pt x="793" y="0"/>
                    <a:pt x="779" y="1"/>
                    <a:pt x="764" y="1"/>
                  </a:cubicBezTo>
                  <a:cubicBezTo>
                    <a:pt x="361" y="27"/>
                    <a:pt x="41" y="348"/>
                    <a:pt x="15" y="750"/>
                  </a:cubicBezTo>
                  <a:cubicBezTo>
                    <a:pt x="0" y="980"/>
                    <a:pt x="85" y="1206"/>
                    <a:pt x="248" y="1369"/>
                  </a:cubicBezTo>
                  <a:cubicBezTo>
                    <a:pt x="396" y="1518"/>
                    <a:pt x="600" y="1605"/>
                    <a:pt x="820" y="1605"/>
                  </a:cubicBezTo>
                  <a:cubicBezTo>
                    <a:pt x="836" y="1605"/>
                    <a:pt x="852" y="1605"/>
                    <a:pt x="868" y="1604"/>
                  </a:cubicBezTo>
                  <a:cubicBezTo>
                    <a:pt x="1269" y="1578"/>
                    <a:pt x="1591" y="1257"/>
                    <a:pt x="1616" y="855"/>
                  </a:cubicBezTo>
                  <a:cubicBezTo>
                    <a:pt x="1632" y="626"/>
                    <a:pt x="1547" y="399"/>
                    <a:pt x="1382" y="236"/>
                  </a:cubicBezTo>
                  <a:cubicBezTo>
                    <a:pt x="1229" y="83"/>
                    <a:pt x="1023" y="0"/>
                    <a:pt x="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8"/>
            <p:cNvSpPr/>
            <p:nvPr/>
          </p:nvSpPr>
          <p:spPr>
            <a:xfrm>
              <a:off x="2462284" y="2106078"/>
              <a:ext cx="101923" cy="109700"/>
            </a:xfrm>
            <a:custGeom>
              <a:avLst/>
              <a:gdLst/>
              <a:ahLst/>
              <a:cxnLst/>
              <a:rect l="l" t="t" r="r" b="b"/>
              <a:pathLst>
                <a:path w="3342" h="3597" extrusionOk="0">
                  <a:moveTo>
                    <a:pt x="1766" y="320"/>
                  </a:moveTo>
                  <a:cubicBezTo>
                    <a:pt x="1786" y="320"/>
                    <a:pt x="1805" y="330"/>
                    <a:pt x="1815" y="347"/>
                  </a:cubicBezTo>
                  <a:lnTo>
                    <a:pt x="1916" y="511"/>
                  </a:lnTo>
                  <a:cubicBezTo>
                    <a:pt x="1948" y="563"/>
                    <a:pt x="1994" y="611"/>
                    <a:pt x="2050" y="640"/>
                  </a:cubicBezTo>
                  <a:lnTo>
                    <a:pt x="2489" y="895"/>
                  </a:lnTo>
                  <a:cubicBezTo>
                    <a:pt x="2545" y="928"/>
                    <a:pt x="2606" y="945"/>
                    <a:pt x="2671" y="946"/>
                  </a:cubicBezTo>
                  <a:lnTo>
                    <a:pt x="2862" y="951"/>
                  </a:lnTo>
                  <a:cubicBezTo>
                    <a:pt x="2880" y="951"/>
                    <a:pt x="2901" y="962"/>
                    <a:pt x="2909" y="979"/>
                  </a:cubicBezTo>
                  <a:lnTo>
                    <a:pt x="3003" y="1140"/>
                  </a:lnTo>
                  <a:cubicBezTo>
                    <a:pt x="3013" y="1157"/>
                    <a:pt x="3013" y="1179"/>
                    <a:pt x="3003" y="1195"/>
                  </a:cubicBezTo>
                  <a:lnTo>
                    <a:pt x="2911" y="1363"/>
                  </a:lnTo>
                  <a:cubicBezTo>
                    <a:pt x="2880" y="1419"/>
                    <a:pt x="2863" y="1480"/>
                    <a:pt x="2863" y="1543"/>
                  </a:cubicBezTo>
                  <a:lnTo>
                    <a:pt x="2863" y="2052"/>
                  </a:lnTo>
                  <a:cubicBezTo>
                    <a:pt x="2863" y="2117"/>
                    <a:pt x="2880" y="2178"/>
                    <a:pt x="2911" y="2234"/>
                  </a:cubicBezTo>
                  <a:lnTo>
                    <a:pt x="3003" y="2401"/>
                  </a:lnTo>
                  <a:cubicBezTo>
                    <a:pt x="3011" y="2418"/>
                    <a:pt x="3011" y="2440"/>
                    <a:pt x="3003" y="2457"/>
                  </a:cubicBezTo>
                  <a:lnTo>
                    <a:pt x="2909" y="2619"/>
                  </a:lnTo>
                  <a:cubicBezTo>
                    <a:pt x="2897" y="2636"/>
                    <a:pt x="2880" y="2646"/>
                    <a:pt x="2862" y="2646"/>
                  </a:cubicBezTo>
                  <a:lnTo>
                    <a:pt x="2671" y="2649"/>
                  </a:lnTo>
                  <a:cubicBezTo>
                    <a:pt x="2606" y="2653"/>
                    <a:pt x="2545" y="2670"/>
                    <a:pt x="2489" y="2702"/>
                  </a:cubicBezTo>
                  <a:lnTo>
                    <a:pt x="2050" y="2957"/>
                  </a:lnTo>
                  <a:cubicBezTo>
                    <a:pt x="1994" y="2988"/>
                    <a:pt x="1950" y="3032"/>
                    <a:pt x="1916" y="3087"/>
                  </a:cubicBezTo>
                  <a:lnTo>
                    <a:pt x="1815" y="3250"/>
                  </a:lnTo>
                  <a:cubicBezTo>
                    <a:pt x="1805" y="3267"/>
                    <a:pt x="1786" y="3277"/>
                    <a:pt x="1766" y="3277"/>
                  </a:cubicBezTo>
                  <a:lnTo>
                    <a:pt x="1579" y="3277"/>
                  </a:lnTo>
                  <a:cubicBezTo>
                    <a:pt x="1560" y="3277"/>
                    <a:pt x="1541" y="3267"/>
                    <a:pt x="1531" y="3250"/>
                  </a:cubicBezTo>
                  <a:lnTo>
                    <a:pt x="1431" y="3087"/>
                  </a:lnTo>
                  <a:cubicBezTo>
                    <a:pt x="1399" y="3032"/>
                    <a:pt x="1353" y="2986"/>
                    <a:pt x="1296" y="2957"/>
                  </a:cubicBezTo>
                  <a:lnTo>
                    <a:pt x="856" y="2702"/>
                  </a:lnTo>
                  <a:cubicBezTo>
                    <a:pt x="801" y="2670"/>
                    <a:pt x="740" y="2653"/>
                    <a:pt x="675" y="2649"/>
                  </a:cubicBezTo>
                  <a:lnTo>
                    <a:pt x="485" y="2646"/>
                  </a:lnTo>
                  <a:cubicBezTo>
                    <a:pt x="464" y="2646"/>
                    <a:pt x="446" y="2636"/>
                    <a:pt x="437" y="2619"/>
                  </a:cubicBezTo>
                  <a:lnTo>
                    <a:pt x="344" y="2457"/>
                  </a:lnTo>
                  <a:cubicBezTo>
                    <a:pt x="333" y="2440"/>
                    <a:pt x="333" y="2418"/>
                    <a:pt x="344" y="2401"/>
                  </a:cubicBezTo>
                  <a:lnTo>
                    <a:pt x="436" y="2234"/>
                  </a:lnTo>
                  <a:cubicBezTo>
                    <a:pt x="464" y="2178"/>
                    <a:pt x="481" y="2117"/>
                    <a:pt x="481" y="2052"/>
                  </a:cubicBezTo>
                  <a:lnTo>
                    <a:pt x="481" y="1543"/>
                  </a:lnTo>
                  <a:cubicBezTo>
                    <a:pt x="481" y="1480"/>
                    <a:pt x="464" y="1419"/>
                    <a:pt x="436" y="1363"/>
                  </a:cubicBezTo>
                  <a:lnTo>
                    <a:pt x="344" y="1195"/>
                  </a:lnTo>
                  <a:cubicBezTo>
                    <a:pt x="333" y="1179"/>
                    <a:pt x="333" y="1157"/>
                    <a:pt x="344" y="1140"/>
                  </a:cubicBezTo>
                  <a:lnTo>
                    <a:pt x="437" y="979"/>
                  </a:lnTo>
                  <a:cubicBezTo>
                    <a:pt x="447" y="962"/>
                    <a:pt x="464" y="951"/>
                    <a:pt x="485" y="951"/>
                  </a:cubicBezTo>
                  <a:lnTo>
                    <a:pt x="675" y="946"/>
                  </a:lnTo>
                  <a:cubicBezTo>
                    <a:pt x="740" y="945"/>
                    <a:pt x="801" y="928"/>
                    <a:pt x="856" y="895"/>
                  </a:cubicBezTo>
                  <a:lnTo>
                    <a:pt x="1296" y="640"/>
                  </a:lnTo>
                  <a:cubicBezTo>
                    <a:pt x="1353" y="608"/>
                    <a:pt x="1397" y="563"/>
                    <a:pt x="1431" y="511"/>
                  </a:cubicBezTo>
                  <a:lnTo>
                    <a:pt x="1531" y="347"/>
                  </a:lnTo>
                  <a:cubicBezTo>
                    <a:pt x="1541" y="330"/>
                    <a:pt x="1558" y="320"/>
                    <a:pt x="1579" y="320"/>
                  </a:cubicBezTo>
                  <a:close/>
                  <a:moveTo>
                    <a:pt x="1577" y="0"/>
                  </a:moveTo>
                  <a:cubicBezTo>
                    <a:pt x="1448" y="0"/>
                    <a:pt x="1324" y="70"/>
                    <a:pt x="1256" y="181"/>
                  </a:cubicBezTo>
                  <a:lnTo>
                    <a:pt x="1157" y="344"/>
                  </a:lnTo>
                  <a:cubicBezTo>
                    <a:pt x="1152" y="352"/>
                    <a:pt x="1143" y="359"/>
                    <a:pt x="1137" y="364"/>
                  </a:cubicBezTo>
                  <a:lnTo>
                    <a:pt x="698" y="620"/>
                  </a:lnTo>
                  <a:cubicBezTo>
                    <a:pt x="689" y="623"/>
                    <a:pt x="681" y="625"/>
                    <a:pt x="669" y="628"/>
                  </a:cubicBezTo>
                  <a:lnTo>
                    <a:pt x="478" y="632"/>
                  </a:lnTo>
                  <a:cubicBezTo>
                    <a:pt x="349" y="633"/>
                    <a:pt x="225" y="706"/>
                    <a:pt x="162" y="819"/>
                  </a:cubicBezTo>
                  <a:lnTo>
                    <a:pt x="66" y="980"/>
                  </a:lnTo>
                  <a:cubicBezTo>
                    <a:pt x="2" y="1093"/>
                    <a:pt x="2" y="1235"/>
                    <a:pt x="63" y="1348"/>
                  </a:cubicBezTo>
                  <a:lnTo>
                    <a:pt x="155" y="1516"/>
                  </a:lnTo>
                  <a:cubicBezTo>
                    <a:pt x="158" y="1525"/>
                    <a:pt x="162" y="1533"/>
                    <a:pt x="162" y="1543"/>
                  </a:cubicBezTo>
                  <a:lnTo>
                    <a:pt x="162" y="2052"/>
                  </a:lnTo>
                  <a:cubicBezTo>
                    <a:pt x="163" y="2064"/>
                    <a:pt x="162" y="2073"/>
                    <a:pt x="155" y="2081"/>
                  </a:cubicBezTo>
                  <a:lnTo>
                    <a:pt x="63" y="2248"/>
                  </a:lnTo>
                  <a:cubicBezTo>
                    <a:pt x="0" y="2363"/>
                    <a:pt x="2" y="2503"/>
                    <a:pt x="66" y="2617"/>
                  </a:cubicBezTo>
                  <a:lnTo>
                    <a:pt x="162" y="2779"/>
                  </a:lnTo>
                  <a:cubicBezTo>
                    <a:pt x="226" y="2891"/>
                    <a:pt x="349" y="2962"/>
                    <a:pt x="478" y="2966"/>
                  </a:cubicBezTo>
                  <a:lnTo>
                    <a:pt x="669" y="2969"/>
                  </a:lnTo>
                  <a:cubicBezTo>
                    <a:pt x="677" y="2969"/>
                    <a:pt x="689" y="2971"/>
                    <a:pt x="698" y="2978"/>
                  </a:cubicBezTo>
                  <a:lnTo>
                    <a:pt x="1137" y="3233"/>
                  </a:lnTo>
                  <a:cubicBezTo>
                    <a:pt x="1145" y="3238"/>
                    <a:pt x="1152" y="3243"/>
                    <a:pt x="1157" y="3252"/>
                  </a:cubicBezTo>
                  <a:lnTo>
                    <a:pt x="1256" y="3417"/>
                  </a:lnTo>
                  <a:cubicBezTo>
                    <a:pt x="1324" y="3527"/>
                    <a:pt x="1448" y="3597"/>
                    <a:pt x="1577" y="3597"/>
                  </a:cubicBezTo>
                  <a:lnTo>
                    <a:pt x="1764" y="3597"/>
                  </a:lnTo>
                  <a:cubicBezTo>
                    <a:pt x="1894" y="3597"/>
                    <a:pt x="2018" y="3527"/>
                    <a:pt x="2086" y="3417"/>
                  </a:cubicBezTo>
                  <a:lnTo>
                    <a:pt x="2185" y="3252"/>
                  </a:lnTo>
                  <a:cubicBezTo>
                    <a:pt x="2190" y="3243"/>
                    <a:pt x="2198" y="3238"/>
                    <a:pt x="2205" y="3233"/>
                  </a:cubicBezTo>
                  <a:lnTo>
                    <a:pt x="2644" y="2978"/>
                  </a:lnTo>
                  <a:cubicBezTo>
                    <a:pt x="2652" y="2974"/>
                    <a:pt x="2661" y="2971"/>
                    <a:pt x="2673" y="2969"/>
                  </a:cubicBezTo>
                  <a:lnTo>
                    <a:pt x="2863" y="2966"/>
                  </a:lnTo>
                  <a:cubicBezTo>
                    <a:pt x="2993" y="2962"/>
                    <a:pt x="3117" y="2891"/>
                    <a:pt x="3182" y="2779"/>
                  </a:cubicBezTo>
                  <a:lnTo>
                    <a:pt x="3275" y="2617"/>
                  </a:lnTo>
                  <a:cubicBezTo>
                    <a:pt x="3340" y="2503"/>
                    <a:pt x="3340" y="2362"/>
                    <a:pt x="3278" y="2248"/>
                  </a:cubicBezTo>
                  <a:lnTo>
                    <a:pt x="3187" y="2081"/>
                  </a:lnTo>
                  <a:cubicBezTo>
                    <a:pt x="3183" y="2073"/>
                    <a:pt x="3180" y="2064"/>
                    <a:pt x="3180" y="2052"/>
                  </a:cubicBezTo>
                  <a:lnTo>
                    <a:pt x="3180" y="1543"/>
                  </a:lnTo>
                  <a:cubicBezTo>
                    <a:pt x="3180" y="1535"/>
                    <a:pt x="3183" y="1525"/>
                    <a:pt x="3187" y="1516"/>
                  </a:cubicBezTo>
                  <a:lnTo>
                    <a:pt x="3278" y="1348"/>
                  </a:lnTo>
                  <a:cubicBezTo>
                    <a:pt x="3341" y="1234"/>
                    <a:pt x="3340" y="1093"/>
                    <a:pt x="3275" y="980"/>
                  </a:cubicBezTo>
                  <a:lnTo>
                    <a:pt x="3182" y="819"/>
                  </a:lnTo>
                  <a:cubicBezTo>
                    <a:pt x="3115" y="706"/>
                    <a:pt x="2993" y="633"/>
                    <a:pt x="2863" y="632"/>
                  </a:cubicBezTo>
                  <a:lnTo>
                    <a:pt x="2673" y="628"/>
                  </a:lnTo>
                  <a:cubicBezTo>
                    <a:pt x="2664" y="628"/>
                    <a:pt x="2652" y="625"/>
                    <a:pt x="2644" y="620"/>
                  </a:cubicBezTo>
                  <a:lnTo>
                    <a:pt x="2205" y="364"/>
                  </a:lnTo>
                  <a:cubicBezTo>
                    <a:pt x="2196" y="359"/>
                    <a:pt x="2190" y="352"/>
                    <a:pt x="2185" y="344"/>
                  </a:cubicBezTo>
                  <a:lnTo>
                    <a:pt x="2086" y="181"/>
                  </a:lnTo>
                  <a:cubicBezTo>
                    <a:pt x="2018" y="70"/>
                    <a:pt x="1894" y="0"/>
                    <a:pt x="1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8"/>
            <p:cNvSpPr/>
            <p:nvPr/>
          </p:nvSpPr>
          <p:spPr>
            <a:xfrm>
              <a:off x="2364208" y="2349103"/>
              <a:ext cx="14608" cy="9729"/>
            </a:xfrm>
            <a:custGeom>
              <a:avLst/>
              <a:gdLst/>
              <a:ahLst/>
              <a:cxnLst/>
              <a:rect l="l" t="t" r="r" b="b"/>
              <a:pathLst>
                <a:path w="479" h="319" extrusionOk="0">
                  <a:moveTo>
                    <a:pt x="159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247"/>
                    <a:pt x="72" y="318"/>
                    <a:pt x="159" y="318"/>
                  </a:cubicBezTo>
                  <a:lnTo>
                    <a:pt x="319" y="318"/>
                  </a:lnTo>
                  <a:cubicBezTo>
                    <a:pt x="405" y="318"/>
                    <a:pt x="479" y="247"/>
                    <a:pt x="479" y="160"/>
                  </a:cubicBezTo>
                  <a:cubicBezTo>
                    <a:pt x="479" y="72"/>
                    <a:pt x="405" y="0"/>
                    <a:pt x="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8"/>
            <p:cNvSpPr/>
            <p:nvPr/>
          </p:nvSpPr>
          <p:spPr>
            <a:xfrm>
              <a:off x="2383451" y="2349103"/>
              <a:ext cx="41965" cy="9729"/>
            </a:xfrm>
            <a:custGeom>
              <a:avLst/>
              <a:gdLst/>
              <a:ahLst/>
              <a:cxnLst/>
              <a:rect l="l" t="t" r="r" b="b"/>
              <a:pathLst>
                <a:path w="1376" h="319" extrusionOk="0">
                  <a:moveTo>
                    <a:pt x="161" y="0"/>
                  </a:moveTo>
                  <a:cubicBezTo>
                    <a:pt x="72" y="0"/>
                    <a:pt x="1" y="72"/>
                    <a:pt x="1" y="160"/>
                  </a:cubicBezTo>
                  <a:cubicBezTo>
                    <a:pt x="1" y="247"/>
                    <a:pt x="72" y="318"/>
                    <a:pt x="161" y="318"/>
                  </a:cubicBezTo>
                  <a:lnTo>
                    <a:pt x="1217" y="318"/>
                  </a:lnTo>
                  <a:cubicBezTo>
                    <a:pt x="1304" y="318"/>
                    <a:pt x="1375" y="247"/>
                    <a:pt x="1375" y="160"/>
                  </a:cubicBezTo>
                  <a:cubicBezTo>
                    <a:pt x="1375" y="72"/>
                    <a:pt x="1304" y="0"/>
                    <a:pt x="1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8"/>
            <p:cNvSpPr/>
            <p:nvPr/>
          </p:nvSpPr>
          <p:spPr>
            <a:xfrm>
              <a:off x="2364208" y="2368803"/>
              <a:ext cx="14608" cy="9729"/>
            </a:xfrm>
            <a:custGeom>
              <a:avLst/>
              <a:gdLst/>
              <a:ahLst/>
              <a:cxnLst/>
              <a:rect l="l" t="t" r="r" b="b"/>
              <a:pathLst>
                <a:path w="479" h="319" extrusionOk="0">
                  <a:moveTo>
                    <a:pt x="159" y="1"/>
                  </a:moveTo>
                  <a:cubicBezTo>
                    <a:pt x="72" y="1"/>
                    <a:pt x="0" y="72"/>
                    <a:pt x="0" y="159"/>
                  </a:cubicBezTo>
                  <a:cubicBezTo>
                    <a:pt x="0" y="248"/>
                    <a:pt x="72" y="319"/>
                    <a:pt x="159" y="319"/>
                  </a:cubicBezTo>
                  <a:lnTo>
                    <a:pt x="319" y="319"/>
                  </a:lnTo>
                  <a:cubicBezTo>
                    <a:pt x="405" y="319"/>
                    <a:pt x="479" y="248"/>
                    <a:pt x="479" y="159"/>
                  </a:cubicBezTo>
                  <a:cubicBezTo>
                    <a:pt x="479" y="72"/>
                    <a:pt x="405" y="1"/>
                    <a:pt x="3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8"/>
            <p:cNvSpPr/>
            <p:nvPr/>
          </p:nvSpPr>
          <p:spPr>
            <a:xfrm>
              <a:off x="2383451" y="2368803"/>
              <a:ext cx="41965" cy="9729"/>
            </a:xfrm>
            <a:custGeom>
              <a:avLst/>
              <a:gdLst/>
              <a:ahLst/>
              <a:cxnLst/>
              <a:rect l="l" t="t" r="r" b="b"/>
              <a:pathLst>
                <a:path w="1376" h="319" extrusionOk="0">
                  <a:moveTo>
                    <a:pt x="161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8"/>
                    <a:pt x="72" y="319"/>
                    <a:pt x="161" y="319"/>
                  </a:cubicBezTo>
                  <a:lnTo>
                    <a:pt x="1217" y="319"/>
                  </a:lnTo>
                  <a:cubicBezTo>
                    <a:pt x="1304" y="319"/>
                    <a:pt x="1375" y="248"/>
                    <a:pt x="1375" y="159"/>
                  </a:cubicBezTo>
                  <a:cubicBezTo>
                    <a:pt x="1375" y="72"/>
                    <a:pt x="1304" y="1"/>
                    <a:pt x="1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8"/>
            <p:cNvSpPr/>
            <p:nvPr/>
          </p:nvSpPr>
          <p:spPr>
            <a:xfrm>
              <a:off x="2364208" y="2388534"/>
              <a:ext cx="14608" cy="9729"/>
            </a:xfrm>
            <a:custGeom>
              <a:avLst/>
              <a:gdLst/>
              <a:ahLst/>
              <a:cxnLst/>
              <a:rect l="l" t="t" r="r" b="b"/>
              <a:pathLst>
                <a:path w="479" h="319" extrusionOk="0">
                  <a:moveTo>
                    <a:pt x="159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247"/>
                    <a:pt x="72" y="319"/>
                    <a:pt x="159" y="319"/>
                  </a:cubicBezTo>
                  <a:lnTo>
                    <a:pt x="319" y="319"/>
                  </a:lnTo>
                  <a:cubicBezTo>
                    <a:pt x="405" y="319"/>
                    <a:pt x="479" y="247"/>
                    <a:pt x="479" y="160"/>
                  </a:cubicBezTo>
                  <a:cubicBezTo>
                    <a:pt x="479" y="72"/>
                    <a:pt x="405" y="0"/>
                    <a:pt x="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8"/>
            <p:cNvSpPr/>
            <p:nvPr/>
          </p:nvSpPr>
          <p:spPr>
            <a:xfrm>
              <a:off x="2383451" y="2388534"/>
              <a:ext cx="41965" cy="9729"/>
            </a:xfrm>
            <a:custGeom>
              <a:avLst/>
              <a:gdLst/>
              <a:ahLst/>
              <a:cxnLst/>
              <a:rect l="l" t="t" r="r" b="b"/>
              <a:pathLst>
                <a:path w="1376" h="319" extrusionOk="0">
                  <a:moveTo>
                    <a:pt x="161" y="0"/>
                  </a:moveTo>
                  <a:cubicBezTo>
                    <a:pt x="72" y="0"/>
                    <a:pt x="1" y="72"/>
                    <a:pt x="1" y="160"/>
                  </a:cubicBezTo>
                  <a:cubicBezTo>
                    <a:pt x="1" y="247"/>
                    <a:pt x="72" y="319"/>
                    <a:pt x="161" y="319"/>
                  </a:cubicBezTo>
                  <a:lnTo>
                    <a:pt x="1217" y="319"/>
                  </a:lnTo>
                  <a:cubicBezTo>
                    <a:pt x="1304" y="319"/>
                    <a:pt x="1375" y="247"/>
                    <a:pt x="1375" y="160"/>
                  </a:cubicBezTo>
                  <a:cubicBezTo>
                    <a:pt x="1375" y="72"/>
                    <a:pt x="1304" y="0"/>
                    <a:pt x="1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8"/>
            <p:cNvSpPr/>
            <p:nvPr/>
          </p:nvSpPr>
          <p:spPr>
            <a:xfrm>
              <a:off x="2364208" y="2408235"/>
              <a:ext cx="14608" cy="9759"/>
            </a:xfrm>
            <a:custGeom>
              <a:avLst/>
              <a:gdLst/>
              <a:ahLst/>
              <a:cxnLst/>
              <a:rect l="l" t="t" r="r" b="b"/>
              <a:pathLst>
                <a:path w="479" h="320" extrusionOk="0">
                  <a:moveTo>
                    <a:pt x="159" y="1"/>
                  </a:moveTo>
                  <a:cubicBezTo>
                    <a:pt x="72" y="1"/>
                    <a:pt x="0" y="72"/>
                    <a:pt x="0" y="161"/>
                  </a:cubicBezTo>
                  <a:cubicBezTo>
                    <a:pt x="0" y="248"/>
                    <a:pt x="72" y="319"/>
                    <a:pt x="159" y="319"/>
                  </a:cubicBezTo>
                  <a:lnTo>
                    <a:pt x="319" y="319"/>
                  </a:lnTo>
                  <a:cubicBezTo>
                    <a:pt x="405" y="319"/>
                    <a:pt x="479" y="248"/>
                    <a:pt x="479" y="161"/>
                  </a:cubicBezTo>
                  <a:cubicBezTo>
                    <a:pt x="479" y="72"/>
                    <a:pt x="405" y="1"/>
                    <a:pt x="3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8"/>
            <p:cNvSpPr/>
            <p:nvPr/>
          </p:nvSpPr>
          <p:spPr>
            <a:xfrm>
              <a:off x="2383451" y="2408235"/>
              <a:ext cx="41965" cy="9759"/>
            </a:xfrm>
            <a:custGeom>
              <a:avLst/>
              <a:gdLst/>
              <a:ahLst/>
              <a:cxnLst/>
              <a:rect l="l" t="t" r="r" b="b"/>
              <a:pathLst>
                <a:path w="1376" h="320" extrusionOk="0">
                  <a:moveTo>
                    <a:pt x="161" y="1"/>
                  </a:moveTo>
                  <a:cubicBezTo>
                    <a:pt x="72" y="1"/>
                    <a:pt x="1" y="72"/>
                    <a:pt x="1" y="161"/>
                  </a:cubicBezTo>
                  <a:cubicBezTo>
                    <a:pt x="1" y="248"/>
                    <a:pt x="72" y="319"/>
                    <a:pt x="161" y="319"/>
                  </a:cubicBezTo>
                  <a:lnTo>
                    <a:pt x="1217" y="319"/>
                  </a:lnTo>
                  <a:cubicBezTo>
                    <a:pt x="1304" y="319"/>
                    <a:pt x="1375" y="248"/>
                    <a:pt x="1375" y="161"/>
                  </a:cubicBezTo>
                  <a:cubicBezTo>
                    <a:pt x="1375" y="72"/>
                    <a:pt x="1304" y="1"/>
                    <a:pt x="1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8"/>
            <p:cNvSpPr/>
            <p:nvPr/>
          </p:nvSpPr>
          <p:spPr>
            <a:xfrm>
              <a:off x="2383299" y="2312843"/>
              <a:ext cx="23056" cy="9759"/>
            </a:xfrm>
            <a:custGeom>
              <a:avLst/>
              <a:gdLst/>
              <a:ahLst/>
              <a:cxnLst/>
              <a:rect l="l" t="t" r="r" b="b"/>
              <a:pathLst>
                <a:path w="756" h="320" extrusionOk="0">
                  <a:moveTo>
                    <a:pt x="161" y="0"/>
                  </a:moveTo>
                  <a:cubicBezTo>
                    <a:pt x="74" y="0"/>
                    <a:pt x="1" y="73"/>
                    <a:pt x="1" y="160"/>
                  </a:cubicBezTo>
                  <a:cubicBezTo>
                    <a:pt x="1" y="247"/>
                    <a:pt x="74" y="320"/>
                    <a:pt x="161" y="320"/>
                  </a:cubicBezTo>
                  <a:lnTo>
                    <a:pt x="596" y="320"/>
                  </a:lnTo>
                  <a:cubicBezTo>
                    <a:pt x="685" y="320"/>
                    <a:pt x="756" y="247"/>
                    <a:pt x="756" y="160"/>
                  </a:cubicBezTo>
                  <a:cubicBezTo>
                    <a:pt x="756" y="73"/>
                    <a:pt x="685" y="0"/>
                    <a:pt x="5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8"/>
            <p:cNvSpPr/>
            <p:nvPr/>
          </p:nvSpPr>
          <p:spPr>
            <a:xfrm>
              <a:off x="2465547" y="2296801"/>
              <a:ext cx="95396" cy="141417"/>
            </a:xfrm>
            <a:custGeom>
              <a:avLst/>
              <a:gdLst/>
              <a:ahLst/>
              <a:cxnLst/>
              <a:rect l="l" t="t" r="r" b="b"/>
              <a:pathLst>
                <a:path w="3128" h="4637" extrusionOk="0">
                  <a:moveTo>
                    <a:pt x="2806" y="320"/>
                  </a:moveTo>
                  <a:lnTo>
                    <a:pt x="2806" y="1052"/>
                  </a:lnTo>
                  <a:lnTo>
                    <a:pt x="318" y="1052"/>
                  </a:lnTo>
                  <a:lnTo>
                    <a:pt x="318" y="320"/>
                  </a:lnTo>
                  <a:close/>
                  <a:moveTo>
                    <a:pt x="160" y="0"/>
                  </a:moveTo>
                  <a:cubicBezTo>
                    <a:pt x="73" y="0"/>
                    <a:pt x="0" y="74"/>
                    <a:pt x="0" y="160"/>
                  </a:cubicBezTo>
                  <a:lnTo>
                    <a:pt x="0" y="4478"/>
                  </a:lnTo>
                  <a:cubicBezTo>
                    <a:pt x="0" y="4565"/>
                    <a:pt x="73" y="4637"/>
                    <a:pt x="160" y="4637"/>
                  </a:cubicBezTo>
                  <a:lnTo>
                    <a:pt x="1463" y="4637"/>
                  </a:lnTo>
                  <a:cubicBezTo>
                    <a:pt x="1552" y="4637"/>
                    <a:pt x="1623" y="4565"/>
                    <a:pt x="1623" y="4478"/>
                  </a:cubicBezTo>
                  <a:cubicBezTo>
                    <a:pt x="1623" y="4390"/>
                    <a:pt x="1552" y="4318"/>
                    <a:pt x="1463" y="4318"/>
                  </a:cubicBezTo>
                  <a:lnTo>
                    <a:pt x="320" y="4318"/>
                  </a:lnTo>
                  <a:lnTo>
                    <a:pt x="320" y="1370"/>
                  </a:lnTo>
                  <a:lnTo>
                    <a:pt x="2807" y="1370"/>
                  </a:lnTo>
                  <a:lnTo>
                    <a:pt x="2807" y="4318"/>
                  </a:lnTo>
                  <a:lnTo>
                    <a:pt x="2100" y="4318"/>
                  </a:lnTo>
                  <a:cubicBezTo>
                    <a:pt x="2013" y="4318"/>
                    <a:pt x="1940" y="4390"/>
                    <a:pt x="1940" y="4478"/>
                  </a:cubicBezTo>
                  <a:cubicBezTo>
                    <a:pt x="1940" y="4565"/>
                    <a:pt x="2013" y="4637"/>
                    <a:pt x="2100" y="4637"/>
                  </a:cubicBezTo>
                  <a:lnTo>
                    <a:pt x="2967" y="4637"/>
                  </a:lnTo>
                  <a:cubicBezTo>
                    <a:pt x="3054" y="4637"/>
                    <a:pt x="3127" y="4565"/>
                    <a:pt x="3127" y="4478"/>
                  </a:cubicBezTo>
                  <a:lnTo>
                    <a:pt x="3127" y="160"/>
                  </a:lnTo>
                  <a:cubicBezTo>
                    <a:pt x="3127" y="74"/>
                    <a:pt x="3054" y="0"/>
                    <a:pt x="2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8"/>
            <p:cNvSpPr/>
            <p:nvPr/>
          </p:nvSpPr>
          <p:spPr>
            <a:xfrm>
              <a:off x="2482564" y="2349103"/>
              <a:ext cx="14608" cy="9729"/>
            </a:xfrm>
            <a:custGeom>
              <a:avLst/>
              <a:gdLst/>
              <a:ahLst/>
              <a:cxnLst/>
              <a:rect l="l" t="t" r="r" b="b"/>
              <a:pathLst>
                <a:path w="479" h="319" extrusionOk="0">
                  <a:moveTo>
                    <a:pt x="160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247"/>
                    <a:pt x="72" y="318"/>
                    <a:pt x="160" y="318"/>
                  </a:cubicBezTo>
                  <a:lnTo>
                    <a:pt x="318" y="318"/>
                  </a:lnTo>
                  <a:cubicBezTo>
                    <a:pt x="407" y="318"/>
                    <a:pt x="478" y="247"/>
                    <a:pt x="478" y="160"/>
                  </a:cubicBezTo>
                  <a:cubicBezTo>
                    <a:pt x="478" y="70"/>
                    <a:pt x="409" y="0"/>
                    <a:pt x="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8"/>
            <p:cNvSpPr/>
            <p:nvPr/>
          </p:nvSpPr>
          <p:spPr>
            <a:xfrm>
              <a:off x="2501807" y="2349103"/>
              <a:ext cx="41995" cy="9729"/>
            </a:xfrm>
            <a:custGeom>
              <a:avLst/>
              <a:gdLst/>
              <a:ahLst/>
              <a:cxnLst/>
              <a:rect l="l" t="t" r="r" b="b"/>
              <a:pathLst>
                <a:path w="1377" h="319" extrusionOk="0">
                  <a:moveTo>
                    <a:pt x="160" y="0"/>
                  </a:moveTo>
                  <a:cubicBezTo>
                    <a:pt x="74" y="0"/>
                    <a:pt x="0" y="72"/>
                    <a:pt x="0" y="160"/>
                  </a:cubicBezTo>
                  <a:cubicBezTo>
                    <a:pt x="0" y="247"/>
                    <a:pt x="74" y="318"/>
                    <a:pt x="160" y="318"/>
                  </a:cubicBezTo>
                  <a:lnTo>
                    <a:pt x="1217" y="318"/>
                  </a:lnTo>
                  <a:cubicBezTo>
                    <a:pt x="1304" y="318"/>
                    <a:pt x="1377" y="247"/>
                    <a:pt x="1377" y="160"/>
                  </a:cubicBezTo>
                  <a:cubicBezTo>
                    <a:pt x="1377" y="72"/>
                    <a:pt x="1304" y="0"/>
                    <a:pt x="1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8"/>
            <p:cNvSpPr/>
            <p:nvPr/>
          </p:nvSpPr>
          <p:spPr>
            <a:xfrm>
              <a:off x="2482564" y="2368803"/>
              <a:ext cx="14608" cy="9729"/>
            </a:xfrm>
            <a:custGeom>
              <a:avLst/>
              <a:gdLst/>
              <a:ahLst/>
              <a:cxnLst/>
              <a:rect l="l" t="t" r="r" b="b"/>
              <a:pathLst>
                <a:path w="479" h="319" extrusionOk="0">
                  <a:moveTo>
                    <a:pt x="160" y="1"/>
                  </a:moveTo>
                  <a:cubicBezTo>
                    <a:pt x="72" y="1"/>
                    <a:pt x="0" y="72"/>
                    <a:pt x="0" y="159"/>
                  </a:cubicBezTo>
                  <a:cubicBezTo>
                    <a:pt x="0" y="248"/>
                    <a:pt x="72" y="319"/>
                    <a:pt x="160" y="319"/>
                  </a:cubicBezTo>
                  <a:lnTo>
                    <a:pt x="318" y="319"/>
                  </a:lnTo>
                  <a:cubicBezTo>
                    <a:pt x="407" y="319"/>
                    <a:pt x="478" y="248"/>
                    <a:pt x="478" y="159"/>
                  </a:cubicBezTo>
                  <a:cubicBezTo>
                    <a:pt x="478" y="71"/>
                    <a:pt x="409" y="1"/>
                    <a:pt x="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8"/>
            <p:cNvSpPr/>
            <p:nvPr/>
          </p:nvSpPr>
          <p:spPr>
            <a:xfrm>
              <a:off x="2501807" y="2368803"/>
              <a:ext cx="41995" cy="9729"/>
            </a:xfrm>
            <a:custGeom>
              <a:avLst/>
              <a:gdLst/>
              <a:ahLst/>
              <a:cxnLst/>
              <a:rect l="l" t="t" r="r" b="b"/>
              <a:pathLst>
                <a:path w="1377" h="319" extrusionOk="0">
                  <a:moveTo>
                    <a:pt x="160" y="1"/>
                  </a:moveTo>
                  <a:cubicBezTo>
                    <a:pt x="74" y="1"/>
                    <a:pt x="0" y="72"/>
                    <a:pt x="0" y="159"/>
                  </a:cubicBezTo>
                  <a:cubicBezTo>
                    <a:pt x="0" y="248"/>
                    <a:pt x="74" y="319"/>
                    <a:pt x="160" y="319"/>
                  </a:cubicBezTo>
                  <a:lnTo>
                    <a:pt x="1217" y="319"/>
                  </a:lnTo>
                  <a:cubicBezTo>
                    <a:pt x="1304" y="319"/>
                    <a:pt x="1377" y="248"/>
                    <a:pt x="1377" y="159"/>
                  </a:cubicBezTo>
                  <a:cubicBezTo>
                    <a:pt x="1377" y="72"/>
                    <a:pt x="1304" y="1"/>
                    <a:pt x="1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8"/>
            <p:cNvSpPr/>
            <p:nvPr/>
          </p:nvSpPr>
          <p:spPr>
            <a:xfrm>
              <a:off x="2482564" y="2388534"/>
              <a:ext cx="14608" cy="9729"/>
            </a:xfrm>
            <a:custGeom>
              <a:avLst/>
              <a:gdLst/>
              <a:ahLst/>
              <a:cxnLst/>
              <a:rect l="l" t="t" r="r" b="b"/>
              <a:pathLst>
                <a:path w="479" h="319" extrusionOk="0">
                  <a:moveTo>
                    <a:pt x="160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247"/>
                    <a:pt x="72" y="319"/>
                    <a:pt x="160" y="319"/>
                  </a:cubicBezTo>
                  <a:lnTo>
                    <a:pt x="318" y="319"/>
                  </a:lnTo>
                  <a:cubicBezTo>
                    <a:pt x="407" y="319"/>
                    <a:pt x="478" y="247"/>
                    <a:pt x="478" y="160"/>
                  </a:cubicBezTo>
                  <a:cubicBezTo>
                    <a:pt x="478" y="72"/>
                    <a:pt x="409" y="0"/>
                    <a:pt x="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8"/>
            <p:cNvSpPr/>
            <p:nvPr/>
          </p:nvSpPr>
          <p:spPr>
            <a:xfrm>
              <a:off x="2501807" y="2388534"/>
              <a:ext cx="41995" cy="9729"/>
            </a:xfrm>
            <a:custGeom>
              <a:avLst/>
              <a:gdLst/>
              <a:ahLst/>
              <a:cxnLst/>
              <a:rect l="l" t="t" r="r" b="b"/>
              <a:pathLst>
                <a:path w="1377" h="319" extrusionOk="0">
                  <a:moveTo>
                    <a:pt x="160" y="0"/>
                  </a:moveTo>
                  <a:cubicBezTo>
                    <a:pt x="74" y="0"/>
                    <a:pt x="0" y="72"/>
                    <a:pt x="0" y="160"/>
                  </a:cubicBezTo>
                  <a:cubicBezTo>
                    <a:pt x="0" y="247"/>
                    <a:pt x="74" y="319"/>
                    <a:pt x="160" y="319"/>
                  </a:cubicBezTo>
                  <a:lnTo>
                    <a:pt x="1217" y="319"/>
                  </a:lnTo>
                  <a:cubicBezTo>
                    <a:pt x="1304" y="319"/>
                    <a:pt x="1377" y="247"/>
                    <a:pt x="1377" y="160"/>
                  </a:cubicBezTo>
                  <a:cubicBezTo>
                    <a:pt x="1377" y="72"/>
                    <a:pt x="1304" y="0"/>
                    <a:pt x="1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8"/>
            <p:cNvSpPr/>
            <p:nvPr/>
          </p:nvSpPr>
          <p:spPr>
            <a:xfrm>
              <a:off x="2482564" y="2408235"/>
              <a:ext cx="14608" cy="9759"/>
            </a:xfrm>
            <a:custGeom>
              <a:avLst/>
              <a:gdLst/>
              <a:ahLst/>
              <a:cxnLst/>
              <a:rect l="l" t="t" r="r" b="b"/>
              <a:pathLst>
                <a:path w="479" h="320" extrusionOk="0">
                  <a:moveTo>
                    <a:pt x="160" y="1"/>
                  </a:moveTo>
                  <a:cubicBezTo>
                    <a:pt x="72" y="1"/>
                    <a:pt x="0" y="72"/>
                    <a:pt x="0" y="161"/>
                  </a:cubicBezTo>
                  <a:cubicBezTo>
                    <a:pt x="0" y="248"/>
                    <a:pt x="72" y="319"/>
                    <a:pt x="160" y="319"/>
                  </a:cubicBezTo>
                  <a:lnTo>
                    <a:pt x="318" y="319"/>
                  </a:lnTo>
                  <a:cubicBezTo>
                    <a:pt x="407" y="319"/>
                    <a:pt x="478" y="248"/>
                    <a:pt x="478" y="161"/>
                  </a:cubicBezTo>
                  <a:cubicBezTo>
                    <a:pt x="478" y="72"/>
                    <a:pt x="409" y="1"/>
                    <a:pt x="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8"/>
            <p:cNvSpPr/>
            <p:nvPr/>
          </p:nvSpPr>
          <p:spPr>
            <a:xfrm>
              <a:off x="2501807" y="2408235"/>
              <a:ext cx="41995" cy="9759"/>
            </a:xfrm>
            <a:custGeom>
              <a:avLst/>
              <a:gdLst/>
              <a:ahLst/>
              <a:cxnLst/>
              <a:rect l="l" t="t" r="r" b="b"/>
              <a:pathLst>
                <a:path w="1377" h="320" extrusionOk="0">
                  <a:moveTo>
                    <a:pt x="160" y="1"/>
                  </a:moveTo>
                  <a:cubicBezTo>
                    <a:pt x="74" y="1"/>
                    <a:pt x="0" y="72"/>
                    <a:pt x="0" y="161"/>
                  </a:cubicBezTo>
                  <a:cubicBezTo>
                    <a:pt x="0" y="248"/>
                    <a:pt x="74" y="319"/>
                    <a:pt x="160" y="319"/>
                  </a:cubicBezTo>
                  <a:lnTo>
                    <a:pt x="1217" y="319"/>
                  </a:lnTo>
                  <a:cubicBezTo>
                    <a:pt x="1304" y="319"/>
                    <a:pt x="1377" y="248"/>
                    <a:pt x="1377" y="161"/>
                  </a:cubicBezTo>
                  <a:cubicBezTo>
                    <a:pt x="1377" y="72"/>
                    <a:pt x="1304" y="1"/>
                    <a:pt x="1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8"/>
            <p:cNvSpPr/>
            <p:nvPr/>
          </p:nvSpPr>
          <p:spPr>
            <a:xfrm>
              <a:off x="2501716" y="2312843"/>
              <a:ext cx="22995" cy="9759"/>
            </a:xfrm>
            <a:custGeom>
              <a:avLst/>
              <a:gdLst/>
              <a:ahLst/>
              <a:cxnLst/>
              <a:rect l="l" t="t" r="r" b="b"/>
              <a:pathLst>
                <a:path w="754" h="320" extrusionOk="0">
                  <a:moveTo>
                    <a:pt x="158" y="0"/>
                  </a:moveTo>
                  <a:cubicBezTo>
                    <a:pt x="71" y="0"/>
                    <a:pt x="0" y="73"/>
                    <a:pt x="0" y="160"/>
                  </a:cubicBezTo>
                  <a:cubicBezTo>
                    <a:pt x="0" y="247"/>
                    <a:pt x="71" y="320"/>
                    <a:pt x="158" y="320"/>
                  </a:cubicBezTo>
                  <a:lnTo>
                    <a:pt x="596" y="320"/>
                  </a:lnTo>
                  <a:cubicBezTo>
                    <a:pt x="682" y="320"/>
                    <a:pt x="754" y="247"/>
                    <a:pt x="754" y="160"/>
                  </a:cubicBezTo>
                  <a:cubicBezTo>
                    <a:pt x="754" y="73"/>
                    <a:pt x="682" y="0"/>
                    <a:pt x="5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8"/>
            <p:cNvSpPr/>
            <p:nvPr/>
          </p:nvSpPr>
          <p:spPr>
            <a:xfrm>
              <a:off x="2583842" y="2296801"/>
              <a:ext cx="95396" cy="141417"/>
            </a:xfrm>
            <a:custGeom>
              <a:avLst/>
              <a:gdLst/>
              <a:ahLst/>
              <a:cxnLst/>
              <a:rect l="l" t="t" r="r" b="b"/>
              <a:pathLst>
                <a:path w="3128" h="4637" extrusionOk="0">
                  <a:moveTo>
                    <a:pt x="2807" y="320"/>
                  </a:moveTo>
                  <a:lnTo>
                    <a:pt x="2807" y="1052"/>
                  </a:lnTo>
                  <a:lnTo>
                    <a:pt x="320" y="1052"/>
                  </a:lnTo>
                  <a:lnTo>
                    <a:pt x="320" y="320"/>
                  </a:lnTo>
                  <a:close/>
                  <a:moveTo>
                    <a:pt x="160" y="0"/>
                  </a:moveTo>
                  <a:cubicBezTo>
                    <a:pt x="73" y="0"/>
                    <a:pt x="0" y="74"/>
                    <a:pt x="0" y="160"/>
                  </a:cubicBezTo>
                  <a:lnTo>
                    <a:pt x="0" y="4478"/>
                  </a:lnTo>
                  <a:cubicBezTo>
                    <a:pt x="0" y="4565"/>
                    <a:pt x="73" y="4637"/>
                    <a:pt x="160" y="4637"/>
                  </a:cubicBezTo>
                  <a:lnTo>
                    <a:pt x="2967" y="4637"/>
                  </a:lnTo>
                  <a:cubicBezTo>
                    <a:pt x="3054" y="4637"/>
                    <a:pt x="3127" y="4565"/>
                    <a:pt x="3127" y="4478"/>
                  </a:cubicBezTo>
                  <a:lnTo>
                    <a:pt x="3127" y="2540"/>
                  </a:lnTo>
                  <a:cubicBezTo>
                    <a:pt x="3127" y="2454"/>
                    <a:pt x="3054" y="2381"/>
                    <a:pt x="2967" y="2381"/>
                  </a:cubicBezTo>
                  <a:cubicBezTo>
                    <a:pt x="2881" y="2381"/>
                    <a:pt x="2807" y="2454"/>
                    <a:pt x="2807" y="2540"/>
                  </a:cubicBezTo>
                  <a:lnTo>
                    <a:pt x="2807" y="4318"/>
                  </a:lnTo>
                  <a:lnTo>
                    <a:pt x="320" y="4318"/>
                  </a:lnTo>
                  <a:lnTo>
                    <a:pt x="320" y="1370"/>
                  </a:lnTo>
                  <a:lnTo>
                    <a:pt x="2807" y="1370"/>
                  </a:lnTo>
                  <a:lnTo>
                    <a:pt x="2807" y="1902"/>
                  </a:lnTo>
                  <a:cubicBezTo>
                    <a:pt x="2807" y="1989"/>
                    <a:pt x="2881" y="2062"/>
                    <a:pt x="2967" y="2062"/>
                  </a:cubicBezTo>
                  <a:cubicBezTo>
                    <a:pt x="3054" y="2062"/>
                    <a:pt x="3127" y="1989"/>
                    <a:pt x="3127" y="1902"/>
                  </a:cubicBezTo>
                  <a:lnTo>
                    <a:pt x="3127" y="160"/>
                  </a:lnTo>
                  <a:cubicBezTo>
                    <a:pt x="3127" y="74"/>
                    <a:pt x="3058" y="0"/>
                    <a:pt x="2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8"/>
            <p:cNvSpPr/>
            <p:nvPr/>
          </p:nvSpPr>
          <p:spPr>
            <a:xfrm>
              <a:off x="2600890" y="2349103"/>
              <a:ext cx="14639" cy="9729"/>
            </a:xfrm>
            <a:custGeom>
              <a:avLst/>
              <a:gdLst/>
              <a:ahLst/>
              <a:cxnLst/>
              <a:rect l="l" t="t" r="r" b="b"/>
              <a:pathLst>
                <a:path w="480" h="319" extrusionOk="0">
                  <a:moveTo>
                    <a:pt x="161" y="0"/>
                  </a:moveTo>
                  <a:cubicBezTo>
                    <a:pt x="74" y="0"/>
                    <a:pt x="1" y="72"/>
                    <a:pt x="1" y="160"/>
                  </a:cubicBezTo>
                  <a:cubicBezTo>
                    <a:pt x="1" y="247"/>
                    <a:pt x="74" y="318"/>
                    <a:pt x="161" y="318"/>
                  </a:cubicBezTo>
                  <a:lnTo>
                    <a:pt x="321" y="318"/>
                  </a:lnTo>
                  <a:cubicBezTo>
                    <a:pt x="408" y="318"/>
                    <a:pt x="479" y="247"/>
                    <a:pt x="479" y="160"/>
                  </a:cubicBezTo>
                  <a:cubicBezTo>
                    <a:pt x="479" y="70"/>
                    <a:pt x="409" y="0"/>
                    <a:pt x="3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8"/>
            <p:cNvSpPr/>
            <p:nvPr/>
          </p:nvSpPr>
          <p:spPr>
            <a:xfrm>
              <a:off x="2620255" y="2349103"/>
              <a:ext cx="41965" cy="9729"/>
            </a:xfrm>
            <a:custGeom>
              <a:avLst/>
              <a:gdLst/>
              <a:ahLst/>
              <a:cxnLst/>
              <a:rect l="l" t="t" r="r" b="b"/>
              <a:pathLst>
                <a:path w="1376" h="319" extrusionOk="0">
                  <a:moveTo>
                    <a:pt x="159" y="0"/>
                  </a:moveTo>
                  <a:cubicBezTo>
                    <a:pt x="72" y="0"/>
                    <a:pt x="1" y="72"/>
                    <a:pt x="1" y="160"/>
                  </a:cubicBezTo>
                  <a:cubicBezTo>
                    <a:pt x="1" y="247"/>
                    <a:pt x="72" y="318"/>
                    <a:pt x="159" y="318"/>
                  </a:cubicBezTo>
                  <a:lnTo>
                    <a:pt x="1217" y="318"/>
                  </a:lnTo>
                  <a:cubicBezTo>
                    <a:pt x="1304" y="318"/>
                    <a:pt x="1375" y="247"/>
                    <a:pt x="1375" y="160"/>
                  </a:cubicBezTo>
                  <a:cubicBezTo>
                    <a:pt x="1375" y="70"/>
                    <a:pt x="1304" y="0"/>
                    <a:pt x="1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8"/>
            <p:cNvSpPr/>
            <p:nvPr/>
          </p:nvSpPr>
          <p:spPr>
            <a:xfrm>
              <a:off x="2600890" y="2368803"/>
              <a:ext cx="14639" cy="9729"/>
            </a:xfrm>
            <a:custGeom>
              <a:avLst/>
              <a:gdLst/>
              <a:ahLst/>
              <a:cxnLst/>
              <a:rect l="l" t="t" r="r" b="b"/>
              <a:pathLst>
                <a:path w="480" h="319" extrusionOk="0">
                  <a:moveTo>
                    <a:pt x="161" y="1"/>
                  </a:moveTo>
                  <a:cubicBezTo>
                    <a:pt x="74" y="1"/>
                    <a:pt x="1" y="72"/>
                    <a:pt x="1" y="159"/>
                  </a:cubicBezTo>
                  <a:cubicBezTo>
                    <a:pt x="1" y="248"/>
                    <a:pt x="74" y="319"/>
                    <a:pt x="161" y="319"/>
                  </a:cubicBezTo>
                  <a:lnTo>
                    <a:pt x="321" y="319"/>
                  </a:lnTo>
                  <a:cubicBezTo>
                    <a:pt x="408" y="319"/>
                    <a:pt x="479" y="248"/>
                    <a:pt x="479" y="159"/>
                  </a:cubicBezTo>
                  <a:cubicBezTo>
                    <a:pt x="479" y="71"/>
                    <a:pt x="409" y="1"/>
                    <a:pt x="3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8"/>
            <p:cNvSpPr/>
            <p:nvPr/>
          </p:nvSpPr>
          <p:spPr>
            <a:xfrm>
              <a:off x="2620255" y="2368803"/>
              <a:ext cx="41965" cy="9729"/>
            </a:xfrm>
            <a:custGeom>
              <a:avLst/>
              <a:gdLst/>
              <a:ahLst/>
              <a:cxnLst/>
              <a:rect l="l" t="t" r="r" b="b"/>
              <a:pathLst>
                <a:path w="1376" h="319" extrusionOk="0">
                  <a:moveTo>
                    <a:pt x="159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8"/>
                    <a:pt x="72" y="319"/>
                    <a:pt x="159" y="319"/>
                  </a:cubicBezTo>
                  <a:lnTo>
                    <a:pt x="1217" y="319"/>
                  </a:lnTo>
                  <a:cubicBezTo>
                    <a:pt x="1304" y="319"/>
                    <a:pt x="1375" y="248"/>
                    <a:pt x="1375" y="159"/>
                  </a:cubicBezTo>
                  <a:cubicBezTo>
                    <a:pt x="1375" y="71"/>
                    <a:pt x="1304" y="1"/>
                    <a:pt x="1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8"/>
            <p:cNvSpPr/>
            <p:nvPr/>
          </p:nvSpPr>
          <p:spPr>
            <a:xfrm>
              <a:off x="2600890" y="2388534"/>
              <a:ext cx="14639" cy="9729"/>
            </a:xfrm>
            <a:custGeom>
              <a:avLst/>
              <a:gdLst/>
              <a:ahLst/>
              <a:cxnLst/>
              <a:rect l="l" t="t" r="r" b="b"/>
              <a:pathLst>
                <a:path w="480" h="319" extrusionOk="0">
                  <a:moveTo>
                    <a:pt x="161" y="0"/>
                  </a:moveTo>
                  <a:cubicBezTo>
                    <a:pt x="74" y="0"/>
                    <a:pt x="1" y="72"/>
                    <a:pt x="1" y="160"/>
                  </a:cubicBezTo>
                  <a:cubicBezTo>
                    <a:pt x="1" y="247"/>
                    <a:pt x="74" y="319"/>
                    <a:pt x="161" y="319"/>
                  </a:cubicBezTo>
                  <a:lnTo>
                    <a:pt x="321" y="319"/>
                  </a:lnTo>
                  <a:cubicBezTo>
                    <a:pt x="408" y="319"/>
                    <a:pt x="479" y="247"/>
                    <a:pt x="479" y="160"/>
                  </a:cubicBezTo>
                  <a:cubicBezTo>
                    <a:pt x="479" y="72"/>
                    <a:pt x="409" y="0"/>
                    <a:pt x="3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8"/>
            <p:cNvSpPr/>
            <p:nvPr/>
          </p:nvSpPr>
          <p:spPr>
            <a:xfrm>
              <a:off x="2620255" y="2388534"/>
              <a:ext cx="41965" cy="9729"/>
            </a:xfrm>
            <a:custGeom>
              <a:avLst/>
              <a:gdLst/>
              <a:ahLst/>
              <a:cxnLst/>
              <a:rect l="l" t="t" r="r" b="b"/>
              <a:pathLst>
                <a:path w="1376" h="319" extrusionOk="0">
                  <a:moveTo>
                    <a:pt x="159" y="0"/>
                  </a:moveTo>
                  <a:cubicBezTo>
                    <a:pt x="72" y="0"/>
                    <a:pt x="1" y="72"/>
                    <a:pt x="1" y="160"/>
                  </a:cubicBezTo>
                  <a:cubicBezTo>
                    <a:pt x="1" y="247"/>
                    <a:pt x="72" y="319"/>
                    <a:pt x="159" y="319"/>
                  </a:cubicBezTo>
                  <a:lnTo>
                    <a:pt x="1217" y="319"/>
                  </a:lnTo>
                  <a:cubicBezTo>
                    <a:pt x="1304" y="319"/>
                    <a:pt x="1375" y="247"/>
                    <a:pt x="1375" y="160"/>
                  </a:cubicBezTo>
                  <a:cubicBezTo>
                    <a:pt x="1375" y="72"/>
                    <a:pt x="1304" y="0"/>
                    <a:pt x="1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8"/>
            <p:cNvSpPr/>
            <p:nvPr/>
          </p:nvSpPr>
          <p:spPr>
            <a:xfrm>
              <a:off x="2600890" y="2408235"/>
              <a:ext cx="14639" cy="9759"/>
            </a:xfrm>
            <a:custGeom>
              <a:avLst/>
              <a:gdLst/>
              <a:ahLst/>
              <a:cxnLst/>
              <a:rect l="l" t="t" r="r" b="b"/>
              <a:pathLst>
                <a:path w="480" h="320" extrusionOk="0">
                  <a:moveTo>
                    <a:pt x="161" y="1"/>
                  </a:moveTo>
                  <a:cubicBezTo>
                    <a:pt x="74" y="1"/>
                    <a:pt x="1" y="72"/>
                    <a:pt x="1" y="161"/>
                  </a:cubicBezTo>
                  <a:cubicBezTo>
                    <a:pt x="1" y="248"/>
                    <a:pt x="74" y="319"/>
                    <a:pt x="161" y="319"/>
                  </a:cubicBezTo>
                  <a:lnTo>
                    <a:pt x="321" y="319"/>
                  </a:lnTo>
                  <a:cubicBezTo>
                    <a:pt x="408" y="319"/>
                    <a:pt x="479" y="248"/>
                    <a:pt x="479" y="161"/>
                  </a:cubicBezTo>
                  <a:cubicBezTo>
                    <a:pt x="479" y="72"/>
                    <a:pt x="409" y="1"/>
                    <a:pt x="3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8"/>
            <p:cNvSpPr/>
            <p:nvPr/>
          </p:nvSpPr>
          <p:spPr>
            <a:xfrm>
              <a:off x="2620255" y="2408235"/>
              <a:ext cx="41965" cy="9759"/>
            </a:xfrm>
            <a:custGeom>
              <a:avLst/>
              <a:gdLst/>
              <a:ahLst/>
              <a:cxnLst/>
              <a:rect l="l" t="t" r="r" b="b"/>
              <a:pathLst>
                <a:path w="1376" h="320" extrusionOk="0">
                  <a:moveTo>
                    <a:pt x="159" y="1"/>
                  </a:moveTo>
                  <a:cubicBezTo>
                    <a:pt x="72" y="1"/>
                    <a:pt x="1" y="72"/>
                    <a:pt x="1" y="161"/>
                  </a:cubicBezTo>
                  <a:cubicBezTo>
                    <a:pt x="1" y="248"/>
                    <a:pt x="72" y="319"/>
                    <a:pt x="159" y="319"/>
                  </a:cubicBezTo>
                  <a:lnTo>
                    <a:pt x="1217" y="319"/>
                  </a:lnTo>
                  <a:cubicBezTo>
                    <a:pt x="1304" y="319"/>
                    <a:pt x="1375" y="248"/>
                    <a:pt x="1375" y="161"/>
                  </a:cubicBezTo>
                  <a:cubicBezTo>
                    <a:pt x="1375" y="72"/>
                    <a:pt x="1304" y="1"/>
                    <a:pt x="1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8"/>
            <p:cNvSpPr/>
            <p:nvPr/>
          </p:nvSpPr>
          <p:spPr>
            <a:xfrm>
              <a:off x="2620041" y="2312843"/>
              <a:ext cx="23087" cy="9759"/>
            </a:xfrm>
            <a:custGeom>
              <a:avLst/>
              <a:gdLst/>
              <a:ahLst/>
              <a:cxnLst/>
              <a:rect l="l" t="t" r="r" b="b"/>
              <a:pathLst>
                <a:path w="757" h="320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596" y="320"/>
                  </a:lnTo>
                  <a:cubicBezTo>
                    <a:pt x="683" y="320"/>
                    <a:pt x="756" y="247"/>
                    <a:pt x="756" y="160"/>
                  </a:cubicBezTo>
                  <a:cubicBezTo>
                    <a:pt x="756" y="73"/>
                    <a:pt x="683" y="0"/>
                    <a:pt x="5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8"/>
            <p:cNvSpPr/>
            <p:nvPr/>
          </p:nvSpPr>
          <p:spPr>
            <a:xfrm>
              <a:off x="2390008" y="2224068"/>
              <a:ext cx="246481" cy="62581"/>
            </a:xfrm>
            <a:custGeom>
              <a:avLst/>
              <a:gdLst/>
              <a:ahLst/>
              <a:cxnLst/>
              <a:rect l="l" t="t" r="r" b="b"/>
              <a:pathLst>
                <a:path w="8082" h="2052" extrusionOk="0">
                  <a:moveTo>
                    <a:pt x="4041" y="0"/>
                  </a:moveTo>
                  <a:cubicBezTo>
                    <a:pt x="3954" y="0"/>
                    <a:pt x="3881" y="72"/>
                    <a:pt x="3881" y="160"/>
                  </a:cubicBezTo>
                  <a:lnTo>
                    <a:pt x="3881" y="710"/>
                  </a:lnTo>
                  <a:lnTo>
                    <a:pt x="160" y="710"/>
                  </a:lnTo>
                  <a:cubicBezTo>
                    <a:pt x="73" y="710"/>
                    <a:pt x="0" y="783"/>
                    <a:pt x="0" y="870"/>
                  </a:cubicBezTo>
                  <a:lnTo>
                    <a:pt x="0" y="1895"/>
                  </a:lnTo>
                  <a:cubicBezTo>
                    <a:pt x="0" y="1982"/>
                    <a:pt x="70" y="2052"/>
                    <a:pt x="160" y="2052"/>
                  </a:cubicBezTo>
                  <a:cubicBezTo>
                    <a:pt x="247" y="2052"/>
                    <a:pt x="320" y="1980"/>
                    <a:pt x="320" y="1892"/>
                  </a:cubicBezTo>
                  <a:lnTo>
                    <a:pt x="320" y="1028"/>
                  </a:lnTo>
                  <a:lnTo>
                    <a:pt x="3881" y="1028"/>
                  </a:lnTo>
                  <a:lnTo>
                    <a:pt x="3881" y="1892"/>
                  </a:lnTo>
                  <a:cubicBezTo>
                    <a:pt x="3881" y="1980"/>
                    <a:pt x="3954" y="2052"/>
                    <a:pt x="4041" y="2052"/>
                  </a:cubicBezTo>
                  <a:cubicBezTo>
                    <a:pt x="4127" y="2052"/>
                    <a:pt x="4201" y="1980"/>
                    <a:pt x="4201" y="1892"/>
                  </a:cubicBezTo>
                  <a:lnTo>
                    <a:pt x="4201" y="1028"/>
                  </a:lnTo>
                  <a:lnTo>
                    <a:pt x="7763" y="1028"/>
                  </a:lnTo>
                  <a:lnTo>
                    <a:pt x="7763" y="1892"/>
                  </a:lnTo>
                  <a:cubicBezTo>
                    <a:pt x="7763" y="1980"/>
                    <a:pt x="7835" y="2052"/>
                    <a:pt x="7921" y="2052"/>
                  </a:cubicBezTo>
                  <a:cubicBezTo>
                    <a:pt x="8010" y="2052"/>
                    <a:pt x="8081" y="1980"/>
                    <a:pt x="8081" y="1892"/>
                  </a:cubicBezTo>
                  <a:lnTo>
                    <a:pt x="8081" y="868"/>
                  </a:lnTo>
                  <a:cubicBezTo>
                    <a:pt x="8081" y="781"/>
                    <a:pt x="8010" y="708"/>
                    <a:pt x="7921" y="708"/>
                  </a:cubicBezTo>
                  <a:lnTo>
                    <a:pt x="4201" y="708"/>
                  </a:lnTo>
                  <a:lnTo>
                    <a:pt x="4201" y="160"/>
                  </a:lnTo>
                  <a:cubicBezTo>
                    <a:pt x="4201" y="72"/>
                    <a:pt x="4127" y="0"/>
                    <a:pt x="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8"/>
            <p:cNvSpPr/>
            <p:nvPr/>
          </p:nvSpPr>
          <p:spPr>
            <a:xfrm>
              <a:off x="2347191" y="2296801"/>
              <a:ext cx="95396" cy="141417"/>
            </a:xfrm>
            <a:custGeom>
              <a:avLst/>
              <a:gdLst/>
              <a:ahLst/>
              <a:cxnLst/>
              <a:rect l="l" t="t" r="r" b="b"/>
              <a:pathLst>
                <a:path w="3128" h="4637" extrusionOk="0">
                  <a:moveTo>
                    <a:pt x="2808" y="1370"/>
                  </a:moveTo>
                  <a:lnTo>
                    <a:pt x="2808" y="4318"/>
                  </a:lnTo>
                  <a:lnTo>
                    <a:pt x="320" y="4318"/>
                  </a:lnTo>
                  <a:lnTo>
                    <a:pt x="320" y="1370"/>
                  </a:lnTo>
                  <a:close/>
                  <a:moveTo>
                    <a:pt x="160" y="0"/>
                  </a:moveTo>
                  <a:cubicBezTo>
                    <a:pt x="74" y="0"/>
                    <a:pt x="0" y="74"/>
                    <a:pt x="0" y="160"/>
                  </a:cubicBezTo>
                  <a:lnTo>
                    <a:pt x="0" y="4478"/>
                  </a:lnTo>
                  <a:cubicBezTo>
                    <a:pt x="0" y="4565"/>
                    <a:pt x="74" y="4637"/>
                    <a:pt x="160" y="4637"/>
                  </a:cubicBezTo>
                  <a:lnTo>
                    <a:pt x="2968" y="4637"/>
                  </a:lnTo>
                  <a:cubicBezTo>
                    <a:pt x="3054" y="4637"/>
                    <a:pt x="3128" y="4565"/>
                    <a:pt x="3128" y="4478"/>
                  </a:cubicBezTo>
                  <a:lnTo>
                    <a:pt x="3128" y="160"/>
                  </a:lnTo>
                  <a:cubicBezTo>
                    <a:pt x="3128" y="74"/>
                    <a:pt x="3054" y="0"/>
                    <a:pt x="2968" y="0"/>
                  </a:cubicBezTo>
                  <a:lnTo>
                    <a:pt x="1285" y="0"/>
                  </a:lnTo>
                  <a:cubicBezTo>
                    <a:pt x="1198" y="0"/>
                    <a:pt x="1125" y="74"/>
                    <a:pt x="1125" y="160"/>
                  </a:cubicBezTo>
                  <a:cubicBezTo>
                    <a:pt x="1125" y="247"/>
                    <a:pt x="1198" y="320"/>
                    <a:pt x="1285" y="320"/>
                  </a:cubicBezTo>
                  <a:lnTo>
                    <a:pt x="2808" y="320"/>
                  </a:lnTo>
                  <a:lnTo>
                    <a:pt x="2808" y="1052"/>
                  </a:lnTo>
                  <a:lnTo>
                    <a:pt x="320" y="1052"/>
                  </a:lnTo>
                  <a:lnTo>
                    <a:pt x="320" y="320"/>
                  </a:lnTo>
                  <a:lnTo>
                    <a:pt x="649" y="320"/>
                  </a:lnTo>
                  <a:cubicBezTo>
                    <a:pt x="737" y="320"/>
                    <a:pt x="809" y="247"/>
                    <a:pt x="809" y="160"/>
                  </a:cubicBezTo>
                  <a:cubicBezTo>
                    <a:pt x="809" y="74"/>
                    <a:pt x="737" y="0"/>
                    <a:pt x="6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3" name="Google Shape;753;p48"/>
          <p:cNvGrpSpPr/>
          <p:nvPr/>
        </p:nvGrpSpPr>
        <p:grpSpPr>
          <a:xfrm>
            <a:off x="1659379" y="2301431"/>
            <a:ext cx="407650" cy="343838"/>
            <a:chOff x="1533580" y="2132061"/>
            <a:chExt cx="332179" cy="280181"/>
          </a:xfrm>
        </p:grpSpPr>
        <p:sp>
          <p:nvSpPr>
            <p:cNvPr id="754" name="Google Shape;754;p48"/>
            <p:cNvSpPr/>
            <p:nvPr/>
          </p:nvSpPr>
          <p:spPr>
            <a:xfrm>
              <a:off x="1678560" y="2175487"/>
              <a:ext cx="78684" cy="9729"/>
            </a:xfrm>
            <a:custGeom>
              <a:avLst/>
              <a:gdLst/>
              <a:ahLst/>
              <a:cxnLst/>
              <a:rect l="l" t="t" r="r" b="b"/>
              <a:pathLst>
                <a:path w="2580" h="319" extrusionOk="0">
                  <a:moveTo>
                    <a:pt x="159" y="1"/>
                  </a:moveTo>
                  <a:cubicBezTo>
                    <a:pt x="72" y="1"/>
                    <a:pt x="0" y="72"/>
                    <a:pt x="0" y="159"/>
                  </a:cubicBezTo>
                  <a:cubicBezTo>
                    <a:pt x="0" y="246"/>
                    <a:pt x="72" y="319"/>
                    <a:pt x="159" y="319"/>
                  </a:cubicBezTo>
                  <a:lnTo>
                    <a:pt x="2420" y="319"/>
                  </a:lnTo>
                  <a:cubicBezTo>
                    <a:pt x="2506" y="319"/>
                    <a:pt x="2580" y="246"/>
                    <a:pt x="2580" y="159"/>
                  </a:cubicBezTo>
                  <a:cubicBezTo>
                    <a:pt x="2580" y="72"/>
                    <a:pt x="2506" y="1"/>
                    <a:pt x="24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8"/>
            <p:cNvSpPr/>
            <p:nvPr/>
          </p:nvSpPr>
          <p:spPr>
            <a:xfrm>
              <a:off x="1642086" y="2175487"/>
              <a:ext cx="28454" cy="9729"/>
            </a:xfrm>
            <a:custGeom>
              <a:avLst/>
              <a:gdLst/>
              <a:ahLst/>
              <a:cxnLst/>
              <a:rect l="l" t="t" r="r" b="b"/>
              <a:pathLst>
                <a:path w="933" h="319" extrusionOk="0">
                  <a:moveTo>
                    <a:pt x="160" y="1"/>
                  </a:moveTo>
                  <a:cubicBezTo>
                    <a:pt x="73" y="1"/>
                    <a:pt x="0" y="72"/>
                    <a:pt x="0" y="159"/>
                  </a:cubicBezTo>
                  <a:cubicBezTo>
                    <a:pt x="0" y="246"/>
                    <a:pt x="70" y="319"/>
                    <a:pt x="160" y="319"/>
                  </a:cubicBezTo>
                  <a:lnTo>
                    <a:pt x="773" y="319"/>
                  </a:lnTo>
                  <a:cubicBezTo>
                    <a:pt x="859" y="319"/>
                    <a:pt x="933" y="246"/>
                    <a:pt x="933" y="159"/>
                  </a:cubicBezTo>
                  <a:cubicBezTo>
                    <a:pt x="933" y="72"/>
                    <a:pt x="859" y="1"/>
                    <a:pt x="7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8"/>
            <p:cNvSpPr/>
            <p:nvPr/>
          </p:nvSpPr>
          <p:spPr>
            <a:xfrm>
              <a:off x="1785236" y="2167802"/>
              <a:ext cx="57732" cy="29400"/>
            </a:xfrm>
            <a:custGeom>
              <a:avLst/>
              <a:gdLst/>
              <a:ahLst/>
              <a:cxnLst/>
              <a:rect l="l" t="t" r="r" b="b"/>
              <a:pathLst>
                <a:path w="1893" h="964" extrusionOk="0">
                  <a:moveTo>
                    <a:pt x="1574" y="322"/>
                  </a:moveTo>
                  <a:lnTo>
                    <a:pt x="1574" y="646"/>
                  </a:lnTo>
                  <a:lnTo>
                    <a:pt x="318" y="646"/>
                  </a:lnTo>
                  <a:lnTo>
                    <a:pt x="318" y="322"/>
                  </a:lnTo>
                  <a:close/>
                  <a:moveTo>
                    <a:pt x="238" y="1"/>
                  </a:moveTo>
                  <a:cubicBezTo>
                    <a:pt x="109" y="1"/>
                    <a:pt x="2" y="108"/>
                    <a:pt x="2" y="239"/>
                  </a:cubicBezTo>
                  <a:lnTo>
                    <a:pt x="2" y="726"/>
                  </a:lnTo>
                  <a:cubicBezTo>
                    <a:pt x="0" y="858"/>
                    <a:pt x="106" y="964"/>
                    <a:pt x="238" y="964"/>
                  </a:cubicBezTo>
                  <a:lnTo>
                    <a:pt x="1657" y="964"/>
                  </a:lnTo>
                  <a:cubicBezTo>
                    <a:pt x="1787" y="964"/>
                    <a:pt x="1892" y="858"/>
                    <a:pt x="1892" y="729"/>
                  </a:cubicBezTo>
                  <a:lnTo>
                    <a:pt x="1892" y="239"/>
                  </a:lnTo>
                  <a:cubicBezTo>
                    <a:pt x="1892" y="110"/>
                    <a:pt x="1787" y="1"/>
                    <a:pt x="1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8"/>
            <p:cNvSpPr/>
            <p:nvPr/>
          </p:nvSpPr>
          <p:spPr>
            <a:xfrm>
              <a:off x="1556269" y="2167802"/>
              <a:ext cx="57762" cy="29400"/>
            </a:xfrm>
            <a:custGeom>
              <a:avLst/>
              <a:gdLst/>
              <a:ahLst/>
              <a:cxnLst/>
              <a:rect l="l" t="t" r="r" b="b"/>
              <a:pathLst>
                <a:path w="1894" h="964" extrusionOk="0">
                  <a:moveTo>
                    <a:pt x="1577" y="322"/>
                  </a:moveTo>
                  <a:lnTo>
                    <a:pt x="1577" y="646"/>
                  </a:lnTo>
                  <a:lnTo>
                    <a:pt x="322" y="646"/>
                  </a:lnTo>
                  <a:lnTo>
                    <a:pt x="322" y="322"/>
                  </a:lnTo>
                  <a:close/>
                  <a:moveTo>
                    <a:pt x="238" y="1"/>
                  </a:moveTo>
                  <a:cubicBezTo>
                    <a:pt x="109" y="1"/>
                    <a:pt x="0" y="108"/>
                    <a:pt x="0" y="239"/>
                  </a:cubicBezTo>
                  <a:lnTo>
                    <a:pt x="0" y="726"/>
                  </a:lnTo>
                  <a:cubicBezTo>
                    <a:pt x="4" y="858"/>
                    <a:pt x="109" y="964"/>
                    <a:pt x="238" y="964"/>
                  </a:cubicBezTo>
                  <a:lnTo>
                    <a:pt x="1657" y="964"/>
                  </a:lnTo>
                  <a:cubicBezTo>
                    <a:pt x="1787" y="964"/>
                    <a:pt x="1894" y="858"/>
                    <a:pt x="1894" y="729"/>
                  </a:cubicBezTo>
                  <a:lnTo>
                    <a:pt x="1894" y="239"/>
                  </a:lnTo>
                  <a:cubicBezTo>
                    <a:pt x="1894" y="110"/>
                    <a:pt x="1787" y="1"/>
                    <a:pt x="1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8"/>
            <p:cNvSpPr/>
            <p:nvPr/>
          </p:nvSpPr>
          <p:spPr>
            <a:xfrm>
              <a:off x="1556147" y="2225044"/>
              <a:ext cx="29186" cy="9729"/>
            </a:xfrm>
            <a:custGeom>
              <a:avLst/>
              <a:gdLst/>
              <a:ahLst/>
              <a:cxnLst/>
              <a:rect l="l" t="t" r="r" b="b"/>
              <a:pathLst>
                <a:path w="957" h="319" extrusionOk="0">
                  <a:moveTo>
                    <a:pt x="161" y="0"/>
                  </a:moveTo>
                  <a:cubicBezTo>
                    <a:pt x="72" y="0"/>
                    <a:pt x="1" y="72"/>
                    <a:pt x="1" y="159"/>
                  </a:cubicBezTo>
                  <a:cubicBezTo>
                    <a:pt x="1" y="247"/>
                    <a:pt x="71" y="319"/>
                    <a:pt x="161" y="319"/>
                  </a:cubicBezTo>
                  <a:lnTo>
                    <a:pt x="799" y="319"/>
                  </a:lnTo>
                  <a:cubicBezTo>
                    <a:pt x="886" y="319"/>
                    <a:pt x="957" y="247"/>
                    <a:pt x="957" y="159"/>
                  </a:cubicBezTo>
                  <a:cubicBezTo>
                    <a:pt x="957" y="72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8"/>
            <p:cNvSpPr/>
            <p:nvPr/>
          </p:nvSpPr>
          <p:spPr>
            <a:xfrm>
              <a:off x="1556147" y="2241817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1" y="320"/>
                    <a:pt x="161" y="320"/>
                  </a:cubicBezTo>
                  <a:lnTo>
                    <a:pt x="799" y="320"/>
                  </a:lnTo>
                  <a:cubicBezTo>
                    <a:pt x="886" y="320"/>
                    <a:pt x="957" y="247"/>
                    <a:pt x="957" y="160"/>
                  </a:cubicBezTo>
                  <a:cubicBezTo>
                    <a:pt x="957" y="73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8"/>
            <p:cNvSpPr/>
            <p:nvPr/>
          </p:nvSpPr>
          <p:spPr>
            <a:xfrm>
              <a:off x="1620586" y="2225044"/>
              <a:ext cx="29247" cy="9729"/>
            </a:xfrm>
            <a:custGeom>
              <a:avLst/>
              <a:gdLst/>
              <a:ahLst/>
              <a:cxnLst/>
              <a:rect l="l" t="t" r="r" b="b"/>
              <a:pathLst>
                <a:path w="959" h="319" extrusionOk="0">
                  <a:moveTo>
                    <a:pt x="161" y="0"/>
                  </a:moveTo>
                  <a:cubicBezTo>
                    <a:pt x="74" y="0"/>
                    <a:pt x="1" y="72"/>
                    <a:pt x="1" y="159"/>
                  </a:cubicBezTo>
                  <a:cubicBezTo>
                    <a:pt x="1" y="247"/>
                    <a:pt x="72" y="319"/>
                    <a:pt x="161" y="319"/>
                  </a:cubicBezTo>
                  <a:lnTo>
                    <a:pt x="799" y="319"/>
                  </a:lnTo>
                  <a:cubicBezTo>
                    <a:pt x="886" y="319"/>
                    <a:pt x="959" y="247"/>
                    <a:pt x="959" y="159"/>
                  </a:cubicBezTo>
                  <a:cubicBezTo>
                    <a:pt x="959" y="72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8"/>
            <p:cNvSpPr/>
            <p:nvPr/>
          </p:nvSpPr>
          <p:spPr>
            <a:xfrm>
              <a:off x="1620586" y="2241817"/>
              <a:ext cx="29247" cy="9759"/>
            </a:xfrm>
            <a:custGeom>
              <a:avLst/>
              <a:gdLst/>
              <a:ahLst/>
              <a:cxnLst/>
              <a:rect l="l" t="t" r="r" b="b"/>
              <a:pathLst>
                <a:path w="959" h="320" extrusionOk="0">
                  <a:moveTo>
                    <a:pt x="161" y="0"/>
                  </a:moveTo>
                  <a:cubicBezTo>
                    <a:pt x="74" y="0"/>
                    <a:pt x="1" y="73"/>
                    <a:pt x="1" y="160"/>
                  </a:cubicBezTo>
                  <a:cubicBezTo>
                    <a:pt x="1" y="247"/>
                    <a:pt x="74" y="320"/>
                    <a:pt x="161" y="320"/>
                  </a:cubicBezTo>
                  <a:lnTo>
                    <a:pt x="799" y="320"/>
                  </a:lnTo>
                  <a:cubicBezTo>
                    <a:pt x="886" y="320"/>
                    <a:pt x="959" y="247"/>
                    <a:pt x="959" y="160"/>
                  </a:cubicBezTo>
                  <a:cubicBezTo>
                    <a:pt x="959" y="70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8"/>
            <p:cNvSpPr/>
            <p:nvPr/>
          </p:nvSpPr>
          <p:spPr>
            <a:xfrm>
              <a:off x="1685086" y="2225044"/>
              <a:ext cx="29186" cy="9729"/>
            </a:xfrm>
            <a:custGeom>
              <a:avLst/>
              <a:gdLst/>
              <a:ahLst/>
              <a:cxnLst/>
              <a:rect l="l" t="t" r="r" b="b"/>
              <a:pathLst>
                <a:path w="957" h="319" extrusionOk="0">
                  <a:moveTo>
                    <a:pt x="161" y="0"/>
                  </a:moveTo>
                  <a:cubicBezTo>
                    <a:pt x="72" y="0"/>
                    <a:pt x="1" y="72"/>
                    <a:pt x="1" y="159"/>
                  </a:cubicBezTo>
                  <a:cubicBezTo>
                    <a:pt x="1" y="247"/>
                    <a:pt x="70" y="319"/>
                    <a:pt x="161" y="319"/>
                  </a:cubicBezTo>
                  <a:lnTo>
                    <a:pt x="799" y="319"/>
                  </a:lnTo>
                  <a:cubicBezTo>
                    <a:pt x="885" y="319"/>
                    <a:pt x="957" y="247"/>
                    <a:pt x="957" y="159"/>
                  </a:cubicBezTo>
                  <a:cubicBezTo>
                    <a:pt x="957" y="72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8"/>
            <p:cNvSpPr/>
            <p:nvPr/>
          </p:nvSpPr>
          <p:spPr>
            <a:xfrm>
              <a:off x="1685086" y="2241817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799" y="320"/>
                  </a:lnTo>
                  <a:cubicBezTo>
                    <a:pt x="885" y="320"/>
                    <a:pt x="957" y="247"/>
                    <a:pt x="957" y="160"/>
                  </a:cubicBezTo>
                  <a:cubicBezTo>
                    <a:pt x="957" y="70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8"/>
            <p:cNvSpPr/>
            <p:nvPr/>
          </p:nvSpPr>
          <p:spPr>
            <a:xfrm>
              <a:off x="1749525" y="2225044"/>
              <a:ext cx="29247" cy="9729"/>
            </a:xfrm>
            <a:custGeom>
              <a:avLst/>
              <a:gdLst/>
              <a:ahLst/>
              <a:cxnLst/>
              <a:rect l="l" t="t" r="r" b="b"/>
              <a:pathLst>
                <a:path w="959" h="319" extrusionOk="0">
                  <a:moveTo>
                    <a:pt x="161" y="0"/>
                  </a:moveTo>
                  <a:cubicBezTo>
                    <a:pt x="74" y="0"/>
                    <a:pt x="1" y="72"/>
                    <a:pt x="1" y="159"/>
                  </a:cubicBezTo>
                  <a:cubicBezTo>
                    <a:pt x="1" y="247"/>
                    <a:pt x="72" y="319"/>
                    <a:pt x="161" y="319"/>
                  </a:cubicBezTo>
                  <a:lnTo>
                    <a:pt x="799" y="319"/>
                  </a:lnTo>
                  <a:cubicBezTo>
                    <a:pt x="885" y="319"/>
                    <a:pt x="959" y="247"/>
                    <a:pt x="959" y="159"/>
                  </a:cubicBezTo>
                  <a:cubicBezTo>
                    <a:pt x="959" y="72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8"/>
            <p:cNvSpPr/>
            <p:nvPr/>
          </p:nvSpPr>
          <p:spPr>
            <a:xfrm>
              <a:off x="1749525" y="2241817"/>
              <a:ext cx="29247" cy="9759"/>
            </a:xfrm>
            <a:custGeom>
              <a:avLst/>
              <a:gdLst/>
              <a:ahLst/>
              <a:cxnLst/>
              <a:rect l="l" t="t" r="r" b="b"/>
              <a:pathLst>
                <a:path w="959" h="320" extrusionOk="0">
                  <a:moveTo>
                    <a:pt x="161" y="0"/>
                  </a:moveTo>
                  <a:cubicBezTo>
                    <a:pt x="74" y="0"/>
                    <a:pt x="1" y="73"/>
                    <a:pt x="1" y="160"/>
                  </a:cubicBezTo>
                  <a:cubicBezTo>
                    <a:pt x="1" y="247"/>
                    <a:pt x="74" y="320"/>
                    <a:pt x="161" y="320"/>
                  </a:cubicBezTo>
                  <a:lnTo>
                    <a:pt x="799" y="320"/>
                  </a:lnTo>
                  <a:cubicBezTo>
                    <a:pt x="885" y="320"/>
                    <a:pt x="959" y="247"/>
                    <a:pt x="959" y="160"/>
                  </a:cubicBezTo>
                  <a:cubicBezTo>
                    <a:pt x="959" y="70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8"/>
            <p:cNvSpPr/>
            <p:nvPr/>
          </p:nvSpPr>
          <p:spPr>
            <a:xfrm>
              <a:off x="1814024" y="2225044"/>
              <a:ext cx="29186" cy="9729"/>
            </a:xfrm>
            <a:custGeom>
              <a:avLst/>
              <a:gdLst/>
              <a:ahLst/>
              <a:cxnLst/>
              <a:rect l="l" t="t" r="r" b="b"/>
              <a:pathLst>
                <a:path w="957" h="319" extrusionOk="0">
                  <a:moveTo>
                    <a:pt x="160" y="0"/>
                  </a:moveTo>
                  <a:cubicBezTo>
                    <a:pt x="72" y="0"/>
                    <a:pt x="0" y="72"/>
                    <a:pt x="0" y="159"/>
                  </a:cubicBezTo>
                  <a:cubicBezTo>
                    <a:pt x="0" y="247"/>
                    <a:pt x="70" y="319"/>
                    <a:pt x="160" y="319"/>
                  </a:cubicBezTo>
                  <a:lnTo>
                    <a:pt x="798" y="319"/>
                  </a:lnTo>
                  <a:cubicBezTo>
                    <a:pt x="885" y="319"/>
                    <a:pt x="957" y="247"/>
                    <a:pt x="957" y="159"/>
                  </a:cubicBezTo>
                  <a:cubicBezTo>
                    <a:pt x="957" y="72"/>
                    <a:pt x="885" y="0"/>
                    <a:pt x="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8"/>
            <p:cNvSpPr/>
            <p:nvPr/>
          </p:nvSpPr>
          <p:spPr>
            <a:xfrm>
              <a:off x="1814024" y="2241817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0" y="0"/>
                  </a:moveTo>
                  <a:cubicBezTo>
                    <a:pt x="72" y="0"/>
                    <a:pt x="0" y="73"/>
                    <a:pt x="0" y="160"/>
                  </a:cubicBezTo>
                  <a:cubicBezTo>
                    <a:pt x="0" y="247"/>
                    <a:pt x="72" y="320"/>
                    <a:pt x="160" y="320"/>
                  </a:cubicBezTo>
                  <a:lnTo>
                    <a:pt x="798" y="320"/>
                  </a:lnTo>
                  <a:cubicBezTo>
                    <a:pt x="885" y="320"/>
                    <a:pt x="957" y="247"/>
                    <a:pt x="957" y="160"/>
                  </a:cubicBezTo>
                  <a:cubicBezTo>
                    <a:pt x="957" y="70"/>
                    <a:pt x="885" y="0"/>
                    <a:pt x="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8"/>
            <p:cNvSpPr/>
            <p:nvPr/>
          </p:nvSpPr>
          <p:spPr>
            <a:xfrm>
              <a:off x="1556147" y="2274966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799" y="320"/>
                  </a:lnTo>
                  <a:cubicBezTo>
                    <a:pt x="886" y="320"/>
                    <a:pt x="957" y="247"/>
                    <a:pt x="957" y="160"/>
                  </a:cubicBezTo>
                  <a:cubicBezTo>
                    <a:pt x="957" y="70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8"/>
            <p:cNvSpPr/>
            <p:nvPr/>
          </p:nvSpPr>
          <p:spPr>
            <a:xfrm>
              <a:off x="1620586" y="2274966"/>
              <a:ext cx="29247" cy="9759"/>
            </a:xfrm>
            <a:custGeom>
              <a:avLst/>
              <a:gdLst/>
              <a:ahLst/>
              <a:cxnLst/>
              <a:rect l="l" t="t" r="r" b="b"/>
              <a:pathLst>
                <a:path w="959" h="320" extrusionOk="0">
                  <a:moveTo>
                    <a:pt x="161" y="0"/>
                  </a:moveTo>
                  <a:cubicBezTo>
                    <a:pt x="74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799" y="320"/>
                  </a:lnTo>
                  <a:cubicBezTo>
                    <a:pt x="886" y="320"/>
                    <a:pt x="959" y="247"/>
                    <a:pt x="959" y="160"/>
                  </a:cubicBezTo>
                  <a:cubicBezTo>
                    <a:pt x="959" y="73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8"/>
            <p:cNvSpPr/>
            <p:nvPr/>
          </p:nvSpPr>
          <p:spPr>
            <a:xfrm>
              <a:off x="1620586" y="2291770"/>
              <a:ext cx="29247" cy="9729"/>
            </a:xfrm>
            <a:custGeom>
              <a:avLst/>
              <a:gdLst/>
              <a:ahLst/>
              <a:cxnLst/>
              <a:rect l="l" t="t" r="r" b="b"/>
              <a:pathLst>
                <a:path w="959" h="319" extrusionOk="0">
                  <a:moveTo>
                    <a:pt x="161" y="0"/>
                  </a:moveTo>
                  <a:cubicBezTo>
                    <a:pt x="74" y="0"/>
                    <a:pt x="1" y="72"/>
                    <a:pt x="1" y="160"/>
                  </a:cubicBezTo>
                  <a:cubicBezTo>
                    <a:pt x="1" y="247"/>
                    <a:pt x="74" y="319"/>
                    <a:pt x="161" y="319"/>
                  </a:cubicBezTo>
                  <a:lnTo>
                    <a:pt x="799" y="319"/>
                  </a:lnTo>
                  <a:cubicBezTo>
                    <a:pt x="886" y="319"/>
                    <a:pt x="959" y="247"/>
                    <a:pt x="959" y="160"/>
                  </a:cubicBezTo>
                  <a:cubicBezTo>
                    <a:pt x="959" y="70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8"/>
            <p:cNvSpPr/>
            <p:nvPr/>
          </p:nvSpPr>
          <p:spPr>
            <a:xfrm>
              <a:off x="1685086" y="2274966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799" y="320"/>
                  </a:lnTo>
                  <a:cubicBezTo>
                    <a:pt x="885" y="320"/>
                    <a:pt x="957" y="247"/>
                    <a:pt x="957" y="160"/>
                  </a:cubicBezTo>
                  <a:cubicBezTo>
                    <a:pt x="957" y="70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8"/>
            <p:cNvSpPr/>
            <p:nvPr/>
          </p:nvSpPr>
          <p:spPr>
            <a:xfrm>
              <a:off x="1749525" y="2274966"/>
              <a:ext cx="29247" cy="9759"/>
            </a:xfrm>
            <a:custGeom>
              <a:avLst/>
              <a:gdLst/>
              <a:ahLst/>
              <a:cxnLst/>
              <a:rect l="l" t="t" r="r" b="b"/>
              <a:pathLst>
                <a:path w="959" h="320" extrusionOk="0">
                  <a:moveTo>
                    <a:pt x="161" y="0"/>
                  </a:moveTo>
                  <a:cubicBezTo>
                    <a:pt x="74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799" y="320"/>
                  </a:lnTo>
                  <a:cubicBezTo>
                    <a:pt x="885" y="320"/>
                    <a:pt x="959" y="247"/>
                    <a:pt x="959" y="160"/>
                  </a:cubicBezTo>
                  <a:cubicBezTo>
                    <a:pt x="959" y="73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8"/>
            <p:cNvSpPr/>
            <p:nvPr/>
          </p:nvSpPr>
          <p:spPr>
            <a:xfrm>
              <a:off x="1749525" y="2291770"/>
              <a:ext cx="29247" cy="9729"/>
            </a:xfrm>
            <a:custGeom>
              <a:avLst/>
              <a:gdLst/>
              <a:ahLst/>
              <a:cxnLst/>
              <a:rect l="l" t="t" r="r" b="b"/>
              <a:pathLst>
                <a:path w="959" h="319" extrusionOk="0">
                  <a:moveTo>
                    <a:pt x="161" y="0"/>
                  </a:moveTo>
                  <a:cubicBezTo>
                    <a:pt x="74" y="0"/>
                    <a:pt x="1" y="72"/>
                    <a:pt x="1" y="160"/>
                  </a:cubicBezTo>
                  <a:cubicBezTo>
                    <a:pt x="1" y="247"/>
                    <a:pt x="74" y="319"/>
                    <a:pt x="161" y="319"/>
                  </a:cubicBezTo>
                  <a:lnTo>
                    <a:pt x="799" y="319"/>
                  </a:lnTo>
                  <a:cubicBezTo>
                    <a:pt x="885" y="319"/>
                    <a:pt x="959" y="247"/>
                    <a:pt x="959" y="160"/>
                  </a:cubicBezTo>
                  <a:cubicBezTo>
                    <a:pt x="959" y="70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8"/>
            <p:cNvSpPr/>
            <p:nvPr/>
          </p:nvSpPr>
          <p:spPr>
            <a:xfrm>
              <a:off x="1814024" y="2274966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0" y="0"/>
                  </a:moveTo>
                  <a:cubicBezTo>
                    <a:pt x="72" y="0"/>
                    <a:pt x="0" y="73"/>
                    <a:pt x="0" y="160"/>
                  </a:cubicBezTo>
                  <a:cubicBezTo>
                    <a:pt x="0" y="247"/>
                    <a:pt x="72" y="320"/>
                    <a:pt x="160" y="320"/>
                  </a:cubicBezTo>
                  <a:lnTo>
                    <a:pt x="798" y="320"/>
                  </a:lnTo>
                  <a:cubicBezTo>
                    <a:pt x="885" y="320"/>
                    <a:pt x="957" y="247"/>
                    <a:pt x="957" y="160"/>
                  </a:cubicBezTo>
                  <a:cubicBezTo>
                    <a:pt x="957" y="70"/>
                    <a:pt x="885" y="0"/>
                    <a:pt x="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8"/>
            <p:cNvSpPr/>
            <p:nvPr/>
          </p:nvSpPr>
          <p:spPr>
            <a:xfrm>
              <a:off x="1556147" y="2324919"/>
              <a:ext cx="29186" cy="9729"/>
            </a:xfrm>
            <a:custGeom>
              <a:avLst/>
              <a:gdLst/>
              <a:ahLst/>
              <a:cxnLst/>
              <a:rect l="l" t="t" r="r" b="b"/>
              <a:pathLst>
                <a:path w="957" h="319" extrusionOk="0">
                  <a:moveTo>
                    <a:pt x="161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7"/>
                    <a:pt x="72" y="319"/>
                    <a:pt x="161" y="319"/>
                  </a:cubicBezTo>
                  <a:lnTo>
                    <a:pt x="799" y="319"/>
                  </a:lnTo>
                  <a:cubicBezTo>
                    <a:pt x="886" y="319"/>
                    <a:pt x="957" y="247"/>
                    <a:pt x="957" y="159"/>
                  </a:cubicBezTo>
                  <a:cubicBezTo>
                    <a:pt x="957" y="72"/>
                    <a:pt x="886" y="1"/>
                    <a:pt x="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8"/>
            <p:cNvSpPr/>
            <p:nvPr/>
          </p:nvSpPr>
          <p:spPr>
            <a:xfrm>
              <a:off x="1556147" y="2341692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799" y="320"/>
                  </a:lnTo>
                  <a:cubicBezTo>
                    <a:pt x="886" y="320"/>
                    <a:pt x="957" y="247"/>
                    <a:pt x="957" y="160"/>
                  </a:cubicBezTo>
                  <a:cubicBezTo>
                    <a:pt x="957" y="73"/>
                    <a:pt x="886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8"/>
            <p:cNvSpPr/>
            <p:nvPr/>
          </p:nvSpPr>
          <p:spPr>
            <a:xfrm>
              <a:off x="1620586" y="2324919"/>
              <a:ext cx="29247" cy="9729"/>
            </a:xfrm>
            <a:custGeom>
              <a:avLst/>
              <a:gdLst/>
              <a:ahLst/>
              <a:cxnLst/>
              <a:rect l="l" t="t" r="r" b="b"/>
              <a:pathLst>
                <a:path w="959" h="319" extrusionOk="0">
                  <a:moveTo>
                    <a:pt x="161" y="1"/>
                  </a:moveTo>
                  <a:cubicBezTo>
                    <a:pt x="74" y="1"/>
                    <a:pt x="1" y="72"/>
                    <a:pt x="1" y="159"/>
                  </a:cubicBezTo>
                  <a:cubicBezTo>
                    <a:pt x="1" y="247"/>
                    <a:pt x="74" y="319"/>
                    <a:pt x="161" y="319"/>
                  </a:cubicBezTo>
                  <a:lnTo>
                    <a:pt x="799" y="319"/>
                  </a:lnTo>
                  <a:cubicBezTo>
                    <a:pt x="886" y="319"/>
                    <a:pt x="959" y="247"/>
                    <a:pt x="959" y="159"/>
                  </a:cubicBezTo>
                  <a:cubicBezTo>
                    <a:pt x="959" y="72"/>
                    <a:pt x="886" y="1"/>
                    <a:pt x="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8"/>
            <p:cNvSpPr/>
            <p:nvPr/>
          </p:nvSpPr>
          <p:spPr>
            <a:xfrm>
              <a:off x="1685086" y="2324919"/>
              <a:ext cx="29186" cy="9729"/>
            </a:xfrm>
            <a:custGeom>
              <a:avLst/>
              <a:gdLst/>
              <a:ahLst/>
              <a:cxnLst/>
              <a:rect l="l" t="t" r="r" b="b"/>
              <a:pathLst>
                <a:path w="957" h="319" extrusionOk="0">
                  <a:moveTo>
                    <a:pt x="161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7"/>
                    <a:pt x="72" y="319"/>
                    <a:pt x="161" y="319"/>
                  </a:cubicBezTo>
                  <a:lnTo>
                    <a:pt x="799" y="319"/>
                  </a:lnTo>
                  <a:cubicBezTo>
                    <a:pt x="885" y="319"/>
                    <a:pt x="957" y="247"/>
                    <a:pt x="957" y="159"/>
                  </a:cubicBezTo>
                  <a:cubicBezTo>
                    <a:pt x="957" y="72"/>
                    <a:pt x="885" y="1"/>
                    <a:pt x="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8"/>
            <p:cNvSpPr/>
            <p:nvPr/>
          </p:nvSpPr>
          <p:spPr>
            <a:xfrm>
              <a:off x="1685086" y="2341692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1" y="0"/>
                  </a:moveTo>
                  <a:cubicBezTo>
                    <a:pt x="72" y="0"/>
                    <a:pt x="1" y="73"/>
                    <a:pt x="1" y="160"/>
                  </a:cubicBezTo>
                  <a:cubicBezTo>
                    <a:pt x="1" y="247"/>
                    <a:pt x="72" y="320"/>
                    <a:pt x="161" y="320"/>
                  </a:cubicBezTo>
                  <a:lnTo>
                    <a:pt x="799" y="320"/>
                  </a:lnTo>
                  <a:cubicBezTo>
                    <a:pt x="885" y="320"/>
                    <a:pt x="957" y="247"/>
                    <a:pt x="957" y="160"/>
                  </a:cubicBezTo>
                  <a:cubicBezTo>
                    <a:pt x="957" y="73"/>
                    <a:pt x="885" y="0"/>
                    <a:pt x="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8"/>
            <p:cNvSpPr/>
            <p:nvPr/>
          </p:nvSpPr>
          <p:spPr>
            <a:xfrm>
              <a:off x="1814024" y="2324919"/>
              <a:ext cx="29186" cy="9729"/>
            </a:xfrm>
            <a:custGeom>
              <a:avLst/>
              <a:gdLst/>
              <a:ahLst/>
              <a:cxnLst/>
              <a:rect l="l" t="t" r="r" b="b"/>
              <a:pathLst>
                <a:path w="957" h="319" extrusionOk="0">
                  <a:moveTo>
                    <a:pt x="160" y="1"/>
                  </a:moveTo>
                  <a:cubicBezTo>
                    <a:pt x="72" y="1"/>
                    <a:pt x="0" y="72"/>
                    <a:pt x="0" y="159"/>
                  </a:cubicBezTo>
                  <a:cubicBezTo>
                    <a:pt x="0" y="247"/>
                    <a:pt x="72" y="319"/>
                    <a:pt x="160" y="319"/>
                  </a:cubicBezTo>
                  <a:lnTo>
                    <a:pt x="798" y="319"/>
                  </a:lnTo>
                  <a:cubicBezTo>
                    <a:pt x="885" y="319"/>
                    <a:pt x="957" y="247"/>
                    <a:pt x="957" y="159"/>
                  </a:cubicBezTo>
                  <a:cubicBezTo>
                    <a:pt x="957" y="72"/>
                    <a:pt x="885" y="1"/>
                    <a:pt x="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8"/>
            <p:cNvSpPr/>
            <p:nvPr/>
          </p:nvSpPr>
          <p:spPr>
            <a:xfrm>
              <a:off x="1814024" y="2341692"/>
              <a:ext cx="29186" cy="9759"/>
            </a:xfrm>
            <a:custGeom>
              <a:avLst/>
              <a:gdLst/>
              <a:ahLst/>
              <a:cxnLst/>
              <a:rect l="l" t="t" r="r" b="b"/>
              <a:pathLst>
                <a:path w="957" h="320" extrusionOk="0">
                  <a:moveTo>
                    <a:pt x="160" y="0"/>
                  </a:moveTo>
                  <a:cubicBezTo>
                    <a:pt x="72" y="0"/>
                    <a:pt x="0" y="73"/>
                    <a:pt x="0" y="160"/>
                  </a:cubicBezTo>
                  <a:cubicBezTo>
                    <a:pt x="0" y="247"/>
                    <a:pt x="72" y="320"/>
                    <a:pt x="160" y="320"/>
                  </a:cubicBezTo>
                  <a:lnTo>
                    <a:pt x="798" y="320"/>
                  </a:lnTo>
                  <a:cubicBezTo>
                    <a:pt x="885" y="320"/>
                    <a:pt x="957" y="247"/>
                    <a:pt x="957" y="160"/>
                  </a:cubicBezTo>
                  <a:cubicBezTo>
                    <a:pt x="957" y="73"/>
                    <a:pt x="885" y="0"/>
                    <a:pt x="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8"/>
            <p:cNvSpPr/>
            <p:nvPr/>
          </p:nvSpPr>
          <p:spPr>
            <a:xfrm>
              <a:off x="1563223" y="2379050"/>
              <a:ext cx="20403" cy="9759"/>
            </a:xfrm>
            <a:custGeom>
              <a:avLst/>
              <a:gdLst/>
              <a:ahLst/>
              <a:cxnLst/>
              <a:rect l="l" t="t" r="r" b="b"/>
              <a:pathLst>
                <a:path w="669" h="320" extrusionOk="0">
                  <a:moveTo>
                    <a:pt x="160" y="0"/>
                  </a:moveTo>
                  <a:cubicBezTo>
                    <a:pt x="73" y="0"/>
                    <a:pt x="0" y="73"/>
                    <a:pt x="0" y="160"/>
                  </a:cubicBezTo>
                  <a:cubicBezTo>
                    <a:pt x="0" y="247"/>
                    <a:pt x="73" y="320"/>
                    <a:pt x="160" y="320"/>
                  </a:cubicBezTo>
                  <a:lnTo>
                    <a:pt x="509" y="320"/>
                  </a:lnTo>
                  <a:cubicBezTo>
                    <a:pt x="596" y="320"/>
                    <a:pt x="669" y="247"/>
                    <a:pt x="669" y="160"/>
                  </a:cubicBezTo>
                  <a:cubicBezTo>
                    <a:pt x="669" y="73"/>
                    <a:pt x="596" y="0"/>
                    <a:pt x="5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8"/>
            <p:cNvSpPr/>
            <p:nvPr/>
          </p:nvSpPr>
          <p:spPr>
            <a:xfrm>
              <a:off x="1592774" y="2379050"/>
              <a:ext cx="66241" cy="9759"/>
            </a:xfrm>
            <a:custGeom>
              <a:avLst/>
              <a:gdLst/>
              <a:ahLst/>
              <a:cxnLst/>
              <a:rect l="l" t="t" r="r" b="b"/>
              <a:pathLst>
                <a:path w="2172" h="320" extrusionOk="0">
                  <a:moveTo>
                    <a:pt x="161" y="0"/>
                  </a:moveTo>
                  <a:cubicBezTo>
                    <a:pt x="74" y="0"/>
                    <a:pt x="1" y="73"/>
                    <a:pt x="1" y="160"/>
                  </a:cubicBezTo>
                  <a:cubicBezTo>
                    <a:pt x="1" y="247"/>
                    <a:pt x="74" y="320"/>
                    <a:pt x="161" y="320"/>
                  </a:cubicBezTo>
                  <a:lnTo>
                    <a:pt x="2012" y="320"/>
                  </a:lnTo>
                  <a:cubicBezTo>
                    <a:pt x="2100" y="320"/>
                    <a:pt x="2172" y="247"/>
                    <a:pt x="2172" y="160"/>
                  </a:cubicBezTo>
                  <a:cubicBezTo>
                    <a:pt x="2172" y="73"/>
                    <a:pt x="2100" y="0"/>
                    <a:pt x="20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8"/>
            <p:cNvSpPr/>
            <p:nvPr/>
          </p:nvSpPr>
          <p:spPr>
            <a:xfrm>
              <a:off x="1533580" y="2132061"/>
              <a:ext cx="332179" cy="280181"/>
            </a:xfrm>
            <a:custGeom>
              <a:avLst/>
              <a:gdLst/>
              <a:ahLst/>
              <a:cxnLst/>
              <a:rect l="l" t="t" r="r" b="b"/>
              <a:pathLst>
                <a:path w="10892" h="9187" extrusionOk="0">
                  <a:moveTo>
                    <a:pt x="10573" y="933"/>
                  </a:moveTo>
                  <a:lnTo>
                    <a:pt x="10573" y="2507"/>
                  </a:lnTo>
                  <a:lnTo>
                    <a:pt x="322" y="2507"/>
                  </a:lnTo>
                  <a:lnTo>
                    <a:pt x="322" y="933"/>
                  </a:lnTo>
                  <a:close/>
                  <a:moveTo>
                    <a:pt x="2117" y="2823"/>
                  </a:moveTo>
                  <a:lnTo>
                    <a:pt x="2117" y="4142"/>
                  </a:lnTo>
                  <a:lnTo>
                    <a:pt x="322" y="4142"/>
                  </a:lnTo>
                  <a:lnTo>
                    <a:pt x="322" y="2823"/>
                  </a:lnTo>
                  <a:close/>
                  <a:moveTo>
                    <a:pt x="4230" y="2823"/>
                  </a:moveTo>
                  <a:lnTo>
                    <a:pt x="4230" y="4142"/>
                  </a:lnTo>
                  <a:lnTo>
                    <a:pt x="2435" y="4142"/>
                  </a:lnTo>
                  <a:lnTo>
                    <a:pt x="2435" y="2823"/>
                  </a:lnTo>
                  <a:close/>
                  <a:moveTo>
                    <a:pt x="6345" y="2823"/>
                  </a:moveTo>
                  <a:lnTo>
                    <a:pt x="6345" y="4142"/>
                  </a:lnTo>
                  <a:lnTo>
                    <a:pt x="4548" y="4142"/>
                  </a:lnTo>
                  <a:lnTo>
                    <a:pt x="4548" y="2823"/>
                  </a:lnTo>
                  <a:close/>
                  <a:moveTo>
                    <a:pt x="8458" y="2823"/>
                  </a:moveTo>
                  <a:lnTo>
                    <a:pt x="8458" y="4142"/>
                  </a:lnTo>
                  <a:lnTo>
                    <a:pt x="6663" y="4142"/>
                  </a:lnTo>
                  <a:lnTo>
                    <a:pt x="6663" y="2823"/>
                  </a:lnTo>
                  <a:close/>
                  <a:moveTo>
                    <a:pt x="10573" y="2823"/>
                  </a:moveTo>
                  <a:lnTo>
                    <a:pt x="10573" y="4142"/>
                  </a:lnTo>
                  <a:lnTo>
                    <a:pt x="8778" y="4142"/>
                  </a:lnTo>
                  <a:lnTo>
                    <a:pt x="8778" y="2823"/>
                  </a:lnTo>
                  <a:close/>
                  <a:moveTo>
                    <a:pt x="2117" y="4462"/>
                  </a:moveTo>
                  <a:lnTo>
                    <a:pt x="2117" y="5780"/>
                  </a:lnTo>
                  <a:lnTo>
                    <a:pt x="322" y="5780"/>
                  </a:lnTo>
                  <a:lnTo>
                    <a:pt x="322" y="4462"/>
                  </a:lnTo>
                  <a:close/>
                  <a:moveTo>
                    <a:pt x="4230" y="4462"/>
                  </a:moveTo>
                  <a:lnTo>
                    <a:pt x="4230" y="5780"/>
                  </a:lnTo>
                  <a:lnTo>
                    <a:pt x="2435" y="5780"/>
                  </a:lnTo>
                  <a:lnTo>
                    <a:pt x="2435" y="4462"/>
                  </a:lnTo>
                  <a:close/>
                  <a:moveTo>
                    <a:pt x="6345" y="4462"/>
                  </a:moveTo>
                  <a:lnTo>
                    <a:pt x="6345" y="5780"/>
                  </a:lnTo>
                  <a:lnTo>
                    <a:pt x="4548" y="5780"/>
                  </a:lnTo>
                  <a:lnTo>
                    <a:pt x="4548" y="4462"/>
                  </a:lnTo>
                  <a:close/>
                  <a:moveTo>
                    <a:pt x="8458" y="4462"/>
                  </a:moveTo>
                  <a:lnTo>
                    <a:pt x="8458" y="5780"/>
                  </a:lnTo>
                  <a:lnTo>
                    <a:pt x="6663" y="5780"/>
                  </a:lnTo>
                  <a:lnTo>
                    <a:pt x="6663" y="4462"/>
                  </a:lnTo>
                  <a:close/>
                  <a:moveTo>
                    <a:pt x="10573" y="4462"/>
                  </a:moveTo>
                  <a:lnTo>
                    <a:pt x="10573" y="5780"/>
                  </a:lnTo>
                  <a:lnTo>
                    <a:pt x="8778" y="5780"/>
                  </a:lnTo>
                  <a:lnTo>
                    <a:pt x="8778" y="4462"/>
                  </a:lnTo>
                  <a:close/>
                  <a:moveTo>
                    <a:pt x="2117" y="6098"/>
                  </a:moveTo>
                  <a:lnTo>
                    <a:pt x="2117" y="7417"/>
                  </a:lnTo>
                  <a:lnTo>
                    <a:pt x="322" y="7417"/>
                  </a:lnTo>
                  <a:lnTo>
                    <a:pt x="322" y="6098"/>
                  </a:lnTo>
                  <a:close/>
                  <a:moveTo>
                    <a:pt x="4230" y="6098"/>
                  </a:moveTo>
                  <a:lnTo>
                    <a:pt x="4230" y="7417"/>
                  </a:lnTo>
                  <a:lnTo>
                    <a:pt x="2435" y="7417"/>
                  </a:lnTo>
                  <a:lnTo>
                    <a:pt x="2435" y="6098"/>
                  </a:lnTo>
                  <a:close/>
                  <a:moveTo>
                    <a:pt x="6345" y="6098"/>
                  </a:moveTo>
                  <a:lnTo>
                    <a:pt x="6345" y="7417"/>
                  </a:lnTo>
                  <a:lnTo>
                    <a:pt x="4548" y="7417"/>
                  </a:lnTo>
                  <a:lnTo>
                    <a:pt x="4548" y="6098"/>
                  </a:lnTo>
                  <a:close/>
                  <a:moveTo>
                    <a:pt x="10573" y="6098"/>
                  </a:moveTo>
                  <a:lnTo>
                    <a:pt x="10573" y="7417"/>
                  </a:lnTo>
                  <a:lnTo>
                    <a:pt x="8778" y="7417"/>
                  </a:lnTo>
                  <a:lnTo>
                    <a:pt x="8778" y="6098"/>
                  </a:lnTo>
                  <a:close/>
                  <a:moveTo>
                    <a:pt x="928" y="1"/>
                  </a:moveTo>
                  <a:cubicBezTo>
                    <a:pt x="809" y="1"/>
                    <a:pt x="697" y="59"/>
                    <a:pt x="625" y="157"/>
                  </a:cubicBezTo>
                  <a:lnTo>
                    <a:pt x="305" y="611"/>
                  </a:lnTo>
                  <a:lnTo>
                    <a:pt x="161" y="611"/>
                  </a:lnTo>
                  <a:cubicBezTo>
                    <a:pt x="72" y="611"/>
                    <a:pt x="1" y="685"/>
                    <a:pt x="1" y="771"/>
                  </a:cubicBezTo>
                  <a:lnTo>
                    <a:pt x="1" y="9026"/>
                  </a:lnTo>
                  <a:cubicBezTo>
                    <a:pt x="1" y="9115"/>
                    <a:pt x="72" y="9186"/>
                    <a:pt x="161" y="9186"/>
                  </a:cubicBezTo>
                  <a:lnTo>
                    <a:pt x="1217" y="9186"/>
                  </a:lnTo>
                  <a:cubicBezTo>
                    <a:pt x="1304" y="9186"/>
                    <a:pt x="1377" y="9115"/>
                    <a:pt x="1377" y="9026"/>
                  </a:cubicBezTo>
                  <a:cubicBezTo>
                    <a:pt x="1377" y="8939"/>
                    <a:pt x="1304" y="8868"/>
                    <a:pt x="1217" y="8868"/>
                  </a:cubicBezTo>
                  <a:lnTo>
                    <a:pt x="319" y="8868"/>
                  </a:lnTo>
                  <a:lnTo>
                    <a:pt x="319" y="7737"/>
                  </a:lnTo>
                  <a:lnTo>
                    <a:pt x="7240" y="7737"/>
                  </a:lnTo>
                  <a:cubicBezTo>
                    <a:pt x="7327" y="7737"/>
                    <a:pt x="7400" y="7663"/>
                    <a:pt x="7400" y="7577"/>
                  </a:cubicBezTo>
                  <a:cubicBezTo>
                    <a:pt x="7400" y="7490"/>
                    <a:pt x="7327" y="7417"/>
                    <a:pt x="7240" y="7417"/>
                  </a:cubicBezTo>
                  <a:lnTo>
                    <a:pt x="6661" y="7417"/>
                  </a:lnTo>
                  <a:lnTo>
                    <a:pt x="6661" y="6098"/>
                  </a:lnTo>
                  <a:lnTo>
                    <a:pt x="8456" y="6098"/>
                  </a:lnTo>
                  <a:lnTo>
                    <a:pt x="8456" y="7417"/>
                  </a:lnTo>
                  <a:lnTo>
                    <a:pt x="7878" y="7417"/>
                  </a:lnTo>
                  <a:cubicBezTo>
                    <a:pt x="7791" y="7417"/>
                    <a:pt x="7718" y="7490"/>
                    <a:pt x="7718" y="7577"/>
                  </a:cubicBezTo>
                  <a:cubicBezTo>
                    <a:pt x="7718" y="7663"/>
                    <a:pt x="7791" y="7737"/>
                    <a:pt x="7878" y="7737"/>
                  </a:cubicBezTo>
                  <a:lnTo>
                    <a:pt x="10569" y="7737"/>
                  </a:lnTo>
                  <a:lnTo>
                    <a:pt x="10569" y="8868"/>
                  </a:lnTo>
                  <a:lnTo>
                    <a:pt x="1855" y="8868"/>
                  </a:lnTo>
                  <a:cubicBezTo>
                    <a:pt x="1768" y="8868"/>
                    <a:pt x="1695" y="8939"/>
                    <a:pt x="1695" y="9026"/>
                  </a:cubicBezTo>
                  <a:cubicBezTo>
                    <a:pt x="1695" y="9115"/>
                    <a:pt x="1768" y="9186"/>
                    <a:pt x="1855" y="9186"/>
                  </a:cubicBezTo>
                  <a:lnTo>
                    <a:pt x="10729" y="9186"/>
                  </a:lnTo>
                  <a:cubicBezTo>
                    <a:pt x="10816" y="9186"/>
                    <a:pt x="10889" y="9115"/>
                    <a:pt x="10889" y="9026"/>
                  </a:cubicBezTo>
                  <a:lnTo>
                    <a:pt x="10889" y="773"/>
                  </a:lnTo>
                  <a:cubicBezTo>
                    <a:pt x="10891" y="685"/>
                    <a:pt x="10820" y="613"/>
                    <a:pt x="10731" y="613"/>
                  </a:cubicBezTo>
                  <a:lnTo>
                    <a:pt x="10586" y="613"/>
                  </a:lnTo>
                  <a:lnTo>
                    <a:pt x="10267" y="157"/>
                  </a:lnTo>
                  <a:cubicBezTo>
                    <a:pt x="10199" y="59"/>
                    <a:pt x="10085" y="1"/>
                    <a:pt x="9964" y="1"/>
                  </a:cubicBezTo>
                  <a:lnTo>
                    <a:pt x="8407" y="1"/>
                  </a:lnTo>
                  <a:cubicBezTo>
                    <a:pt x="8320" y="1"/>
                    <a:pt x="8247" y="74"/>
                    <a:pt x="8247" y="161"/>
                  </a:cubicBezTo>
                  <a:cubicBezTo>
                    <a:pt x="8247" y="247"/>
                    <a:pt x="8320" y="321"/>
                    <a:pt x="8407" y="321"/>
                  </a:cubicBezTo>
                  <a:lnTo>
                    <a:pt x="9964" y="321"/>
                  </a:lnTo>
                  <a:cubicBezTo>
                    <a:pt x="9981" y="321"/>
                    <a:pt x="9996" y="329"/>
                    <a:pt x="10005" y="341"/>
                  </a:cubicBezTo>
                  <a:lnTo>
                    <a:pt x="10195" y="613"/>
                  </a:lnTo>
                  <a:lnTo>
                    <a:pt x="697" y="613"/>
                  </a:lnTo>
                  <a:lnTo>
                    <a:pt x="887" y="341"/>
                  </a:lnTo>
                  <a:cubicBezTo>
                    <a:pt x="896" y="329"/>
                    <a:pt x="911" y="321"/>
                    <a:pt x="928" y="321"/>
                  </a:cubicBezTo>
                  <a:lnTo>
                    <a:pt x="7769" y="321"/>
                  </a:lnTo>
                  <a:cubicBezTo>
                    <a:pt x="7856" y="321"/>
                    <a:pt x="7929" y="247"/>
                    <a:pt x="7929" y="161"/>
                  </a:cubicBezTo>
                  <a:cubicBezTo>
                    <a:pt x="7929" y="74"/>
                    <a:pt x="7856" y="1"/>
                    <a:pt x="77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670;p48">
            <a:extLst>
              <a:ext uri="{FF2B5EF4-FFF2-40B4-BE49-F238E27FC236}">
                <a16:creationId xmlns:a16="http://schemas.microsoft.com/office/drawing/2014/main" id="{236B662F-7711-C34E-8361-9F95F088A8EC}"/>
              </a:ext>
            </a:extLst>
          </p:cNvPr>
          <p:cNvSpPr/>
          <p:nvPr/>
        </p:nvSpPr>
        <p:spPr>
          <a:xfrm>
            <a:off x="4882393" y="2813979"/>
            <a:ext cx="183577" cy="1847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143" name="Google Shape;670;p48">
            <a:extLst>
              <a:ext uri="{FF2B5EF4-FFF2-40B4-BE49-F238E27FC236}">
                <a16:creationId xmlns:a16="http://schemas.microsoft.com/office/drawing/2014/main" id="{5005BF97-22B8-5947-BA95-A275DF1069F5}"/>
              </a:ext>
            </a:extLst>
          </p:cNvPr>
          <p:cNvSpPr/>
          <p:nvPr/>
        </p:nvSpPr>
        <p:spPr>
          <a:xfrm>
            <a:off x="4448400" y="2605491"/>
            <a:ext cx="168259" cy="1615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144" name="Google Shape;670;p48">
            <a:extLst>
              <a:ext uri="{FF2B5EF4-FFF2-40B4-BE49-F238E27FC236}">
                <a16:creationId xmlns:a16="http://schemas.microsoft.com/office/drawing/2014/main" id="{AB949485-D0A2-7743-9EAD-6FA6A96FA7E5}"/>
              </a:ext>
            </a:extLst>
          </p:cNvPr>
          <p:cNvSpPr/>
          <p:nvPr/>
        </p:nvSpPr>
        <p:spPr>
          <a:xfrm>
            <a:off x="4993609" y="2622368"/>
            <a:ext cx="183577" cy="18471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5FC1C5-BC2C-3D48-ABF5-3FF08F8453EA}"/>
              </a:ext>
            </a:extLst>
          </p:cNvPr>
          <p:cNvSpPr txBox="1"/>
          <p:nvPr/>
        </p:nvSpPr>
        <p:spPr>
          <a:xfrm>
            <a:off x="3399808" y="1724104"/>
            <a:ext cx="189988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fa-IR" sz="8000" dirty="0" err="1">
                <a:latin typeface="Lalezar" pitchFamily="2" charset="-78"/>
                <a:cs typeface="Lalezar" pitchFamily="2" charset="-78"/>
              </a:rPr>
              <a:t>ئائان</a:t>
            </a:r>
            <a:endParaRPr lang="en-US" sz="8000" dirty="0">
              <a:latin typeface="Lalezar" pitchFamily="2" charset="-78"/>
              <a:cs typeface="Lalezar" pitchFamily="2" charset="-78"/>
            </a:endParaRPr>
          </a:p>
        </p:txBody>
      </p:sp>
      <p:sp>
        <p:nvSpPr>
          <p:cNvPr id="121" name="Google Shape;670;p48">
            <a:extLst>
              <a:ext uri="{FF2B5EF4-FFF2-40B4-BE49-F238E27FC236}">
                <a16:creationId xmlns:a16="http://schemas.microsoft.com/office/drawing/2014/main" id="{928E3A2D-72A3-8940-8FDA-A8A102661B91}"/>
              </a:ext>
            </a:extLst>
          </p:cNvPr>
          <p:cNvSpPr/>
          <p:nvPr/>
        </p:nvSpPr>
        <p:spPr>
          <a:xfrm>
            <a:off x="3741196" y="1969505"/>
            <a:ext cx="199626" cy="1991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123" name="Google Shape;670;p48">
            <a:extLst>
              <a:ext uri="{FF2B5EF4-FFF2-40B4-BE49-F238E27FC236}">
                <a16:creationId xmlns:a16="http://schemas.microsoft.com/office/drawing/2014/main" id="{B52DA6B5-D007-C043-9B85-658F5A9F50E0}"/>
              </a:ext>
            </a:extLst>
          </p:cNvPr>
          <p:cNvSpPr/>
          <p:nvPr/>
        </p:nvSpPr>
        <p:spPr>
          <a:xfrm>
            <a:off x="4256361" y="2598743"/>
            <a:ext cx="168259" cy="1615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33ED08-96BD-5F43-8C25-CA4B9C98BAF1}"/>
              </a:ext>
            </a:extLst>
          </p:cNvPr>
          <p:cNvSpPr/>
          <p:nvPr/>
        </p:nvSpPr>
        <p:spPr>
          <a:xfrm>
            <a:off x="4448400" y="1879884"/>
            <a:ext cx="231195" cy="28878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62B6D10-F44E-7944-91C7-F7A267E9C528}"/>
              </a:ext>
            </a:extLst>
          </p:cNvPr>
          <p:cNvSpPr/>
          <p:nvPr/>
        </p:nvSpPr>
        <p:spPr>
          <a:xfrm>
            <a:off x="4969799" y="1878180"/>
            <a:ext cx="231195" cy="28878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462C6-0EB0-B34E-83BC-C23B20874D60}"/>
              </a:ext>
            </a:extLst>
          </p:cNvPr>
          <p:cNvSpPr txBox="1"/>
          <p:nvPr/>
        </p:nvSpPr>
        <p:spPr>
          <a:xfrm>
            <a:off x="423746" y="4382429"/>
            <a:ext cx="10358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latin typeface="Lalezar" pitchFamily="2" charset="-78"/>
                <a:cs typeface="Lalezar" pitchFamily="2" charset="-78"/>
              </a:rPr>
              <a:t>بخش عملی&gt;&gt;</a:t>
            </a:r>
            <a:endParaRPr lang="en-US" dirty="0">
              <a:latin typeface="Lalezar" pitchFamily="2" charset="-78"/>
              <a:cs typeface="Lale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66338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Quality Management Consulting by Slidesgo">
  <a:themeElements>
    <a:clrScheme name="Simple Light">
      <a:dk1>
        <a:srgbClr val="353738"/>
      </a:dk1>
      <a:lt1>
        <a:srgbClr val="7D5FFE"/>
      </a:lt1>
      <a:dk2>
        <a:srgbClr val="FFFFFF"/>
      </a:dk2>
      <a:lt2>
        <a:srgbClr val="F0F5FA"/>
      </a:lt2>
      <a:accent1>
        <a:srgbClr val="B0B0B0"/>
      </a:accent1>
      <a:accent2>
        <a:srgbClr val="67696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37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1441</Words>
  <Application>Microsoft Macintosh PowerPoint</Application>
  <PresentationFormat>On-screen Show (16:9)</PresentationFormat>
  <Paragraphs>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Lalezar</vt:lpstr>
      <vt:lpstr>Asap</vt:lpstr>
      <vt:lpstr>Arial</vt:lpstr>
      <vt:lpstr>Assistant</vt:lpstr>
      <vt:lpstr>IranYekanX</vt:lpstr>
      <vt:lpstr>Quality Management Consulting by Slidesgo</vt:lpstr>
      <vt:lpstr>DHCP</vt:lpstr>
      <vt:lpstr>PowerPoint Presentation</vt:lpstr>
      <vt:lpstr>PowerPoint Presentation</vt:lpstr>
      <vt:lpstr>PowerPoint Presentation</vt:lpstr>
      <vt:lpstr>معماری DHCP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DHCP</dc:title>
  <cp:lastModifiedBy>Microsoft Office User</cp:lastModifiedBy>
  <cp:revision>2</cp:revision>
  <dcterms:modified xsi:type="dcterms:W3CDTF">2024-03-19T08:21:11Z</dcterms:modified>
</cp:coreProperties>
</file>